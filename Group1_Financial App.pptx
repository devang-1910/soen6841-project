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92" r:id="rId3"/>
    <p:sldId id="280" r:id="rId4"/>
    <p:sldId id="275" r:id="rId5"/>
    <p:sldId id="301" r:id="rId6"/>
    <p:sldId id="282" r:id="rId7"/>
    <p:sldId id="302" r:id="rId8"/>
    <p:sldId id="286" r:id="rId9"/>
    <p:sldId id="287" r:id="rId10"/>
    <p:sldId id="288" r:id="rId11"/>
    <p:sldId id="304" r:id="rId12"/>
    <p:sldId id="293" r:id="rId13"/>
    <p:sldId id="294" r:id="rId14"/>
    <p:sldId id="295" r:id="rId15"/>
    <p:sldId id="296" r:id="rId16"/>
    <p:sldId id="297" r:id="rId17"/>
    <p:sldId id="298" r:id="rId18"/>
    <p:sldId id="284" r:id="rId19"/>
    <p:sldId id="303" r:id="rId20"/>
    <p:sldId id="299" r:id="rId21"/>
    <p:sldId id="3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me" id="{B875EA3A-0F3A-42D7-B6E2-7E1A05C2A3DA}">
          <p14:sldIdLst>
            <p14:sldId id="292"/>
            <p14:sldId id="280"/>
          </p14:sldIdLst>
        </p14:section>
        <p14:section name="Introduction" id="{88495344-40FB-4841-99CC-E364E4B3FA60}">
          <p14:sldIdLst>
            <p14:sldId id="275"/>
            <p14:sldId id="301"/>
          </p14:sldIdLst>
        </p14:section>
        <p14:section name="Future Prospects" id="{89DC3976-4114-4C72-A3F7-CD5F9D4A7E2B}">
          <p14:sldIdLst>
            <p14:sldId id="282"/>
            <p14:sldId id="302"/>
          </p14:sldIdLst>
        </p14:section>
        <p14:section name="Market Potential" id="{B78F869A-DB52-4C0F-9771-93BD0B0C77E6}">
          <p14:sldIdLst>
            <p14:sldId id="286"/>
            <p14:sldId id="287"/>
          </p14:sldIdLst>
        </p14:section>
        <p14:section name="Business Model" id="{8EDEC664-D3C4-4592-8786-C99AA6E5D5F4}">
          <p14:sldIdLst>
            <p14:sldId id="288"/>
            <p14:sldId id="304"/>
          </p14:sldIdLst>
        </p14:section>
        <p14:section name="Project Plan" id="{F496BB06-4A29-4BF5-BA77-B16347F04B8B}">
          <p14:sldIdLst>
            <p14:sldId id="293"/>
            <p14:sldId id="294"/>
          </p14:sldIdLst>
        </p14:section>
        <p14:section name="Risk Management" id="{5F9BCD4A-9433-48A8-B291-287BE2581A63}">
          <p14:sldIdLst>
            <p14:sldId id="295"/>
            <p14:sldId id="296"/>
          </p14:sldIdLst>
        </p14:section>
        <p14:section name="Financials" id="{DAF8DABC-592A-4901-A0AC-5CDA09D8F45E}">
          <p14:sldIdLst>
            <p14:sldId id="297"/>
            <p14:sldId id="298"/>
          </p14:sldIdLst>
        </p14:section>
        <p14:section name="Feasibility Study" id="{B0161835-6204-4266-8552-F3667AA67871}">
          <p14:sldIdLst>
            <p14:sldId id="284"/>
            <p14:sldId id="303"/>
          </p14:sldIdLst>
        </p14:section>
        <p14:section name="Team" id="{98810976-D7DB-4275-9710-9A2889E2A734}">
          <p14:sldIdLst>
            <p14:sldId id="299"/>
            <p14:sldId id="30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6437"/>
    <a:srgbClr val="484525"/>
    <a:srgbClr val="16180A"/>
    <a:srgbClr val="100C07"/>
    <a:srgbClr val="47342D"/>
    <a:srgbClr val="EEDF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79" autoAdjust="0"/>
    <p:restoredTop sz="94616" autoAdjust="0"/>
  </p:normalViewPr>
  <p:slideViewPr>
    <p:cSldViewPr snapToGrid="0">
      <p:cViewPr varScale="1">
        <p:scale>
          <a:sx n="75" d="100"/>
          <a:sy n="75" d="100"/>
        </p:scale>
        <p:origin x="684" y="4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90001" cy="90001"/>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solidFill>
                  <a:schemeClr val="bg1"/>
                </a:solidFill>
              </a:rPr>
              <a:t>Project Cost Breakdown (CAD 50000)</a:t>
            </a:r>
          </a:p>
        </c:rich>
      </c:tx>
      <c:layout>
        <c:manualLayout>
          <c:xMode val="edge"/>
          <c:yMode val="edge"/>
          <c:x val="0.31476782903111494"/>
          <c:y val="8.4817334564218264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Project Cost Breakdown (CAD 50000)</c:v>
                </c:pt>
              </c:strCache>
            </c:strRef>
          </c:tx>
          <c:dPt>
            <c:idx val="0"/>
            <c:bubble3D val="0"/>
            <c:spPr>
              <a:solidFill>
                <a:schemeClr val="accent3">
                  <a:tint val="54000"/>
                </a:schemeClr>
              </a:solidFill>
              <a:ln w="19050">
                <a:solidFill>
                  <a:schemeClr val="lt1"/>
                </a:solidFill>
              </a:ln>
              <a:effectLst/>
            </c:spPr>
            <c:extLst>
              <c:ext xmlns:c16="http://schemas.microsoft.com/office/drawing/2014/chart" uri="{C3380CC4-5D6E-409C-BE32-E72D297353CC}">
                <c16:uniqueId val="{00000001-2285-1C49-A861-CB5CB380DAA9}"/>
              </c:ext>
            </c:extLst>
          </c:dPt>
          <c:dPt>
            <c:idx val="1"/>
            <c:bubble3D val="0"/>
            <c:spPr>
              <a:solidFill>
                <a:schemeClr val="accent3">
                  <a:tint val="77000"/>
                </a:schemeClr>
              </a:solidFill>
              <a:ln w="19050">
                <a:solidFill>
                  <a:schemeClr val="lt1"/>
                </a:solidFill>
              </a:ln>
              <a:effectLst/>
            </c:spPr>
            <c:extLst>
              <c:ext xmlns:c16="http://schemas.microsoft.com/office/drawing/2014/chart" uri="{C3380CC4-5D6E-409C-BE32-E72D297353CC}">
                <c16:uniqueId val="{00000003-2285-1C49-A861-CB5CB380DAA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285-1C49-A861-CB5CB380DAA9}"/>
              </c:ext>
            </c:extLst>
          </c:dPt>
          <c:dPt>
            <c:idx val="3"/>
            <c:bubble3D val="0"/>
            <c:spPr>
              <a:solidFill>
                <a:schemeClr val="accent3">
                  <a:shade val="76000"/>
                </a:schemeClr>
              </a:solidFill>
              <a:ln w="19050">
                <a:solidFill>
                  <a:schemeClr val="lt1"/>
                </a:solidFill>
              </a:ln>
              <a:effectLst/>
            </c:spPr>
            <c:extLst>
              <c:ext xmlns:c16="http://schemas.microsoft.com/office/drawing/2014/chart" uri="{C3380CC4-5D6E-409C-BE32-E72D297353CC}">
                <c16:uniqueId val="{00000007-2285-1C49-A861-CB5CB380DAA9}"/>
              </c:ext>
            </c:extLst>
          </c:dPt>
          <c:dPt>
            <c:idx val="4"/>
            <c:bubble3D val="0"/>
            <c:spPr>
              <a:solidFill>
                <a:schemeClr val="accent3">
                  <a:shade val="53000"/>
                </a:schemeClr>
              </a:solidFill>
              <a:ln w="19050">
                <a:solidFill>
                  <a:schemeClr val="lt1"/>
                </a:solidFill>
              </a:ln>
              <a:effectLst/>
            </c:spPr>
            <c:extLst>
              <c:ext xmlns:c16="http://schemas.microsoft.com/office/drawing/2014/chart" uri="{C3380CC4-5D6E-409C-BE32-E72D297353CC}">
                <c16:uniqueId val="{00000009-2285-1C49-A861-CB5CB380DAA9}"/>
              </c:ext>
            </c:extLst>
          </c:dPt>
          <c:dLbls>
            <c:dLbl>
              <c:idx val="1"/>
              <c:layout>
                <c:manualLayout>
                  <c:x val="9.3181741640077836E-2"/>
                  <c:y val="-0.1076224848307209"/>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14179690188320634"/>
                      <c:h val="0.16185264349071479"/>
                    </c:manualLayout>
                  </c15:layout>
                </c:ext>
                <c:ext xmlns:c16="http://schemas.microsoft.com/office/drawing/2014/chart" uri="{C3380CC4-5D6E-409C-BE32-E72D297353CC}">
                  <c16:uniqueId val="{00000003-2285-1C49-A861-CB5CB380DAA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Development</c:v>
                </c:pt>
                <c:pt idx="1">
                  <c:v>Ongoing Maintenance</c:v>
                </c:pt>
                <c:pt idx="2">
                  <c:v>Testing</c:v>
                </c:pt>
                <c:pt idx="3">
                  <c:v>Marketing</c:v>
                </c:pt>
                <c:pt idx="4">
                  <c:v>Deployment &amp; Support</c:v>
                </c:pt>
              </c:strCache>
            </c:strRef>
          </c:cat>
          <c:val>
            <c:numRef>
              <c:f>Sheet1!$B$2:$B$6</c:f>
              <c:numCache>
                <c:formatCode>General</c:formatCode>
                <c:ptCount val="5"/>
                <c:pt idx="0">
                  <c:v>25000</c:v>
                </c:pt>
                <c:pt idx="1">
                  <c:v>5000</c:v>
                </c:pt>
                <c:pt idx="2">
                  <c:v>5000</c:v>
                </c:pt>
                <c:pt idx="3">
                  <c:v>7000</c:v>
                </c:pt>
                <c:pt idx="4">
                  <c:v>8000</c:v>
                </c:pt>
              </c:numCache>
            </c:numRef>
          </c:val>
          <c:extLst>
            <c:ext xmlns:c16="http://schemas.microsoft.com/office/drawing/2014/chart" uri="{C3380CC4-5D6E-409C-BE32-E72D297353CC}">
              <c16:uniqueId val="{0000000A-2285-1C49-A861-CB5CB380DAA9}"/>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solidFill>
                  <a:schemeClr val="bg1"/>
                </a:solidFill>
              </a:rPr>
              <a:t>Project Cost Breakdown (CAD 50000)</a:t>
            </a:r>
          </a:p>
        </c:rich>
      </c:tx>
      <c:layout>
        <c:manualLayout>
          <c:xMode val="edge"/>
          <c:yMode val="edge"/>
          <c:x val="0.31476782903111494"/>
          <c:y val="8.4817334564218264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Project Cost Breakdown (CAD 50000)</c:v>
                </c:pt>
              </c:strCache>
            </c:strRef>
          </c:tx>
          <c:dPt>
            <c:idx val="0"/>
            <c:bubble3D val="0"/>
            <c:spPr>
              <a:solidFill>
                <a:schemeClr val="accent3">
                  <a:tint val="54000"/>
                </a:schemeClr>
              </a:solidFill>
              <a:ln w="19050">
                <a:solidFill>
                  <a:schemeClr val="lt1"/>
                </a:solidFill>
              </a:ln>
              <a:effectLst/>
            </c:spPr>
            <c:extLst>
              <c:ext xmlns:c16="http://schemas.microsoft.com/office/drawing/2014/chart" uri="{C3380CC4-5D6E-409C-BE32-E72D297353CC}">
                <c16:uniqueId val="{00000006-DF5A-CF46-9200-39E634B5AFC8}"/>
              </c:ext>
            </c:extLst>
          </c:dPt>
          <c:dPt>
            <c:idx val="1"/>
            <c:bubble3D val="0"/>
            <c:spPr>
              <a:solidFill>
                <a:schemeClr val="accent3">
                  <a:tint val="77000"/>
                </a:schemeClr>
              </a:solidFill>
              <a:ln w="19050">
                <a:solidFill>
                  <a:schemeClr val="lt1"/>
                </a:solidFill>
              </a:ln>
              <a:effectLst/>
            </c:spPr>
            <c:extLst>
              <c:ext xmlns:c16="http://schemas.microsoft.com/office/drawing/2014/chart" uri="{C3380CC4-5D6E-409C-BE32-E72D297353CC}">
                <c16:uniqueId val="{00000005-DF5A-CF46-9200-39E634B5AFC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4-DF5A-CF46-9200-39E634B5AFC8}"/>
              </c:ext>
            </c:extLst>
          </c:dPt>
          <c:dPt>
            <c:idx val="3"/>
            <c:bubble3D val="0"/>
            <c:spPr>
              <a:solidFill>
                <a:schemeClr val="accent3">
                  <a:shade val="76000"/>
                </a:schemeClr>
              </a:solidFill>
              <a:ln w="19050">
                <a:solidFill>
                  <a:schemeClr val="lt1"/>
                </a:solidFill>
              </a:ln>
              <a:effectLst/>
            </c:spPr>
            <c:extLst>
              <c:ext xmlns:c16="http://schemas.microsoft.com/office/drawing/2014/chart" uri="{C3380CC4-5D6E-409C-BE32-E72D297353CC}">
                <c16:uniqueId val="{00000003-DF5A-CF46-9200-39E634B5AFC8}"/>
              </c:ext>
            </c:extLst>
          </c:dPt>
          <c:dPt>
            <c:idx val="4"/>
            <c:bubble3D val="0"/>
            <c:spPr>
              <a:solidFill>
                <a:schemeClr val="accent3">
                  <a:shade val="53000"/>
                </a:schemeClr>
              </a:solidFill>
              <a:ln w="19050">
                <a:solidFill>
                  <a:schemeClr val="lt1"/>
                </a:solidFill>
              </a:ln>
              <a:effectLst/>
            </c:spPr>
            <c:extLst>
              <c:ext xmlns:c16="http://schemas.microsoft.com/office/drawing/2014/chart" uri="{C3380CC4-5D6E-409C-BE32-E72D297353CC}">
                <c16:uniqueId val="{00000002-DF5A-CF46-9200-39E634B5AFC8}"/>
              </c:ext>
            </c:extLst>
          </c:dPt>
          <c:dLbls>
            <c:dLbl>
              <c:idx val="1"/>
              <c:layout>
                <c:manualLayout>
                  <c:x val="9.3181741640077836E-2"/>
                  <c:y val="-0.1076224848307209"/>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layout>
                    <c:manualLayout>
                      <c:w val="0.14179690188320634"/>
                      <c:h val="0.16185264349071479"/>
                    </c:manualLayout>
                  </c15:layout>
                </c:ext>
                <c:ext xmlns:c16="http://schemas.microsoft.com/office/drawing/2014/chart" uri="{C3380CC4-5D6E-409C-BE32-E72D297353CC}">
                  <c16:uniqueId val="{00000005-DF5A-CF46-9200-39E634B5AFC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Development</c:v>
                </c:pt>
                <c:pt idx="1">
                  <c:v>Ongoing Maintenance</c:v>
                </c:pt>
                <c:pt idx="2">
                  <c:v>Testing</c:v>
                </c:pt>
                <c:pt idx="3">
                  <c:v>Marketing</c:v>
                </c:pt>
                <c:pt idx="4">
                  <c:v>Deployment &amp; Support</c:v>
                </c:pt>
              </c:strCache>
            </c:strRef>
          </c:cat>
          <c:val>
            <c:numRef>
              <c:f>Sheet1!$B$2:$B$6</c:f>
              <c:numCache>
                <c:formatCode>General</c:formatCode>
                <c:ptCount val="5"/>
                <c:pt idx="0">
                  <c:v>25000</c:v>
                </c:pt>
                <c:pt idx="1">
                  <c:v>5000</c:v>
                </c:pt>
                <c:pt idx="2">
                  <c:v>5000</c:v>
                </c:pt>
                <c:pt idx="3">
                  <c:v>7000</c:v>
                </c:pt>
                <c:pt idx="4">
                  <c:v>8000</c:v>
                </c:pt>
              </c:numCache>
            </c:numRef>
          </c:val>
          <c:extLst>
            <c:ext xmlns:c16="http://schemas.microsoft.com/office/drawing/2014/chart" uri="{C3380CC4-5D6E-409C-BE32-E72D297353CC}">
              <c16:uniqueId val="{00000000-DF5A-CF46-9200-39E634B5AFC8}"/>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3">
  <a:schemeClr val="accent3"/>
</cs:colorStyle>
</file>

<file path=ppt/charts/colors2.xml><?xml version="1.0" encoding="utf-8"?>
<cs:colorStyle xmlns:cs="http://schemas.microsoft.com/office/drawing/2012/chartStyle" xmlns:a="http://schemas.openxmlformats.org/drawingml/2006/main" meth="withinLinearReversed" id="23">
  <a:schemeClr val="accent3"/>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C3AF2F-7BE3-498F-9766-58B5DA79A88E}" type="datetimeFigureOut">
              <a:rPr lang="en-GB" smtClean="0"/>
              <a:t>13/04/2025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727244-25DA-4FDD-ADED-482C09915D8A}" type="slidenum">
              <a:rPr lang="en-GB" smtClean="0"/>
              <a:t>‹#›</a:t>
            </a:fld>
            <a:endParaRPr lang="en-GB"/>
          </a:p>
        </p:txBody>
      </p:sp>
    </p:spTree>
    <p:extLst>
      <p:ext uri="{BB962C8B-B14F-4D97-AF65-F5344CB8AC3E}">
        <p14:creationId xmlns:p14="http://schemas.microsoft.com/office/powerpoint/2010/main" val="2933466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https://www.freepik.com/free-ai-image/photorealistic-timber-house-interior-with-wooden-decor-furnishings_152371631.htm</a:t>
            </a:r>
          </a:p>
        </p:txBody>
      </p:sp>
      <p:sp>
        <p:nvSpPr>
          <p:cNvPr id="4" name="Slide Number Placeholder 3"/>
          <p:cNvSpPr>
            <a:spLocks noGrp="1"/>
          </p:cNvSpPr>
          <p:nvPr>
            <p:ph type="sldNum" sz="quarter" idx="5"/>
          </p:nvPr>
        </p:nvSpPr>
        <p:spPr/>
        <p:txBody>
          <a:bodyPr/>
          <a:lstStyle/>
          <a:p>
            <a:fld id="{80727244-25DA-4FDD-ADED-482C09915D8A}" type="slidenum">
              <a:rPr lang="en-GB" smtClean="0"/>
              <a:t>1</a:t>
            </a:fld>
            <a:endParaRPr lang="en-GB"/>
          </a:p>
        </p:txBody>
      </p:sp>
    </p:spTree>
    <p:extLst>
      <p:ext uri="{BB962C8B-B14F-4D97-AF65-F5344CB8AC3E}">
        <p14:creationId xmlns:p14="http://schemas.microsoft.com/office/powerpoint/2010/main" val="1879672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https://www.freepik.com/free-ai-image/photorealistic-timber-house-interior-with-wooden-decor-furnishings_152371631.htm</a:t>
            </a:r>
          </a:p>
        </p:txBody>
      </p:sp>
      <p:sp>
        <p:nvSpPr>
          <p:cNvPr id="4" name="Slide Number Placeholder 3"/>
          <p:cNvSpPr>
            <a:spLocks noGrp="1"/>
          </p:cNvSpPr>
          <p:nvPr>
            <p:ph type="sldNum" sz="quarter" idx="5"/>
          </p:nvPr>
        </p:nvSpPr>
        <p:spPr/>
        <p:txBody>
          <a:bodyPr/>
          <a:lstStyle/>
          <a:p>
            <a:fld id="{80727244-25DA-4FDD-ADED-482C09915D8A}" type="slidenum">
              <a:rPr lang="en-GB" smtClean="0"/>
              <a:t>2</a:t>
            </a:fld>
            <a:endParaRPr lang="en-GB"/>
          </a:p>
        </p:txBody>
      </p:sp>
    </p:spTree>
    <p:extLst>
      <p:ext uri="{BB962C8B-B14F-4D97-AF65-F5344CB8AC3E}">
        <p14:creationId xmlns:p14="http://schemas.microsoft.com/office/powerpoint/2010/main" val="1860853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BC4C-A618-39DD-A004-6F099E7521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A76177B-D510-70F6-1D00-4FCAE62283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3648EFF-9FC7-4F9C-94A3-EA5AC7C69724}"/>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5" name="Footer Placeholder 4">
            <a:extLst>
              <a:ext uri="{FF2B5EF4-FFF2-40B4-BE49-F238E27FC236}">
                <a16:creationId xmlns:a16="http://schemas.microsoft.com/office/drawing/2014/main" id="{1589C630-0B09-53E1-31C9-BABEB07096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651915-DC9A-8D6C-F485-926681312B58}"/>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24626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45329-AAE3-3E58-F378-BAD4CB611D8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3EA91E4-A116-2E09-B4CB-D5DBA73A20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7879D2-C552-EF51-DACF-B6C7FB7544FE}"/>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5" name="Footer Placeholder 4">
            <a:extLst>
              <a:ext uri="{FF2B5EF4-FFF2-40B4-BE49-F238E27FC236}">
                <a16:creationId xmlns:a16="http://schemas.microsoft.com/office/drawing/2014/main" id="{F89E4186-D9C6-7254-A6CF-085AE5DAFD5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2687F46-1A54-4E99-9F0F-02FD07BA3CDA}"/>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118141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82D31-7C3E-9B21-11F3-04D042B2C4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70517DC-0E3B-090C-D59E-CF4189BB41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89B8AB-AECE-460D-ECF1-F71B5A9CB3EB}"/>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5" name="Footer Placeholder 4">
            <a:extLst>
              <a:ext uri="{FF2B5EF4-FFF2-40B4-BE49-F238E27FC236}">
                <a16:creationId xmlns:a16="http://schemas.microsoft.com/office/drawing/2014/main" id="{657B0EE6-6B9F-C899-8CB2-BFC4C22F307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DB339F-44CD-99B1-E8A1-DB352F647225}"/>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0575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AB0E-B469-C409-AFFA-2E7D54D7384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69159B5-6998-F676-C099-A3B516B920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A2BB8FA-7C7D-AAC3-03E6-C37C8DBCBD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559741E-FA99-DDFE-22EC-ED37E8EFED2F}"/>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6" name="Footer Placeholder 5">
            <a:extLst>
              <a:ext uri="{FF2B5EF4-FFF2-40B4-BE49-F238E27FC236}">
                <a16:creationId xmlns:a16="http://schemas.microsoft.com/office/drawing/2014/main" id="{699B26E2-8080-3035-BA21-383ACED9E28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9C850BC-FE52-B1FF-6350-3E751999EFA8}"/>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133083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7F57-39D5-C614-4045-8C236549A5C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1B197E-557E-4427-9EBC-537882EF5A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A809BE-7F98-0816-D773-19E230279A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63C4FD4-A360-787F-3521-F4F1240684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910C97-2AF6-44DB-A7CA-9349559F72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AEE5B7E-BF9D-4409-F287-34E5C844F22B}"/>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8" name="Footer Placeholder 7">
            <a:extLst>
              <a:ext uri="{FF2B5EF4-FFF2-40B4-BE49-F238E27FC236}">
                <a16:creationId xmlns:a16="http://schemas.microsoft.com/office/drawing/2014/main" id="{F2F544D2-2FFC-E60C-6746-D35B7B40D45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CC603DE-1205-4F8E-BC80-C26DD5412929}"/>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1770636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4CD14-B560-5502-8FA7-7C5ED24758A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83E143C-9D80-7B20-53F1-F62F1622C8A2}"/>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4" name="Footer Placeholder 3">
            <a:extLst>
              <a:ext uri="{FF2B5EF4-FFF2-40B4-BE49-F238E27FC236}">
                <a16:creationId xmlns:a16="http://schemas.microsoft.com/office/drawing/2014/main" id="{423224EA-D8AD-8467-6FA2-551B21B89EA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28D5502-98CE-1730-CF44-A6E43451D70E}"/>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716746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D3DF59-3DE8-1391-6796-F8628072A2C5}"/>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3" name="Footer Placeholder 2">
            <a:extLst>
              <a:ext uri="{FF2B5EF4-FFF2-40B4-BE49-F238E27FC236}">
                <a16:creationId xmlns:a16="http://schemas.microsoft.com/office/drawing/2014/main" id="{3E1741E8-5687-ABAE-BFDA-ABFB4E3F957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1F92D4-5F01-F416-5AB8-5946FF38D62C}"/>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10591753"/>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170" userDrawn="1">
          <p15:clr>
            <a:srgbClr val="FBAE40"/>
          </p15:clr>
        </p15:guide>
        <p15:guide id="4" pos="781" userDrawn="1">
          <p15:clr>
            <a:srgbClr val="FBAE40"/>
          </p15:clr>
        </p15:guide>
        <p15:guide id="5" pos="1393" userDrawn="1">
          <p15:clr>
            <a:srgbClr val="FBAE40"/>
          </p15:clr>
        </p15:guide>
        <p15:guide id="6" pos="2005" userDrawn="1">
          <p15:clr>
            <a:srgbClr val="FBAE40"/>
          </p15:clr>
        </p15:guide>
        <p15:guide id="7" pos="2616" userDrawn="1">
          <p15:clr>
            <a:srgbClr val="FBAE40"/>
          </p15:clr>
        </p15:guide>
        <p15:guide id="8" pos="3228" userDrawn="1">
          <p15:clr>
            <a:srgbClr val="FBAE40"/>
          </p15:clr>
        </p15:guide>
        <p15:guide id="9" pos="3840" userDrawn="1">
          <p15:clr>
            <a:srgbClr val="FBAE40"/>
          </p15:clr>
        </p15:guide>
        <p15:guide id="10" pos="4451" userDrawn="1">
          <p15:clr>
            <a:srgbClr val="FBAE40"/>
          </p15:clr>
        </p15:guide>
        <p15:guide id="11" pos="5063" userDrawn="1">
          <p15:clr>
            <a:srgbClr val="FBAE40"/>
          </p15:clr>
        </p15:guide>
        <p15:guide id="12" pos="5674" userDrawn="1">
          <p15:clr>
            <a:srgbClr val="FBAE40"/>
          </p15:clr>
        </p15:guide>
        <p15:guide id="13" pos="6286" userDrawn="1">
          <p15:clr>
            <a:srgbClr val="FBAE40"/>
          </p15:clr>
        </p15:guide>
        <p15:guide id="14" pos="6898" userDrawn="1">
          <p15:clr>
            <a:srgbClr val="FBAE40"/>
          </p15:clr>
        </p15:guide>
        <p15:guide id="15" pos="7509" userDrawn="1">
          <p15:clr>
            <a:srgbClr val="FBAE40"/>
          </p15:clr>
        </p15:guide>
        <p15:guide id="16" orient="horz" userDrawn="1">
          <p15:clr>
            <a:srgbClr val="FBAE40"/>
          </p15:clr>
        </p15:guide>
        <p15:guide id="17" orient="horz" pos="4320" userDrawn="1">
          <p15:clr>
            <a:srgbClr val="FBAE40"/>
          </p15:clr>
        </p15:guide>
        <p15:guide id="18" orient="horz" pos="170" userDrawn="1">
          <p15:clr>
            <a:srgbClr val="FBAE40"/>
          </p15:clr>
        </p15:guide>
        <p15:guide id="19" orient="horz" pos="414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80FC-954B-3902-44DA-728C90F766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C7B6F3C-2639-35E1-B777-330AF3DBBD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E163C5E-D09C-57C5-2EC2-70882C8667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DF375C-4470-09D6-15BE-9BF9331F0EC2}"/>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6" name="Footer Placeholder 5">
            <a:extLst>
              <a:ext uri="{FF2B5EF4-FFF2-40B4-BE49-F238E27FC236}">
                <a16:creationId xmlns:a16="http://schemas.microsoft.com/office/drawing/2014/main" id="{DE8796F1-3EE7-BE1C-93CC-2135E5BBDC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9C2ACCB-8014-917F-BE76-14490BABA76E}"/>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2014191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65C55-DE59-AD45-2ED2-29A7911569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E21D154-BEFF-4042-8137-4CE2589046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2B5F2CF-5E0E-84D9-7794-1E1EC50C4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EA2CF-FF4B-F037-DBB0-1AE8C8E06AA6}"/>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6" name="Footer Placeholder 5">
            <a:extLst>
              <a:ext uri="{FF2B5EF4-FFF2-40B4-BE49-F238E27FC236}">
                <a16:creationId xmlns:a16="http://schemas.microsoft.com/office/drawing/2014/main" id="{0D4DDD2A-A5F6-F1C5-05E8-64CD9D51A7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3BC7A3-B58F-13B7-9995-D27EF38245E9}"/>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712217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77BD0-2508-909C-716B-4E68C7E4E62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178145-3E79-6BD3-70F0-F691CA1290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4619B2-6441-48C8-7E6B-4ABE242E6A4A}"/>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5" name="Footer Placeholder 4">
            <a:extLst>
              <a:ext uri="{FF2B5EF4-FFF2-40B4-BE49-F238E27FC236}">
                <a16:creationId xmlns:a16="http://schemas.microsoft.com/office/drawing/2014/main" id="{62FC68C0-EDE2-C1FD-F7FD-BD969B56B25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FA48DB-4380-CE54-ACD9-5559F8133184}"/>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3467430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6D35-54B1-A678-851B-FCA645D284C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BC2D8D1-8933-43E3-68F5-4D65C467A2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31BDD04-642A-2CEF-ACD9-5D419188C95C}"/>
              </a:ext>
            </a:extLst>
          </p:cNvPr>
          <p:cNvSpPr>
            <a:spLocks noGrp="1"/>
          </p:cNvSpPr>
          <p:nvPr>
            <p:ph type="dt" sz="half" idx="10"/>
          </p:nvPr>
        </p:nvSpPr>
        <p:spPr/>
        <p:txBody>
          <a:bodyPr/>
          <a:lstStyle/>
          <a:p>
            <a:fld id="{9D50113B-307E-4BCC-B109-BBD51B521CA0}" type="datetimeFigureOut">
              <a:rPr lang="en-GB" smtClean="0"/>
              <a:t>13/04/2025</a:t>
            </a:fld>
            <a:endParaRPr lang="en-GB"/>
          </a:p>
        </p:txBody>
      </p:sp>
      <p:sp>
        <p:nvSpPr>
          <p:cNvPr id="5" name="Footer Placeholder 4">
            <a:extLst>
              <a:ext uri="{FF2B5EF4-FFF2-40B4-BE49-F238E27FC236}">
                <a16:creationId xmlns:a16="http://schemas.microsoft.com/office/drawing/2014/main" id="{B5E33EDA-94B8-5637-5166-9F58C6948B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870ABD-3C03-215E-3BA0-CF733B94545A}"/>
              </a:ext>
            </a:extLst>
          </p:cNvPr>
          <p:cNvSpPr>
            <a:spLocks noGrp="1"/>
          </p:cNvSpPr>
          <p:nvPr>
            <p:ph type="sldNum" sz="quarter" idx="12"/>
          </p:nvPr>
        </p:nvSpPr>
        <p:spPr/>
        <p:txBody>
          <a:bodyPr/>
          <a:lstStyle/>
          <a:p>
            <a:fld id="{B314E427-6CF7-43B6-97E6-2AF54BA7AF6B}" type="slidenum">
              <a:rPr lang="en-GB" smtClean="0"/>
              <a:t>‹#›</a:t>
            </a:fld>
            <a:endParaRPr lang="en-GB"/>
          </a:p>
        </p:txBody>
      </p:sp>
    </p:spTree>
    <p:extLst>
      <p:ext uri="{BB962C8B-B14F-4D97-AF65-F5344CB8AC3E}">
        <p14:creationId xmlns:p14="http://schemas.microsoft.com/office/powerpoint/2010/main" val="2498803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927CA-EC04-FDCE-9CFC-53FBF80B2A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75C4E92-D8AF-45DE-4432-E80069378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4036554-42D0-0742-A750-B703AEFCBAB7}"/>
              </a:ext>
            </a:extLst>
          </p:cNvPr>
          <p:cNvSpPr>
            <a:spLocks noGrp="1"/>
          </p:cNvSpPr>
          <p:nvPr>
            <p:ph type="dt" sz="half" idx="10"/>
          </p:nvPr>
        </p:nvSpPr>
        <p:spPr/>
        <p:txBody>
          <a:bodyPr/>
          <a:lstStyle/>
          <a:p>
            <a:fld id="{68F5C24A-9409-42F1-AFD4-D88E5171A316}" type="datetime1">
              <a:rPr lang="en-GB" smtClean="0"/>
              <a:t>13/04/2025</a:t>
            </a:fld>
            <a:endParaRPr lang="en-GB"/>
          </a:p>
        </p:txBody>
      </p:sp>
      <p:sp>
        <p:nvSpPr>
          <p:cNvPr id="5" name="Footer Placeholder 4">
            <a:extLst>
              <a:ext uri="{FF2B5EF4-FFF2-40B4-BE49-F238E27FC236}">
                <a16:creationId xmlns:a16="http://schemas.microsoft.com/office/drawing/2014/main" id="{DC1C2A28-BEAA-D28B-8F6D-360C7F6E4AF7}"/>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E3E760C1-75AB-344F-27D3-2137BB8EE398}"/>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2535287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53387-52C0-5B6A-6F6C-67FD472CA73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2E3C19-97F7-B057-C5A8-E5CE271F7D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2C0E83-50A0-F62F-EE08-250DAE07F8F1}"/>
              </a:ext>
            </a:extLst>
          </p:cNvPr>
          <p:cNvSpPr>
            <a:spLocks noGrp="1"/>
          </p:cNvSpPr>
          <p:nvPr>
            <p:ph type="dt" sz="half" idx="10"/>
          </p:nvPr>
        </p:nvSpPr>
        <p:spPr/>
        <p:txBody>
          <a:bodyPr/>
          <a:lstStyle/>
          <a:p>
            <a:fld id="{3EA54FF3-9659-441D-886C-9DA4B7C21964}" type="datetime1">
              <a:rPr lang="en-GB" smtClean="0"/>
              <a:t>13/04/2025</a:t>
            </a:fld>
            <a:endParaRPr lang="en-GB"/>
          </a:p>
        </p:txBody>
      </p:sp>
      <p:sp>
        <p:nvSpPr>
          <p:cNvPr id="5" name="Footer Placeholder 4">
            <a:extLst>
              <a:ext uri="{FF2B5EF4-FFF2-40B4-BE49-F238E27FC236}">
                <a16:creationId xmlns:a16="http://schemas.microsoft.com/office/drawing/2014/main" id="{2BAA5126-015E-26C8-9777-AD4E0B1FC6DE}"/>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3D80E731-D4E3-1F29-4105-4BC1839D0BED}"/>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38064946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293CE-DC18-7EBB-FD8E-814F3522CD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0EB9178-C934-2288-EC5A-DAC080A9F6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207F36-ABE2-B599-3B45-FB385749FB92}"/>
              </a:ext>
            </a:extLst>
          </p:cNvPr>
          <p:cNvSpPr>
            <a:spLocks noGrp="1"/>
          </p:cNvSpPr>
          <p:nvPr>
            <p:ph type="dt" sz="half" idx="10"/>
          </p:nvPr>
        </p:nvSpPr>
        <p:spPr/>
        <p:txBody>
          <a:bodyPr/>
          <a:lstStyle/>
          <a:p>
            <a:fld id="{1CBE0393-4DC3-4B15-8652-4766F50BDB94}" type="datetime1">
              <a:rPr lang="en-GB" smtClean="0"/>
              <a:t>13/04/2025</a:t>
            </a:fld>
            <a:endParaRPr lang="en-GB"/>
          </a:p>
        </p:txBody>
      </p:sp>
      <p:sp>
        <p:nvSpPr>
          <p:cNvPr id="5" name="Footer Placeholder 4">
            <a:extLst>
              <a:ext uri="{FF2B5EF4-FFF2-40B4-BE49-F238E27FC236}">
                <a16:creationId xmlns:a16="http://schemas.microsoft.com/office/drawing/2014/main" id="{ED77A94B-EA40-561F-0E00-4D71ABE10DC9}"/>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A8203142-0649-0702-E644-F78C75B0A2A1}"/>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35688642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EBE7-5725-2027-6C19-02A8472DD1F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E3EC399-F347-D0FB-AAC5-BB452DA45B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8FE23FA-119D-D03B-8CDB-C0B784E3D4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79C3B32-C36F-CC0E-645F-04EE564CCBCC}"/>
              </a:ext>
            </a:extLst>
          </p:cNvPr>
          <p:cNvSpPr>
            <a:spLocks noGrp="1"/>
          </p:cNvSpPr>
          <p:nvPr>
            <p:ph type="dt" sz="half" idx="10"/>
          </p:nvPr>
        </p:nvSpPr>
        <p:spPr/>
        <p:txBody>
          <a:bodyPr/>
          <a:lstStyle/>
          <a:p>
            <a:fld id="{8DB746B6-5631-4AC1-900D-706E9B0D7B63}" type="datetime1">
              <a:rPr lang="en-GB" smtClean="0"/>
              <a:t>13/04/2025</a:t>
            </a:fld>
            <a:endParaRPr lang="en-GB"/>
          </a:p>
        </p:txBody>
      </p:sp>
      <p:sp>
        <p:nvSpPr>
          <p:cNvPr id="6" name="Footer Placeholder 5">
            <a:extLst>
              <a:ext uri="{FF2B5EF4-FFF2-40B4-BE49-F238E27FC236}">
                <a16:creationId xmlns:a16="http://schemas.microsoft.com/office/drawing/2014/main" id="{8E9CFCF0-556C-BF46-05B1-FB1F17591F83}"/>
              </a:ext>
            </a:extLst>
          </p:cNvPr>
          <p:cNvSpPr>
            <a:spLocks noGrp="1"/>
          </p:cNvSpPr>
          <p:nvPr>
            <p:ph type="ftr" sz="quarter" idx="11"/>
          </p:nvPr>
        </p:nvSpPr>
        <p:spPr/>
        <p:txBody>
          <a:bodyPr/>
          <a:lstStyle/>
          <a:p>
            <a:r>
              <a:rPr lang="en-GB"/>
              <a:t>Designed by One Skill</a:t>
            </a:r>
          </a:p>
        </p:txBody>
      </p:sp>
      <p:sp>
        <p:nvSpPr>
          <p:cNvPr id="7" name="Slide Number Placeholder 6">
            <a:extLst>
              <a:ext uri="{FF2B5EF4-FFF2-40B4-BE49-F238E27FC236}">
                <a16:creationId xmlns:a16="http://schemas.microsoft.com/office/drawing/2014/main" id="{866B6493-3CBF-FD4E-EE7C-088CCE434C7B}"/>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500229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480C-5F0C-EF6B-69FE-88938DD6486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0FF698D-F9DC-8256-2772-5DCD8EA9D5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7DD954-1E5D-1CA5-AF1E-089B371029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0152888-0209-873C-C8AB-6DD83628D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C10F12-C3AA-5409-24D5-7973DB32AB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F828A34-700E-CCCC-89A1-489F8837E36F}"/>
              </a:ext>
            </a:extLst>
          </p:cNvPr>
          <p:cNvSpPr>
            <a:spLocks noGrp="1"/>
          </p:cNvSpPr>
          <p:nvPr>
            <p:ph type="dt" sz="half" idx="10"/>
          </p:nvPr>
        </p:nvSpPr>
        <p:spPr/>
        <p:txBody>
          <a:bodyPr/>
          <a:lstStyle/>
          <a:p>
            <a:fld id="{3613351D-D414-4628-B6BA-F3CF23231103}" type="datetime1">
              <a:rPr lang="en-GB" smtClean="0"/>
              <a:t>13/04/2025</a:t>
            </a:fld>
            <a:endParaRPr lang="en-GB"/>
          </a:p>
        </p:txBody>
      </p:sp>
      <p:sp>
        <p:nvSpPr>
          <p:cNvPr id="8" name="Footer Placeholder 7">
            <a:extLst>
              <a:ext uri="{FF2B5EF4-FFF2-40B4-BE49-F238E27FC236}">
                <a16:creationId xmlns:a16="http://schemas.microsoft.com/office/drawing/2014/main" id="{6EAB6FA3-DBB1-94C6-4D07-2B495FB8D6AB}"/>
              </a:ext>
            </a:extLst>
          </p:cNvPr>
          <p:cNvSpPr>
            <a:spLocks noGrp="1"/>
          </p:cNvSpPr>
          <p:nvPr>
            <p:ph type="ftr" sz="quarter" idx="11"/>
          </p:nvPr>
        </p:nvSpPr>
        <p:spPr/>
        <p:txBody>
          <a:bodyPr/>
          <a:lstStyle/>
          <a:p>
            <a:r>
              <a:rPr lang="en-GB"/>
              <a:t>Designed by One Skill</a:t>
            </a:r>
          </a:p>
        </p:txBody>
      </p:sp>
      <p:sp>
        <p:nvSpPr>
          <p:cNvPr id="9" name="Slide Number Placeholder 8">
            <a:extLst>
              <a:ext uri="{FF2B5EF4-FFF2-40B4-BE49-F238E27FC236}">
                <a16:creationId xmlns:a16="http://schemas.microsoft.com/office/drawing/2014/main" id="{1C7E0359-950B-0308-A77D-C230EF31A0D0}"/>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1337151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E1CE1-03DC-4BC7-6D82-7D0A611FDA1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DCEC0E2-AA2B-3889-9554-96F303DAF6DC}"/>
              </a:ext>
            </a:extLst>
          </p:cNvPr>
          <p:cNvSpPr>
            <a:spLocks noGrp="1"/>
          </p:cNvSpPr>
          <p:nvPr>
            <p:ph type="dt" sz="half" idx="10"/>
          </p:nvPr>
        </p:nvSpPr>
        <p:spPr/>
        <p:txBody>
          <a:bodyPr/>
          <a:lstStyle/>
          <a:p>
            <a:fld id="{11CD3F00-CE47-4FAC-9296-264952B2AD7B}" type="datetime1">
              <a:rPr lang="en-GB" smtClean="0"/>
              <a:t>13/04/2025</a:t>
            </a:fld>
            <a:endParaRPr lang="en-GB"/>
          </a:p>
        </p:txBody>
      </p:sp>
      <p:sp>
        <p:nvSpPr>
          <p:cNvPr id="4" name="Footer Placeholder 3">
            <a:extLst>
              <a:ext uri="{FF2B5EF4-FFF2-40B4-BE49-F238E27FC236}">
                <a16:creationId xmlns:a16="http://schemas.microsoft.com/office/drawing/2014/main" id="{A73E8A7B-5406-5D43-99E7-8F06BC6637D2}"/>
              </a:ext>
            </a:extLst>
          </p:cNvPr>
          <p:cNvSpPr>
            <a:spLocks noGrp="1"/>
          </p:cNvSpPr>
          <p:nvPr>
            <p:ph type="ftr" sz="quarter" idx="11"/>
          </p:nvPr>
        </p:nvSpPr>
        <p:spPr/>
        <p:txBody>
          <a:bodyPr/>
          <a:lstStyle/>
          <a:p>
            <a:r>
              <a:rPr lang="en-GB"/>
              <a:t>Designed by One Skill</a:t>
            </a:r>
          </a:p>
        </p:txBody>
      </p:sp>
      <p:sp>
        <p:nvSpPr>
          <p:cNvPr id="5" name="Slide Number Placeholder 4">
            <a:extLst>
              <a:ext uri="{FF2B5EF4-FFF2-40B4-BE49-F238E27FC236}">
                <a16:creationId xmlns:a16="http://schemas.microsoft.com/office/drawing/2014/main" id="{5363C191-0DC0-D851-8C87-75F3406F350F}"/>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1228224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83E5B6-DA1D-5638-C9A6-3CB7531BF5F6}"/>
              </a:ext>
            </a:extLst>
          </p:cNvPr>
          <p:cNvSpPr>
            <a:spLocks noGrp="1"/>
          </p:cNvSpPr>
          <p:nvPr>
            <p:ph type="dt" sz="half" idx="10"/>
          </p:nvPr>
        </p:nvSpPr>
        <p:spPr/>
        <p:txBody>
          <a:bodyPr/>
          <a:lstStyle/>
          <a:p>
            <a:fld id="{05F8160D-F348-4767-A573-6056422869C1}" type="datetime1">
              <a:rPr lang="en-GB" smtClean="0"/>
              <a:t>13/04/2025</a:t>
            </a:fld>
            <a:endParaRPr lang="en-GB"/>
          </a:p>
        </p:txBody>
      </p:sp>
      <p:sp>
        <p:nvSpPr>
          <p:cNvPr id="3" name="Footer Placeholder 2">
            <a:extLst>
              <a:ext uri="{FF2B5EF4-FFF2-40B4-BE49-F238E27FC236}">
                <a16:creationId xmlns:a16="http://schemas.microsoft.com/office/drawing/2014/main" id="{AEB4E43F-1DF9-4A31-6750-A37A393C24A2}"/>
              </a:ext>
            </a:extLst>
          </p:cNvPr>
          <p:cNvSpPr>
            <a:spLocks noGrp="1"/>
          </p:cNvSpPr>
          <p:nvPr>
            <p:ph type="ftr" sz="quarter" idx="11"/>
          </p:nvPr>
        </p:nvSpPr>
        <p:spPr/>
        <p:txBody>
          <a:bodyPr vert="horz" lIns="91440" tIns="45720" rIns="91440" bIns="45720" rtlCol="0" anchor="ctr"/>
          <a:lstStyle>
            <a:lvl1pPr>
              <a:defRPr lang="en-GB" sz="1000">
                <a:latin typeface="Darker Grotesque" pitchFamily="2" charset="0"/>
              </a:defRPr>
            </a:lvl1pPr>
          </a:lstStyle>
          <a:p>
            <a:r>
              <a:rPr lang="en-GB"/>
              <a:t>Designed by One Skill</a:t>
            </a:r>
          </a:p>
        </p:txBody>
      </p:sp>
      <p:sp>
        <p:nvSpPr>
          <p:cNvPr id="4" name="Slide Number Placeholder 3">
            <a:extLst>
              <a:ext uri="{FF2B5EF4-FFF2-40B4-BE49-F238E27FC236}">
                <a16:creationId xmlns:a16="http://schemas.microsoft.com/office/drawing/2014/main" id="{20905FB5-9613-E806-4DED-5DBAED25C676}"/>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160833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800"/>
                                        <p:tgtEl>
                                          <p:spTgt spid="3"/>
                                        </p:tgtEl>
                                      </p:cBhvr>
                                    </p:animEffect>
                                  </p:childTnLst>
                                </p:cTn>
                              </p:par>
                              <p:par>
                                <p:cTn id="8" presetID="42" presetClass="path" presetSubtype="0" decel="100000" fill="hold" grpId="1" nodeType="withEffect">
                                  <p:stCondLst>
                                    <p:cond delay="0"/>
                                  </p:stCondLst>
                                  <p:childTnLst>
                                    <p:animMotion origin="layout" path="M 0 1.85185E-6 L 0 0.11389 " pathEditMode="relative" rAng="0" ptsTypes="AA">
                                      <p:cBhvr>
                                        <p:cTn id="9" dur="1250" spd="-100000" fill="hold"/>
                                        <p:tgtEl>
                                          <p:spTgt spid="3"/>
                                        </p:tgtEl>
                                        <p:attrNameLst>
                                          <p:attrName>ppt_x</p:attrName>
                                          <p:attrName>ppt_y</p:attrName>
                                        </p:attrNameLst>
                                      </p:cBhvr>
                                      <p:rCtr x="0" y="56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extLst>
    <p:ext uri="{DCECCB84-F9BA-43D5-87BE-67443E8EF086}">
      <p15:sldGuideLst xmlns:p15="http://schemas.microsoft.com/office/powerpoint/2012/main">
        <p15:guide id="1" userDrawn="1">
          <p15:clr>
            <a:srgbClr val="FBAE40"/>
          </p15:clr>
        </p15:guide>
        <p15:guide id="2" pos="7680" userDrawn="1">
          <p15:clr>
            <a:srgbClr val="FBAE40"/>
          </p15:clr>
        </p15:guide>
        <p15:guide id="3" pos="170" userDrawn="1">
          <p15:clr>
            <a:srgbClr val="FBAE40"/>
          </p15:clr>
        </p15:guide>
        <p15:guide id="4" pos="781" userDrawn="1">
          <p15:clr>
            <a:srgbClr val="FBAE40"/>
          </p15:clr>
        </p15:guide>
        <p15:guide id="5" pos="1393" userDrawn="1">
          <p15:clr>
            <a:srgbClr val="FBAE40"/>
          </p15:clr>
        </p15:guide>
        <p15:guide id="6" pos="2005" userDrawn="1">
          <p15:clr>
            <a:srgbClr val="FBAE40"/>
          </p15:clr>
        </p15:guide>
        <p15:guide id="7" pos="2616" userDrawn="1">
          <p15:clr>
            <a:srgbClr val="FBAE40"/>
          </p15:clr>
        </p15:guide>
        <p15:guide id="8" pos="3228" userDrawn="1">
          <p15:clr>
            <a:srgbClr val="FBAE40"/>
          </p15:clr>
        </p15:guide>
        <p15:guide id="9" pos="3840" userDrawn="1">
          <p15:clr>
            <a:srgbClr val="FBAE40"/>
          </p15:clr>
        </p15:guide>
        <p15:guide id="10" pos="4451" userDrawn="1">
          <p15:clr>
            <a:srgbClr val="FBAE40"/>
          </p15:clr>
        </p15:guide>
        <p15:guide id="11" pos="5063" userDrawn="1">
          <p15:clr>
            <a:srgbClr val="FBAE40"/>
          </p15:clr>
        </p15:guide>
        <p15:guide id="12" pos="5674" userDrawn="1">
          <p15:clr>
            <a:srgbClr val="FBAE40"/>
          </p15:clr>
        </p15:guide>
        <p15:guide id="13" pos="6286" userDrawn="1">
          <p15:clr>
            <a:srgbClr val="FBAE40"/>
          </p15:clr>
        </p15:guide>
        <p15:guide id="14" pos="6898" userDrawn="1">
          <p15:clr>
            <a:srgbClr val="FBAE40"/>
          </p15:clr>
        </p15:guide>
        <p15:guide id="15" pos="7509" userDrawn="1">
          <p15:clr>
            <a:srgbClr val="FBAE40"/>
          </p15:clr>
        </p15:guide>
        <p15:guide id="16" orient="horz" userDrawn="1">
          <p15:clr>
            <a:srgbClr val="FBAE40"/>
          </p15:clr>
        </p15:guide>
        <p15:guide id="17" orient="horz" pos="4320" userDrawn="1">
          <p15:clr>
            <a:srgbClr val="FBAE40"/>
          </p15:clr>
        </p15:guide>
        <p15:guide id="18" orient="horz" pos="170" userDrawn="1">
          <p15:clr>
            <a:srgbClr val="FBAE40"/>
          </p15:clr>
        </p15:guide>
        <p15:guide id="19" orient="horz" pos="2160" userDrawn="1">
          <p15:clr>
            <a:srgbClr val="FBAE40"/>
          </p15:clr>
        </p15:guide>
        <p15:guide id="20" orient="horz" pos="414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ACE8C-4BC2-CAA2-7451-304FBEAA83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C379F71-05EB-853E-7E23-A6EAE83199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BD395FD-E4E0-6076-4D07-98E0B9418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782851-6829-4144-8DAC-B8A74FD26763}"/>
              </a:ext>
            </a:extLst>
          </p:cNvPr>
          <p:cNvSpPr>
            <a:spLocks noGrp="1"/>
          </p:cNvSpPr>
          <p:nvPr>
            <p:ph type="dt" sz="half" idx="10"/>
          </p:nvPr>
        </p:nvSpPr>
        <p:spPr/>
        <p:txBody>
          <a:bodyPr/>
          <a:lstStyle/>
          <a:p>
            <a:fld id="{5442BB48-99BB-40C1-9AA6-5303F798AB6D}" type="datetime1">
              <a:rPr lang="en-GB" smtClean="0"/>
              <a:t>13/04/2025</a:t>
            </a:fld>
            <a:endParaRPr lang="en-GB"/>
          </a:p>
        </p:txBody>
      </p:sp>
      <p:sp>
        <p:nvSpPr>
          <p:cNvPr id="6" name="Footer Placeholder 5">
            <a:extLst>
              <a:ext uri="{FF2B5EF4-FFF2-40B4-BE49-F238E27FC236}">
                <a16:creationId xmlns:a16="http://schemas.microsoft.com/office/drawing/2014/main" id="{314CD30E-3C31-AA44-2A8B-87C605CD0134}"/>
              </a:ext>
            </a:extLst>
          </p:cNvPr>
          <p:cNvSpPr>
            <a:spLocks noGrp="1"/>
          </p:cNvSpPr>
          <p:nvPr>
            <p:ph type="ftr" sz="quarter" idx="11"/>
          </p:nvPr>
        </p:nvSpPr>
        <p:spPr/>
        <p:txBody>
          <a:bodyPr/>
          <a:lstStyle/>
          <a:p>
            <a:r>
              <a:rPr lang="en-GB"/>
              <a:t>Designed by One Skill</a:t>
            </a:r>
          </a:p>
        </p:txBody>
      </p:sp>
      <p:sp>
        <p:nvSpPr>
          <p:cNvPr id="7" name="Slide Number Placeholder 6">
            <a:extLst>
              <a:ext uri="{FF2B5EF4-FFF2-40B4-BE49-F238E27FC236}">
                <a16:creationId xmlns:a16="http://schemas.microsoft.com/office/drawing/2014/main" id="{48AB089B-89C5-5A31-F472-479A7604EB89}"/>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29766372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54B6F-B779-6114-01F8-FC909B9E0F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A0AF54E-2C93-3182-A338-652AD5607C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010EA83-91B8-2F8B-D6D6-701E75F9D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13E36D-ADA9-46F8-605E-3DB04A717223}"/>
              </a:ext>
            </a:extLst>
          </p:cNvPr>
          <p:cNvSpPr>
            <a:spLocks noGrp="1"/>
          </p:cNvSpPr>
          <p:nvPr>
            <p:ph type="dt" sz="half" idx="10"/>
          </p:nvPr>
        </p:nvSpPr>
        <p:spPr/>
        <p:txBody>
          <a:bodyPr/>
          <a:lstStyle/>
          <a:p>
            <a:fld id="{1302C429-8E84-42A2-8E8C-AC5D38A08E5A}" type="datetime1">
              <a:rPr lang="en-GB" smtClean="0"/>
              <a:t>13/04/2025</a:t>
            </a:fld>
            <a:endParaRPr lang="en-GB"/>
          </a:p>
        </p:txBody>
      </p:sp>
      <p:sp>
        <p:nvSpPr>
          <p:cNvPr id="6" name="Footer Placeholder 5">
            <a:extLst>
              <a:ext uri="{FF2B5EF4-FFF2-40B4-BE49-F238E27FC236}">
                <a16:creationId xmlns:a16="http://schemas.microsoft.com/office/drawing/2014/main" id="{782E5099-E6D2-CF7B-6B64-FB3B7E6BEBFB}"/>
              </a:ext>
            </a:extLst>
          </p:cNvPr>
          <p:cNvSpPr>
            <a:spLocks noGrp="1"/>
          </p:cNvSpPr>
          <p:nvPr>
            <p:ph type="ftr" sz="quarter" idx="11"/>
          </p:nvPr>
        </p:nvSpPr>
        <p:spPr/>
        <p:txBody>
          <a:bodyPr/>
          <a:lstStyle/>
          <a:p>
            <a:r>
              <a:rPr lang="en-GB"/>
              <a:t>Designed by One Skill</a:t>
            </a:r>
          </a:p>
        </p:txBody>
      </p:sp>
      <p:sp>
        <p:nvSpPr>
          <p:cNvPr id="7" name="Slide Number Placeholder 6">
            <a:extLst>
              <a:ext uri="{FF2B5EF4-FFF2-40B4-BE49-F238E27FC236}">
                <a16:creationId xmlns:a16="http://schemas.microsoft.com/office/drawing/2014/main" id="{94B92FE7-A8B1-05B3-0C64-06952BBA890A}"/>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14363700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514CF-52E1-BE45-744A-368CA91C06E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076A353-9914-8982-0C84-9A5695B1A4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C1C1416-2554-CE90-5596-7D9ED8625829}"/>
              </a:ext>
            </a:extLst>
          </p:cNvPr>
          <p:cNvSpPr>
            <a:spLocks noGrp="1"/>
          </p:cNvSpPr>
          <p:nvPr>
            <p:ph type="dt" sz="half" idx="10"/>
          </p:nvPr>
        </p:nvSpPr>
        <p:spPr/>
        <p:txBody>
          <a:bodyPr/>
          <a:lstStyle/>
          <a:p>
            <a:fld id="{4E964B02-EE58-467E-B191-C850F2619705}" type="datetime1">
              <a:rPr lang="en-GB" smtClean="0"/>
              <a:t>13/04/2025</a:t>
            </a:fld>
            <a:endParaRPr lang="en-GB"/>
          </a:p>
        </p:txBody>
      </p:sp>
      <p:sp>
        <p:nvSpPr>
          <p:cNvPr id="5" name="Footer Placeholder 4">
            <a:extLst>
              <a:ext uri="{FF2B5EF4-FFF2-40B4-BE49-F238E27FC236}">
                <a16:creationId xmlns:a16="http://schemas.microsoft.com/office/drawing/2014/main" id="{30C9D2BE-7059-389A-E2C3-EAE35D11C539}"/>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132B6406-B2CF-C5A0-55AD-808836148754}"/>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31425916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BDED2-2230-DDDB-24CA-10C580DD64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1BF548C-B125-301D-91A0-E0236E25FF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88B4E0-1400-9F08-4390-6E5ADEC28D41}"/>
              </a:ext>
            </a:extLst>
          </p:cNvPr>
          <p:cNvSpPr>
            <a:spLocks noGrp="1"/>
          </p:cNvSpPr>
          <p:nvPr>
            <p:ph type="dt" sz="half" idx="10"/>
          </p:nvPr>
        </p:nvSpPr>
        <p:spPr/>
        <p:txBody>
          <a:bodyPr/>
          <a:lstStyle/>
          <a:p>
            <a:fld id="{550B8236-A10F-4128-9405-4158C4F29211}" type="datetime1">
              <a:rPr lang="en-GB" smtClean="0"/>
              <a:t>13/04/2025</a:t>
            </a:fld>
            <a:endParaRPr lang="en-GB"/>
          </a:p>
        </p:txBody>
      </p:sp>
      <p:sp>
        <p:nvSpPr>
          <p:cNvPr id="5" name="Footer Placeholder 4">
            <a:extLst>
              <a:ext uri="{FF2B5EF4-FFF2-40B4-BE49-F238E27FC236}">
                <a16:creationId xmlns:a16="http://schemas.microsoft.com/office/drawing/2014/main" id="{3B8B47D6-33E1-13E1-1F4C-E66E6C56FA87}"/>
              </a:ext>
            </a:extLst>
          </p:cNvPr>
          <p:cNvSpPr>
            <a:spLocks noGrp="1"/>
          </p:cNvSpPr>
          <p:nvPr>
            <p:ph type="ftr" sz="quarter" idx="11"/>
          </p:nvPr>
        </p:nvSpPr>
        <p:spPr/>
        <p:txBody>
          <a:bodyPr/>
          <a:lstStyle/>
          <a:p>
            <a:r>
              <a:rPr lang="en-GB"/>
              <a:t>Designed by One Skill</a:t>
            </a:r>
          </a:p>
        </p:txBody>
      </p:sp>
      <p:sp>
        <p:nvSpPr>
          <p:cNvPr id="6" name="Slide Number Placeholder 5">
            <a:extLst>
              <a:ext uri="{FF2B5EF4-FFF2-40B4-BE49-F238E27FC236}">
                <a16:creationId xmlns:a16="http://schemas.microsoft.com/office/drawing/2014/main" id="{EEE8F5D8-AA94-610F-1E85-D90E01FB6AB1}"/>
              </a:ext>
            </a:extLst>
          </p:cNvPr>
          <p:cNvSpPr>
            <a:spLocks noGrp="1"/>
          </p:cNvSpPr>
          <p:nvPr>
            <p:ph type="sldNum" sz="quarter" idx="12"/>
          </p:nvPr>
        </p:nvSpPr>
        <p:spPr/>
        <p:txBody>
          <a:bodyPr/>
          <a:lstStyle/>
          <a:p>
            <a:fld id="{41EB0B11-EF5C-41FA-A23E-99E3908ED535}" type="slidenum">
              <a:rPr lang="en-GB" smtClean="0"/>
              <a:t>‹#›</a:t>
            </a:fld>
            <a:endParaRPr lang="en-GB"/>
          </a:p>
        </p:txBody>
      </p:sp>
    </p:spTree>
    <p:extLst>
      <p:ext uri="{BB962C8B-B14F-4D97-AF65-F5344CB8AC3E}">
        <p14:creationId xmlns:p14="http://schemas.microsoft.com/office/powerpoint/2010/main" val="2809746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50F0E9-14D8-C13A-164C-5578C2FADF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BF6759-8623-0D18-E856-4DECD53A00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B6CE54-4744-A76E-1786-3567DF9AFE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50113B-307E-4BCC-B109-BBD51B521CA0}" type="datetimeFigureOut">
              <a:rPr lang="en-GB" smtClean="0"/>
              <a:t>13/04/2025</a:t>
            </a:fld>
            <a:endParaRPr lang="en-GB"/>
          </a:p>
        </p:txBody>
      </p:sp>
      <p:sp>
        <p:nvSpPr>
          <p:cNvPr id="5" name="Footer Placeholder 4">
            <a:extLst>
              <a:ext uri="{FF2B5EF4-FFF2-40B4-BE49-F238E27FC236}">
                <a16:creationId xmlns:a16="http://schemas.microsoft.com/office/drawing/2014/main" id="{B98C2A40-3DF3-1B62-CB90-5CF5DDD2B2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CF77C0B-632A-3E36-411B-34F99CAAF3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14E427-6CF7-43B6-97E6-2AF54BA7AF6B}" type="slidenum">
              <a:rPr lang="en-GB" smtClean="0"/>
              <a:t>‹#›</a:t>
            </a:fld>
            <a:endParaRPr lang="en-GB"/>
          </a:p>
        </p:txBody>
      </p:sp>
    </p:spTree>
    <p:extLst>
      <p:ext uri="{BB962C8B-B14F-4D97-AF65-F5344CB8AC3E}">
        <p14:creationId xmlns:p14="http://schemas.microsoft.com/office/powerpoint/2010/main" val="3786801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4081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70F58-8B7D-F427-3309-C3D961FD39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E1B47EA-74DB-F782-1229-A7D50D55DC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C7489F-CA03-DF0D-936B-836DF94942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5E39B9-08EC-4F45-925B-8D107A3A0A96}" type="datetime1">
              <a:rPr lang="en-GB" smtClean="0"/>
              <a:t>13/04/2025</a:t>
            </a:fld>
            <a:endParaRPr lang="en-GB"/>
          </a:p>
        </p:txBody>
      </p:sp>
      <p:sp>
        <p:nvSpPr>
          <p:cNvPr id="5" name="Footer Placeholder 4">
            <a:extLst>
              <a:ext uri="{FF2B5EF4-FFF2-40B4-BE49-F238E27FC236}">
                <a16:creationId xmlns:a16="http://schemas.microsoft.com/office/drawing/2014/main" id="{6A0FD0F0-FA20-6934-DED2-4CCC6121D3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Designed by One Skill</a:t>
            </a:r>
          </a:p>
        </p:txBody>
      </p:sp>
      <p:sp>
        <p:nvSpPr>
          <p:cNvPr id="6" name="Slide Number Placeholder 5">
            <a:extLst>
              <a:ext uri="{FF2B5EF4-FFF2-40B4-BE49-F238E27FC236}">
                <a16:creationId xmlns:a16="http://schemas.microsoft.com/office/drawing/2014/main" id="{71C108D4-B6A7-9A0C-D98B-E13304A17E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EB0B11-EF5C-41FA-A23E-99E3908ED535}" type="slidenum">
              <a:rPr lang="en-GB" smtClean="0"/>
              <a:t>‹#›</a:t>
            </a:fld>
            <a:endParaRPr lang="en-GB"/>
          </a:p>
        </p:txBody>
      </p:sp>
    </p:spTree>
    <p:extLst>
      <p:ext uri="{BB962C8B-B14F-4D97-AF65-F5344CB8AC3E}">
        <p14:creationId xmlns:p14="http://schemas.microsoft.com/office/powerpoint/2010/main" val="3110437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svg"/><Relationship Id="rId18" Type="http://schemas.openxmlformats.org/officeDocument/2006/relationships/image" Target="../media/image15.png"/><Relationship Id="rId26" Type="http://schemas.openxmlformats.org/officeDocument/2006/relationships/hyperlink" Target="https://github.com/devang-1910/SOEN6841-Project" TargetMode="External"/><Relationship Id="rId3" Type="http://schemas.openxmlformats.org/officeDocument/2006/relationships/image" Target="../media/image1.png"/><Relationship Id="rId21" Type="http://schemas.openxmlformats.org/officeDocument/2006/relationships/image" Target="../media/image18.svg"/><Relationship Id="rId7" Type="http://schemas.openxmlformats.org/officeDocument/2006/relationships/image" Target="../media/image4.svg"/><Relationship Id="rId12" Type="http://schemas.openxmlformats.org/officeDocument/2006/relationships/image" Target="../media/image9.png"/><Relationship Id="rId17" Type="http://schemas.openxmlformats.org/officeDocument/2006/relationships/image" Target="../media/image14.svg"/><Relationship Id="rId25" Type="http://schemas.openxmlformats.org/officeDocument/2006/relationships/image" Target="../media/image22.sv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svg"/><Relationship Id="rId24" Type="http://schemas.openxmlformats.org/officeDocument/2006/relationships/image" Target="../media/image21.png"/><Relationship Id="rId5" Type="http://schemas.openxmlformats.org/officeDocument/2006/relationships/image" Target="../media/image2.png"/><Relationship Id="rId15" Type="http://schemas.openxmlformats.org/officeDocument/2006/relationships/image" Target="../media/image12.svg"/><Relationship Id="rId23" Type="http://schemas.openxmlformats.org/officeDocument/2006/relationships/image" Target="../media/image20.svg"/><Relationship Id="rId10" Type="http://schemas.openxmlformats.org/officeDocument/2006/relationships/image" Target="../media/image7.png"/><Relationship Id="rId19" Type="http://schemas.openxmlformats.org/officeDocument/2006/relationships/image" Target="../media/image16.svg"/><Relationship Id="rId4" Type="http://schemas.microsoft.com/office/2007/relationships/hdphoto" Target="../media/hdphoto1.wdp"/><Relationship Id="rId9" Type="http://schemas.openxmlformats.org/officeDocument/2006/relationships/image" Target="../media/image6.svg"/><Relationship Id="rId14" Type="http://schemas.openxmlformats.org/officeDocument/2006/relationships/image" Target="../media/image11.png"/><Relationship Id="rId22" Type="http://schemas.openxmlformats.org/officeDocument/2006/relationships/image" Target="../media/image19.png"/></Relationships>
</file>

<file path=ppt/slides/_rels/slide2.xml.rels><?xml version="1.0" encoding="UTF-8" standalone="yes"?>
<Relationships xmlns="http://schemas.openxmlformats.org/package/2006/relationships"><Relationship Id="rId13" Type="http://schemas.openxmlformats.org/officeDocument/2006/relationships/image" Target="../media/image7.png"/><Relationship Id="rId18" Type="http://schemas.openxmlformats.org/officeDocument/2006/relationships/image" Target="../media/image12.svg"/><Relationship Id="rId26" Type="http://schemas.openxmlformats.org/officeDocument/2006/relationships/image" Target="../media/image20.svg"/><Relationship Id="rId39" Type="http://schemas.openxmlformats.org/officeDocument/2006/relationships/image" Target="../media/image28.png"/><Relationship Id="rId21" Type="http://schemas.openxmlformats.org/officeDocument/2006/relationships/image" Target="../media/image15.png"/><Relationship Id="rId34" Type="http://schemas.openxmlformats.org/officeDocument/2006/relationships/slide" Target="slide7.xml"/><Relationship Id="rId42" Type="http://schemas.openxmlformats.org/officeDocument/2006/relationships/image" Target="../media/image29.png"/><Relationship Id="rId47" Type="http://schemas.openxmlformats.org/officeDocument/2006/relationships/image" Target="../media/image30.png"/><Relationship Id="rId50" Type="http://schemas.openxmlformats.org/officeDocument/2006/relationships/image" Target="../media/image31.png"/><Relationship Id="rId7" Type="http://schemas.openxmlformats.org/officeDocument/2006/relationships/slide" Target="slide3.xml"/><Relationship Id="rId2" Type="http://schemas.openxmlformats.org/officeDocument/2006/relationships/notesSlide" Target="../notesSlides/notesSlide2.xml"/><Relationship Id="rId16" Type="http://schemas.openxmlformats.org/officeDocument/2006/relationships/image" Target="../media/image10.svg"/><Relationship Id="rId29" Type="http://schemas.openxmlformats.org/officeDocument/2006/relationships/image" Target="../media/image24.png"/><Relationship Id="rId11" Type="http://schemas.openxmlformats.org/officeDocument/2006/relationships/image" Target="../media/image5.png"/><Relationship Id="rId24" Type="http://schemas.openxmlformats.org/officeDocument/2006/relationships/image" Target="../media/image18.svg"/><Relationship Id="rId32" Type="http://schemas.openxmlformats.org/officeDocument/2006/relationships/image" Target="../media/image25.png"/><Relationship Id="rId37" Type="http://schemas.openxmlformats.org/officeDocument/2006/relationships/slide" Target="slide9.xml"/><Relationship Id="rId40" Type="http://schemas.openxmlformats.org/officeDocument/2006/relationships/slide" Target="slide11.xml"/><Relationship Id="rId45" Type="http://schemas.openxmlformats.org/officeDocument/2006/relationships/image" Target="../media/image30.png"/><Relationship Id="rId5" Type="http://schemas.openxmlformats.org/officeDocument/2006/relationships/image" Target="../media/image2.png"/><Relationship Id="rId15" Type="http://schemas.openxmlformats.org/officeDocument/2006/relationships/image" Target="../media/image9.png"/><Relationship Id="rId23" Type="http://schemas.openxmlformats.org/officeDocument/2006/relationships/image" Target="../media/image17.png"/><Relationship Id="rId28" Type="http://schemas.openxmlformats.org/officeDocument/2006/relationships/slide" Target="slide5.xml"/><Relationship Id="rId36" Type="http://schemas.openxmlformats.org/officeDocument/2006/relationships/image" Target="../media/image27.png"/><Relationship Id="rId49" Type="http://schemas.openxmlformats.org/officeDocument/2006/relationships/slide" Target="slide19.xml"/><Relationship Id="rId10" Type="http://schemas.openxmlformats.org/officeDocument/2006/relationships/image" Target="../media/image4.svg"/><Relationship Id="rId19" Type="http://schemas.openxmlformats.org/officeDocument/2006/relationships/image" Target="../media/image13.png"/><Relationship Id="rId31" Type="http://schemas.openxmlformats.org/officeDocument/2006/relationships/slide" Target="slide17.xml"/><Relationship Id="rId44" Type="http://schemas.openxmlformats.org/officeDocument/2006/relationships/image" Target="../media/image29.png"/><Relationship Id="rId52" Type="http://schemas.openxmlformats.org/officeDocument/2006/relationships/image" Target="../media/image22.svg"/><Relationship Id="rId4" Type="http://schemas.microsoft.com/office/2007/relationships/hdphoto" Target="../media/hdphoto2.wdp"/><Relationship Id="rId9" Type="http://schemas.openxmlformats.org/officeDocument/2006/relationships/image" Target="../media/image3.png"/><Relationship Id="rId14" Type="http://schemas.openxmlformats.org/officeDocument/2006/relationships/image" Target="../media/image8.svg"/><Relationship Id="rId22" Type="http://schemas.openxmlformats.org/officeDocument/2006/relationships/image" Target="../media/image16.svg"/><Relationship Id="rId27" Type="http://schemas.openxmlformats.org/officeDocument/2006/relationships/image" Target="../media/image24.png"/><Relationship Id="rId30" Type="http://schemas.openxmlformats.org/officeDocument/2006/relationships/image" Target="../media/image25.png"/><Relationship Id="rId35" Type="http://schemas.openxmlformats.org/officeDocument/2006/relationships/image" Target="../media/image26.png"/><Relationship Id="rId43" Type="http://schemas.openxmlformats.org/officeDocument/2006/relationships/slide" Target="slide13.xml"/><Relationship Id="rId48" Type="http://schemas.openxmlformats.org/officeDocument/2006/relationships/image" Target="../media/image31.png"/><Relationship Id="rId8" Type="http://schemas.openxmlformats.org/officeDocument/2006/relationships/image" Target="../media/image230.png"/><Relationship Id="rId51" Type="http://schemas.openxmlformats.org/officeDocument/2006/relationships/image" Target="../media/image21.png"/><Relationship Id="rId3" Type="http://schemas.openxmlformats.org/officeDocument/2006/relationships/image" Target="../media/image1.png"/><Relationship Id="rId12" Type="http://schemas.openxmlformats.org/officeDocument/2006/relationships/image" Target="../media/image6.svg"/><Relationship Id="rId17" Type="http://schemas.openxmlformats.org/officeDocument/2006/relationships/image" Target="../media/image11.png"/><Relationship Id="rId25" Type="http://schemas.openxmlformats.org/officeDocument/2006/relationships/image" Target="../media/image19.png"/><Relationship Id="rId33" Type="http://schemas.openxmlformats.org/officeDocument/2006/relationships/image" Target="../media/image26.png"/><Relationship Id="rId38" Type="http://schemas.openxmlformats.org/officeDocument/2006/relationships/image" Target="../media/image27.png"/><Relationship Id="rId46" Type="http://schemas.openxmlformats.org/officeDocument/2006/relationships/slide" Target="slide15.xml"/><Relationship Id="rId20" Type="http://schemas.openxmlformats.org/officeDocument/2006/relationships/image" Target="../media/image14.svg"/><Relationship Id="rId41"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8.xml"/><Relationship Id="rId1" Type="http://schemas.openxmlformats.org/officeDocument/2006/relationships/tags" Target="../tags/tag1.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18.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2.png"/><Relationship Id="rId1" Type="http://schemas.openxmlformats.org/officeDocument/2006/relationships/slideLayout" Target="../slideLayouts/slideLayout18.xml"/><Relationship Id="rId6" Type="http://schemas.microsoft.com/office/2007/relationships/hdphoto" Target="../media/hdphoto3.wdp"/><Relationship Id="rId5" Type="http://schemas.openxmlformats.org/officeDocument/2006/relationships/image" Target="../media/image33.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2.png"/><Relationship Id="rId1" Type="http://schemas.openxmlformats.org/officeDocument/2006/relationships/slideLayout" Target="../slideLayouts/slideLayout18.xml"/><Relationship Id="rId6" Type="http://schemas.microsoft.com/office/2007/relationships/hdphoto" Target="../media/hdphoto4.wdp"/><Relationship Id="rId5" Type="http://schemas.openxmlformats.org/officeDocument/2006/relationships/image" Target="../media/image33.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4.jpeg"/><Relationship Id="rId1" Type="http://schemas.openxmlformats.org/officeDocument/2006/relationships/slideLayout" Target="../slideLayouts/slideLayout18.xml"/><Relationship Id="rId5" Type="http://schemas.openxmlformats.org/officeDocument/2006/relationships/image" Target="../media/image35.pn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4.jpeg"/><Relationship Id="rId1" Type="http://schemas.openxmlformats.org/officeDocument/2006/relationships/slideLayout" Target="../slideLayouts/slideLayout18.xml"/><Relationship Id="rId5" Type="http://schemas.openxmlformats.org/officeDocument/2006/relationships/image" Target="../media/image35.pn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7.jpg"/><Relationship Id="rId5" Type="http://schemas.openxmlformats.org/officeDocument/2006/relationships/image" Target="../media/image36.jp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7.jpg"/><Relationship Id="rId5" Type="http://schemas.openxmlformats.org/officeDocument/2006/relationships/image" Target="../media/image36.jpg"/><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2.png"/><Relationship Id="rId1" Type="http://schemas.openxmlformats.org/officeDocument/2006/relationships/slideLayout" Target="../slideLayouts/slideLayout18.xm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2.png"/><Relationship Id="rId1" Type="http://schemas.openxmlformats.org/officeDocument/2006/relationships/slideLayout" Target="../slideLayouts/slideLayout18.xml"/><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2.png"/><Relationship Id="rId1" Type="http://schemas.openxmlformats.org/officeDocument/2006/relationships/slideLayout" Target="../slideLayouts/slideLayout18.xml"/><Relationship Id="rId5" Type="http://schemas.openxmlformats.org/officeDocument/2006/relationships/image" Target="../media/image38.png"/><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2.png"/><Relationship Id="rId1" Type="http://schemas.openxmlformats.org/officeDocument/2006/relationships/slideLayout" Target="../slideLayouts/slideLayout18.xml"/><Relationship Id="rId5" Type="http://schemas.openxmlformats.org/officeDocument/2006/relationships/image" Target="../media/image38.png"/><Relationship Id="rId4" Type="http://schemas.openxmlformats.org/officeDocument/2006/relationships/image" Target="../media/image16.svg"/></Relationships>
</file>

<file path=ppt/slides/_rels/slide1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7.png"/><Relationship Id="rId7" Type="http://schemas.openxmlformats.org/officeDocument/2006/relationships/image" Target="../media/image41.png"/><Relationship Id="rId2" Type="http://schemas.openxmlformats.org/officeDocument/2006/relationships/image" Target="../media/image34.jpeg"/><Relationship Id="rId1" Type="http://schemas.openxmlformats.org/officeDocument/2006/relationships/slideLayout" Target="../slideLayouts/slideLayout18.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chart" Target="../charts/chart1.xml"/><Relationship Id="rId4" Type="http://schemas.openxmlformats.org/officeDocument/2006/relationships/image" Target="../media/image18.svg"/><Relationship Id="rId9" Type="http://schemas.openxmlformats.org/officeDocument/2006/relationships/image" Target="../media/image43.png"/></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7.png"/><Relationship Id="rId7" Type="http://schemas.openxmlformats.org/officeDocument/2006/relationships/image" Target="../media/image41.png"/><Relationship Id="rId2" Type="http://schemas.openxmlformats.org/officeDocument/2006/relationships/image" Target="../media/image34.jpeg"/><Relationship Id="rId1" Type="http://schemas.openxmlformats.org/officeDocument/2006/relationships/slideLayout" Target="../slideLayouts/slideLayout18.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chart" Target="../charts/chart2.xml"/><Relationship Id="rId4" Type="http://schemas.openxmlformats.org/officeDocument/2006/relationships/image" Target="../media/image18.svg"/><Relationship Id="rId9"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2.png"/><Relationship Id="rId1" Type="http://schemas.openxmlformats.org/officeDocument/2006/relationships/slideLayout" Target="../slideLayouts/slideLayout18.xml"/><Relationship Id="rId6" Type="http://schemas.microsoft.com/office/2007/relationships/hdphoto" Target="../media/hdphoto5.wdp"/><Relationship Id="rId5" Type="http://schemas.openxmlformats.org/officeDocument/2006/relationships/image" Target="../media/image44.png"/><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2.png"/><Relationship Id="rId1" Type="http://schemas.openxmlformats.org/officeDocument/2006/relationships/slideLayout" Target="../slideLayouts/slideLayout18.xml"/><Relationship Id="rId6" Type="http://schemas.microsoft.com/office/2007/relationships/hdphoto" Target="../media/hdphoto6.wdp"/><Relationship Id="rId5" Type="http://schemas.openxmlformats.org/officeDocument/2006/relationships/image" Target="../media/image44.png"/><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5.png"/><Relationship Id="rId1" Type="http://schemas.openxmlformats.org/officeDocument/2006/relationships/slideLayout" Target="../slideLayouts/slideLayout18.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5.png"/><Relationship Id="rId1" Type="http://schemas.openxmlformats.org/officeDocument/2006/relationships/slideLayout" Target="../slideLayouts/slideLayout18.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a14:imgLayer r:embed="rId4">
                    <a14:imgEffect>
                      <a14:artisticBlur radius="1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10F48D5-EE9C-9633-579B-11E830EA1CE4}"/>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rcRect t="7574" b="7574"/>
          <a:stretch/>
        </p:blipFill>
        <p:spPr>
          <a:xfrm>
            <a:off x="-76200" y="-28453"/>
            <a:ext cx="12303111" cy="6900212"/>
          </a:xfrm>
          <a:prstGeom prst="rect">
            <a:avLst/>
          </a:prstGeom>
        </p:spPr>
      </p:pic>
      <p:sp useBgFill="1">
        <p:nvSpPr>
          <p:cNvPr id="84" name="!!mission_big">
            <a:extLst>
              <a:ext uri="{FF2B5EF4-FFF2-40B4-BE49-F238E27FC236}">
                <a16:creationId xmlns:a16="http://schemas.microsoft.com/office/drawing/2014/main" id="{6CFBC3F3-FDB5-FD3D-1481-3059D5AE927C}"/>
              </a:ext>
            </a:extLst>
          </p:cNvPr>
          <p:cNvSpPr/>
          <p:nvPr/>
        </p:nvSpPr>
        <p:spPr>
          <a:xfrm>
            <a:off x="7844479" y="1944941"/>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5" name="!!problem_big">
            <a:extLst>
              <a:ext uri="{FF2B5EF4-FFF2-40B4-BE49-F238E27FC236}">
                <a16:creationId xmlns:a16="http://schemas.microsoft.com/office/drawing/2014/main" id="{70765587-F598-D543-0EBF-D55B36CEEE1A}"/>
              </a:ext>
            </a:extLst>
          </p:cNvPr>
          <p:cNvSpPr/>
          <p:nvPr/>
        </p:nvSpPr>
        <p:spPr>
          <a:xfrm>
            <a:off x="7844479" y="1944941"/>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6" name="!!solution_big">
            <a:extLst>
              <a:ext uri="{FF2B5EF4-FFF2-40B4-BE49-F238E27FC236}">
                <a16:creationId xmlns:a16="http://schemas.microsoft.com/office/drawing/2014/main" id="{C7467CC4-78EB-06D5-5CC2-826B8F952ABA}"/>
              </a:ext>
            </a:extLst>
          </p:cNvPr>
          <p:cNvSpPr/>
          <p:nvPr/>
        </p:nvSpPr>
        <p:spPr>
          <a:xfrm>
            <a:off x="7844479" y="1944941"/>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7" name="!!potential_big">
            <a:extLst>
              <a:ext uri="{FF2B5EF4-FFF2-40B4-BE49-F238E27FC236}">
                <a16:creationId xmlns:a16="http://schemas.microsoft.com/office/drawing/2014/main" id="{0DD63B05-8199-0461-6984-B6F7AE7441D2}"/>
              </a:ext>
            </a:extLst>
          </p:cNvPr>
          <p:cNvSpPr/>
          <p:nvPr/>
        </p:nvSpPr>
        <p:spPr>
          <a:xfrm>
            <a:off x="7844479" y="1944941"/>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8" name="!!model_big">
            <a:extLst>
              <a:ext uri="{FF2B5EF4-FFF2-40B4-BE49-F238E27FC236}">
                <a16:creationId xmlns:a16="http://schemas.microsoft.com/office/drawing/2014/main" id="{91323A8D-2FBA-BE9B-F312-A3CBEBBE7784}"/>
              </a:ext>
            </a:extLst>
          </p:cNvPr>
          <p:cNvSpPr/>
          <p:nvPr/>
        </p:nvSpPr>
        <p:spPr>
          <a:xfrm>
            <a:off x="7844479" y="1944941"/>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89" name="!!growth_big">
            <a:extLst>
              <a:ext uri="{FF2B5EF4-FFF2-40B4-BE49-F238E27FC236}">
                <a16:creationId xmlns:a16="http://schemas.microsoft.com/office/drawing/2014/main" id="{1D2DDA0C-34D1-ECC6-DC5C-7CAFDFDA342F}"/>
              </a:ext>
            </a:extLst>
          </p:cNvPr>
          <p:cNvSpPr/>
          <p:nvPr/>
        </p:nvSpPr>
        <p:spPr>
          <a:xfrm>
            <a:off x="7844479" y="1944941"/>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90" name="!!competition_big">
            <a:extLst>
              <a:ext uri="{FF2B5EF4-FFF2-40B4-BE49-F238E27FC236}">
                <a16:creationId xmlns:a16="http://schemas.microsoft.com/office/drawing/2014/main" id="{21154ADD-2272-0B48-19E1-DEF64F150958}"/>
              </a:ext>
            </a:extLst>
          </p:cNvPr>
          <p:cNvSpPr/>
          <p:nvPr/>
        </p:nvSpPr>
        <p:spPr>
          <a:xfrm>
            <a:off x="7844479" y="1944941"/>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91" name="!!finanvials_big">
            <a:extLst>
              <a:ext uri="{FF2B5EF4-FFF2-40B4-BE49-F238E27FC236}">
                <a16:creationId xmlns:a16="http://schemas.microsoft.com/office/drawing/2014/main" id="{8411AC72-885D-0B03-2EFB-F3B3BF963E02}"/>
              </a:ext>
            </a:extLst>
          </p:cNvPr>
          <p:cNvSpPr/>
          <p:nvPr/>
        </p:nvSpPr>
        <p:spPr>
          <a:xfrm>
            <a:off x="7844479" y="1944941"/>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92" name="!!team_big">
            <a:extLst>
              <a:ext uri="{FF2B5EF4-FFF2-40B4-BE49-F238E27FC236}">
                <a16:creationId xmlns:a16="http://schemas.microsoft.com/office/drawing/2014/main" id="{1658FEF9-E6D9-F422-5CE4-804A8426C251}"/>
              </a:ext>
            </a:extLst>
          </p:cNvPr>
          <p:cNvSpPr/>
          <p:nvPr/>
        </p:nvSpPr>
        <p:spPr>
          <a:xfrm>
            <a:off x="7844479" y="1944941"/>
            <a:ext cx="2515696" cy="251569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grpSp>
        <p:nvGrpSpPr>
          <p:cNvPr id="93" name="!!mission">
            <a:extLst>
              <a:ext uri="{FF2B5EF4-FFF2-40B4-BE49-F238E27FC236}">
                <a16:creationId xmlns:a16="http://schemas.microsoft.com/office/drawing/2014/main" id="{8ABB4022-F60A-F196-E21D-86C3F9E8C5A1}"/>
              </a:ext>
            </a:extLst>
          </p:cNvPr>
          <p:cNvGrpSpPr/>
          <p:nvPr/>
        </p:nvGrpSpPr>
        <p:grpSpPr>
          <a:xfrm>
            <a:off x="7603972" y="2951776"/>
            <a:ext cx="507586" cy="507586"/>
            <a:chOff x="1700837" y="1711757"/>
            <a:chExt cx="507586" cy="507586"/>
          </a:xfrm>
        </p:grpSpPr>
        <p:sp useBgFill="1">
          <p:nvSpPr>
            <p:cNvPr id="94" name="Oval 93">
              <a:extLst>
                <a:ext uri="{FF2B5EF4-FFF2-40B4-BE49-F238E27FC236}">
                  <a16:creationId xmlns:a16="http://schemas.microsoft.com/office/drawing/2014/main" id="{F2FE31D7-9CA3-8B92-8DAC-2622D9EA35A8}"/>
                </a:ext>
              </a:extLst>
            </p:cNvPr>
            <p:cNvSpPr/>
            <p:nvPr/>
          </p:nvSpPr>
          <p:spPr>
            <a:xfrm>
              <a:off x="1700837" y="1711757"/>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5" name="Graphic 94">
              <a:extLst>
                <a:ext uri="{FF2B5EF4-FFF2-40B4-BE49-F238E27FC236}">
                  <a16:creationId xmlns:a16="http://schemas.microsoft.com/office/drawing/2014/main" id="{F11E90DF-2951-D0AA-5249-88F7AFDCAB2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28630" y="1839550"/>
              <a:ext cx="252000" cy="252000"/>
            </a:xfrm>
            <a:prstGeom prst="rect">
              <a:avLst/>
            </a:prstGeom>
          </p:spPr>
        </p:pic>
      </p:grpSp>
      <p:grpSp>
        <p:nvGrpSpPr>
          <p:cNvPr id="96" name="!!problem">
            <a:extLst>
              <a:ext uri="{FF2B5EF4-FFF2-40B4-BE49-F238E27FC236}">
                <a16:creationId xmlns:a16="http://schemas.microsoft.com/office/drawing/2014/main" id="{EBA2FDB7-75AA-72DB-A82C-DD7851826BCB}"/>
              </a:ext>
            </a:extLst>
          </p:cNvPr>
          <p:cNvGrpSpPr/>
          <p:nvPr/>
        </p:nvGrpSpPr>
        <p:grpSpPr>
          <a:xfrm>
            <a:off x="7996847" y="2044649"/>
            <a:ext cx="507586" cy="507586"/>
            <a:chOff x="2240169" y="4083721"/>
            <a:chExt cx="507586" cy="507586"/>
          </a:xfrm>
        </p:grpSpPr>
        <p:sp useBgFill="1">
          <p:nvSpPr>
            <p:cNvPr id="97" name="Oval 96">
              <a:extLst>
                <a:ext uri="{FF2B5EF4-FFF2-40B4-BE49-F238E27FC236}">
                  <a16:creationId xmlns:a16="http://schemas.microsoft.com/office/drawing/2014/main" id="{CBDBE464-FFB6-460D-1355-070C8FFC1F50}"/>
                </a:ext>
              </a:extLst>
            </p:cNvPr>
            <p:cNvSpPr/>
            <p:nvPr/>
          </p:nvSpPr>
          <p:spPr>
            <a:xfrm>
              <a:off x="2240169" y="4083721"/>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8" name="Graphic 97">
              <a:extLst>
                <a:ext uri="{FF2B5EF4-FFF2-40B4-BE49-F238E27FC236}">
                  <a16:creationId xmlns:a16="http://schemas.microsoft.com/office/drawing/2014/main" id="{A487C0E8-ED67-0170-B6A2-7DBC567127C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67962" y="4211514"/>
              <a:ext cx="252000" cy="252000"/>
            </a:xfrm>
            <a:prstGeom prst="rect">
              <a:avLst/>
            </a:prstGeom>
          </p:spPr>
        </p:pic>
      </p:grpSp>
      <p:grpSp>
        <p:nvGrpSpPr>
          <p:cNvPr id="99" name="!!solution">
            <a:extLst>
              <a:ext uri="{FF2B5EF4-FFF2-40B4-BE49-F238E27FC236}">
                <a16:creationId xmlns:a16="http://schemas.microsoft.com/office/drawing/2014/main" id="{4315983D-37E1-2DB8-C6CD-897AB0F4A48B}"/>
              </a:ext>
            </a:extLst>
          </p:cNvPr>
          <p:cNvGrpSpPr/>
          <p:nvPr/>
        </p:nvGrpSpPr>
        <p:grpSpPr>
          <a:xfrm>
            <a:off x="8861820" y="1693928"/>
            <a:ext cx="507586" cy="507586"/>
            <a:chOff x="3825777" y="2263184"/>
            <a:chExt cx="507586" cy="507586"/>
          </a:xfrm>
        </p:grpSpPr>
        <p:sp useBgFill="1">
          <p:nvSpPr>
            <p:cNvPr id="100" name="Oval 99">
              <a:extLst>
                <a:ext uri="{FF2B5EF4-FFF2-40B4-BE49-F238E27FC236}">
                  <a16:creationId xmlns:a16="http://schemas.microsoft.com/office/drawing/2014/main" id="{466739ED-CC90-C839-AE9F-21A11220F695}"/>
                </a:ext>
              </a:extLst>
            </p:cNvPr>
            <p:cNvSpPr/>
            <p:nvPr/>
          </p:nvSpPr>
          <p:spPr>
            <a:xfrm>
              <a:off x="3825777" y="2263184"/>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1" name="Graphic 100">
              <a:extLst>
                <a:ext uri="{FF2B5EF4-FFF2-40B4-BE49-F238E27FC236}">
                  <a16:creationId xmlns:a16="http://schemas.microsoft.com/office/drawing/2014/main" id="{010F1219-9830-8E0D-73D1-3886EF6C351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53570" y="2390977"/>
              <a:ext cx="252000" cy="252000"/>
            </a:xfrm>
            <a:prstGeom prst="rect">
              <a:avLst/>
            </a:prstGeom>
          </p:spPr>
        </p:pic>
      </p:grpSp>
      <p:grpSp>
        <p:nvGrpSpPr>
          <p:cNvPr id="102" name="!!potential">
            <a:extLst>
              <a:ext uri="{FF2B5EF4-FFF2-40B4-BE49-F238E27FC236}">
                <a16:creationId xmlns:a16="http://schemas.microsoft.com/office/drawing/2014/main" id="{7EB825F4-9A36-9B07-53BB-3512C1270479}"/>
              </a:ext>
            </a:extLst>
          </p:cNvPr>
          <p:cNvGrpSpPr/>
          <p:nvPr/>
        </p:nvGrpSpPr>
        <p:grpSpPr>
          <a:xfrm>
            <a:off x="7996847" y="3788814"/>
            <a:ext cx="507586" cy="507586"/>
            <a:chOff x="4797684" y="4481585"/>
            <a:chExt cx="507586" cy="507586"/>
          </a:xfrm>
        </p:grpSpPr>
        <p:sp useBgFill="1">
          <p:nvSpPr>
            <p:cNvPr id="103" name="Oval 102">
              <a:extLst>
                <a:ext uri="{FF2B5EF4-FFF2-40B4-BE49-F238E27FC236}">
                  <a16:creationId xmlns:a16="http://schemas.microsoft.com/office/drawing/2014/main" id="{26293457-7725-C26F-5E8D-577FFD922349}"/>
                </a:ext>
              </a:extLst>
            </p:cNvPr>
            <p:cNvSpPr/>
            <p:nvPr/>
          </p:nvSpPr>
          <p:spPr>
            <a:xfrm>
              <a:off x="4797684"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4" name="Graphic 103">
              <a:extLst>
                <a:ext uri="{FF2B5EF4-FFF2-40B4-BE49-F238E27FC236}">
                  <a16:creationId xmlns:a16="http://schemas.microsoft.com/office/drawing/2014/main" id="{3BCCF682-C61A-869C-9529-636E0480323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925477" y="4609378"/>
              <a:ext cx="252000" cy="252000"/>
            </a:xfrm>
            <a:prstGeom prst="rect">
              <a:avLst/>
            </a:prstGeom>
          </p:spPr>
        </p:pic>
      </p:grpSp>
      <p:grpSp>
        <p:nvGrpSpPr>
          <p:cNvPr id="105" name="!!model">
            <a:extLst>
              <a:ext uri="{FF2B5EF4-FFF2-40B4-BE49-F238E27FC236}">
                <a16:creationId xmlns:a16="http://schemas.microsoft.com/office/drawing/2014/main" id="{78714283-B9F8-CB78-2DCC-FA801CDE60EE}"/>
              </a:ext>
            </a:extLst>
          </p:cNvPr>
          <p:cNvGrpSpPr/>
          <p:nvPr/>
        </p:nvGrpSpPr>
        <p:grpSpPr>
          <a:xfrm>
            <a:off x="8848534" y="2948996"/>
            <a:ext cx="507586" cy="507586"/>
            <a:chOff x="5832785" y="1868829"/>
            <a:chExt cx="507586" cy="507586"/>
          </a:xfrm>
        </p:grpSpPr>
        <p:sp useBgFill="1">
          <p:nvSpPr>
            <p:cNvPr id="106" name="Oval 105">
              <a:extLst>
                <a:ext uri="{FF2B5EF4-FFF2-40B4-BE49-F238E27FC236}">
                  <a16:creationId xmlns:a16="http://schemas.microsoft.com/office/drawing/2014/main" id="{750DC086-A827-EEA1-F118-DF41BE1504A7}"/>
                </a:ext>
              </a:extLst>
            </p:cNvPr>
            <p:cNvSpPr/>
            <p:nvPr/>
          </p:nvSpPr>
          <p:spPr>
            <a:xfrm>
              <a:off x="5832785"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7" name="Graphic 106">
              <a:extLst>
                <a:ext uri="{FF2B5EF4-FFF2-40B4-BE49-F238E27FC236}">
                  <a16:creationId xmlns:a16="http://schemas.microsoft.com/office/drawing/2014/main" id="{53BC1E00-DC2C-70CA-AD01-38FA56F5D2D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960578" y="1996622"/>
              <a:ext cx="252000" cy="252000"/>
            </a:xfrm>
            <a:prstGeom prst="rect">
              <a:avLst/>
            </a:prstGeom>
          </p:spPr>
        </p:pic>
      </p:grpSp>
      <p:grpSp>
        <p:nvGrpSpPr>
          <p:cNvPr id="108" name="!!growth">
            <a:extLst>
              <a:ext uri="{FF2B5EF4-FFF2-40B4-BE49-F238E27FC236}">
                <a16:creationId xmlns:a16="http://schemas.microsoft.com/office/drawing/2014/main" id="{166D8C8F-95DA-C3F8-C96B-26210A714E82}"/>
              </a:ext>
            </a:extLst>
          </p:cNvPr>
          <p:cNvGrpSpPr/>
          <p:nvPr/>
        </p:nvGrpSpPr>
        <p:grpSpPr>
          <a:xfrm>
            <a:off x="9738980" y="3788814"/>
            <a:ext cx="507586" cy="507586"/>
            <a:chOff x="6811776" y="4481585"/>
            <a:chExt cx="507586" cy="507586"/>
          </a:xfrm>
        </p:grpSpPr>
        <p:sp useBgFill="1">
          <p:nvSpPr>
            <p:cNvPr id="109" name="Oval 108">
              <a:extLst>
                <a:ext uri="{FF2B5EF4-FFF2-40B4-BE49-F238E27FC236}">
                  <a16:creationId xmlns:a16="http://schemas.microsoft.com/office/drawing/2014/main" id="{D1A935B9-16B8-4EA4-ECB5-F93E26ED1468}"/>
                </a:ext>
              </a:extLst>
            </p:cNvPr>
            <p:cNvSpPr/>
            <p:nvPr/>
          </p:nvSpPr>
          <p:spPr>
            <a:xfrm>
              <a:off x="6811776"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0" name="Graphic 109">
              <a:extLst>
                <a:ext uri="{FF2B5EF4-FFF2-40B4-BE49-F238E27FC236}">
                  <a16:creationId xmlns:a16="http://schemas.microsoft.com/office/drawing/2014/main" id="{B01ED3F3-C85A-6E07-2F45-1209EB11F2E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939569" y="4609378"/>
              <a:ext cx="252000" cy="252000"/>
            </a:xfrm>
            <a:prstGeom prst="rect">
              <a:avLst/>
            </a:prstGeom>
          </p:spPr>
        </p:pic>
      </p:grpSp>
      <p:grpSp>
        <p:nvGrpSpPr>
          <p:cNvPr id="111" name="!!competition">
            <a:extLst>
              <a:ext uri="{FF2B5EF4-FFF2-40B4-BE49-F238E27FC236}">
                <a16:creationId xmlns:a16="http://schemas.microsoft.com/office/drawing/2014/main" id="{A38DA15A-EDAF-D7D1-E4A2-ADB503D14FF0}"/>
              </a:ext>
            </a:extLst>
          </p:cNvPr>
          <p:cNvGrpSpPr/>
          <p:nvPr/>
        </p:nvGrpSpPr>
        <p:grpSpPr>
          <a:xfrm>
            <a:off x="9738980" y="2044649"/>
            <a:ext cx="507586" cy="507586"/>
            <a:chOff x="7790768" y="1868829"/>
            <a:chExt cx="507586" cy="507586"/>
          </a:xfrm>
        </p:grpSpPr>
        <p:sp useBgFill="1">
          <p:nvSpPr>
            <p:cNvPr id="112" name="Oval 111">
              <a:extLst>
                <a:ext uri="{FF2B5EF4-FFF2-40B4-BE49-F238E27FC236}">
                  <a16:creationId xmlns:a16="http://schemas.microsoft.com/office/drawing/2014/main" id="{FA4ECD52-FC45-BE81-5607-1EACF898E476}"/>
                </a:ext>
              </a:extLst>
            </p:cNvPr>
            <p:cNvSpPr/>
            <p:nvPr/>
          </p:nvSpPr>
          <p:spPr>
            <a:xfrm>
              <a:off x="7790768"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3" name="Graphic 112">
              <a:extLst>
                <a:ext uri="{FF2B5EF4-FFF2-40B4-BE49-F238E27FC236}">
                  <a16:creationId xmlns:a16="http://schemas.microsoft.com/office/drawing/2014/main" id="{A7042EB4-E775-C9F5-4107-E17F5847A8D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918561" y="1996622"/>
              <a:ext cx="252000" cy="252000"/>
            </a:xfrm>
            <a:prstGeom prst="rect">
              <a:avLst/>
            </a:prstGeom>
          </p:spPr>
        </p:pic>
      </p:grpSp>
      <p:grpSp>
        <p:nvGrpSpPr>
          <p:cNvPr id="114" name="!!financials">
            <a:extLst>
              <a:ext uri="{FF2B5EF4-FFF2-40B4-BE49-F238E27FC236}">
                <a16:creationId xmlns:a16="http://schemas.microsoft.com/office/drawing/2014/main" id="{AF69D5A7-292C-208C-2C3B-0888F50AA762}"/>
              </a:ext>
            </a:extLst>
          </p:cNvPr>
          <p:cNvGrpSpPr/>
          <p:nvPr/>
        </p:nvGrpSpPr>
        <p:grpSpPr>
          <a:xfrm>
            <a:off x="8848534" y="4168607"/>
            <a:ext cx="507586" cy="507586"/>
            <a:chOff x="8769760" y="4481585"/>
            <a:chExt cx="507586" cy="507586"/>
          </a:xfrm>
        </p:grpSpPr>
        <p:sp useBgFill="1">
          <p:nvSpPr>
            <p:cNvPr id="115" name="Oval 114">
              <a:extLst>
                <a:ext uri="{FF2B5EF4-FFF2-40B4-BE49-F238E27FC236}">
                  <a16:creationId xmlns:a16="http://schemas.microsoft.com/office/drawing/2014/main" id="{1F054C56-E672-E4B6-04C9-35767206F4F3}"/>
                </a:ext>
              </a:extLst>
            </p:cNvPr>
            <p:cNvSpPr/>
            <p:nvPr/>
          </p:nvSpPr>
          <p:spPr>
            <a:xfrm>
              <a:off x="8769760"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6" name="Graphic 115">
              <a:extLst>
                <a:ext uri="{FF2B5EF4-FFF2-40B4-BE49-F238E27FC236}">
                  <a16:creationId xmlns:a16="http://schemas.microsoft.com/office/drawing/2014/main" id="{388FB701-4737-34FB-B142-FABD96D6D8EB}"/>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897553" y="4609378"/>
              <a:ext cx="252000" cy="252000"/>
            </a:xfrm>
            <a:prstGeom prst="rect">
              <a:avLst/>
            </a:prstGeom>
          </p:spPr>
        </p:pic>
      </p:grpSp>
      <p:grpSp>
        <p:nvGrpSpPr>
          <p:cNvPr id="117" name="!!team">
            <a:extLst>
              <a:ext uri="{FF2B5EF4-FFF2-40B4-BE49-F238E27FC236}">
                <a16:creationId xmlns:a16="http://schemas.microsoft.com/office/drawing/2014/main" id="{BF8EA430-7BE0-C952-3460-EF403EE26AFC}"/>
              </a:ext>
            </a:extLst>
          </p:cNvPr>
          <p:cNvGrpSpPr/>
          <p:nvPr/>
        </p:nvGrpSpPr>
        <p:grpSpPr>
          <a:xfrm>
            <a:off x="10061748" y="2951776"/>
            <a:ext cx="507586" cy="507586"/>
            <a:chOff x="9748751" y="1868829"/>
            <a:chExt cx="507586" cy="507586"/>
          </a:xfrm>
        </p:grpSpPr>
        <p:sp useBgFill="1">
          <p:nvSpPr>
            <p:cNvPr id="118" name="Oval 117">
              <a:extLst>
                <a:ext uri="{FF2B5EF4-FFF2-40B4-BE49-F238E27FC236}">
                  <a16:creationId xmlns:a16="http://schemas.microsoft.com/office/drawing/2014/main" id="{9948F951-A67C-76B0-7315-7D6113CEF3E5}"/>
                </a:ext>
              </a:extLst>
            </p:cNvPr>
            <p:cNvSpPr/>
            <p:nvPr/>
          </p:nvSpPr>
          <p:spPr>
            <a:xfrm>
              <a:off x="9748751"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9" name="Graphic 118">
              <a:extLst>
                <a:ext uri="{FF2B5EF4-FFF2-40B4-BE49-F238E27FC236}">
                  <a16:creationId xmlns:a16="http://schemas.microsoft.com/office/drawing/2014/main" id="{45AB6F8C-9C3C-6949-CA22-BAD02A87EB0D}"/>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9876544" y="1996622"/>
              <a:ext cx="252000" cy="252000"/>
            </a:xfrm>
            <a:prstGeom prst="rect">
              <a:avLst/>
            </a:prstGeom>
          </p:spPr>
        </p:pic>
      </p:grpSp>
      <p:sp>
        <p:nvSpPr>
          <p:cNvPr id="20" name="TextBox 19">
            <a:extLst>
              <a:ext uri="{FF2B5EF4-FFF2-40B4-BE49-F238E27FC236}">
                <a16:creationId xmlns:a16="http://schemas.microsoft.com/office/drawing/2014/main" id="{E015CEDA-CEE1-503D-CE16-022E8505F8B5}"/>
              </a:ext>
            </a:extLst>
          </p:cNvPr>
          <p:cNvSpPr txBox="1"/>
          <p:nvPr/>
        </p:nvSpPr>
        <p:spPr>
          <a:xfrm>
            <a:off x="1386068" y="4090055"/>
            <a:ext cx="5585183" cy="1058303"/>
          </a:xfrm>
          <a:prstGeom prst="rect">
            <a:avLst/>
          </a:prstGeom>
          <a:noFill/>
        </p:spPr>
        <p:txBody>
          <a:bodyPr wrap="none">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US" sz="880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rPr>
              <a:t>Application</a:t>
            </a:r>
          </a:p>
        </p:txBody>
      </p:sp>
      <p:sp>
        <p:nvSpPr>
          <p:cNvPr id="21" name="Slide Title">
            <a:extLst>
              <a:ext uri="{FF2B5EF4-FFF2-40B4-BE49-F238E27FC236}">
                <a16:creationId xmlns:a16="http://schemas.microsoft.com/office/drawing/2014/main" id="{9FD71554-2375-576F-209C-05192E70BC3C}"/>
              </a:ext>
            </a:extLst>
          </p:cNvPr>
          <p:cNvSpPr txBox="1"/>
          <p:nvPr/>
        </p:nvSpPr>
        <p:spPr>
          <a:xfrm>
            <a:off x="1581089" y="3124915"/>
            <a:ext cx="4904932" cy="1199687"/>
          </a:xfrm>
          <a:prstGeom prst="rect">
            <a:avLst/>
          </a:prstGeom>
          <a:noFill/>
        </p:spPr>
        <p:txBody>
          <a:bodyPr wrap="none" lIns="0">
            <a:spAutoFit/>
          </a:bodyPr>
          <a:lstStyle>
            <a:defPPr>
              <a:defRPr lang="en-US"/>
            </a:defPPr>
            <a:lvl1pPr algn="ctr">
              <a:defRPr sz="5400">
                <a:solidFill>
                  <a:schemeClr val="bg1"/>
                </a:solidFill>
                <a:latin typeface="Orbitron Black" pitchFamily="2" charset="0"/>
              </a:defRPr>
            </a:lvl1pPr>
          </a:lstStyle>
          <a:p>
            <a:pPr marL="0" marR="0" lvl="0" indent="0" algn="l" defTabSz="914400" rtl="0" eaLnBrk="1" fontAlgn="auto" latinLnBrk="0" hangingPunct="1">
              <a:lnSpc>
                <a:spcPct val="55357"/>
              </a:lnSpc>
              <a:spcBef>
                <a:spcPts val="0"/>
              </a:spcBef>
              <a:spcAft>
                <a:spcPts val="0"/>
              </a:spcAft>
              <a:buClrTx/>
              <a:buSzTx/>
              <a:buFontTx/>
              <a:buNone/>
              <a:tabLst/>
              <a:defRPr/>
            </a:pPr>
            <a:r>
              <a:rPr kumimoji="0" lang="en-US" sz="11500" b="0"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Darker Grotesque SemiBold" pitchFamily="2" charset="0"/>
              </a:rPr>
              <a:t>Literacy </a:t>
            </a:r>
            <a:endParaRPr kumimoji="0" lang="en-US" sz="11500" b="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endParaRPr>
          </a:p>
        </p:txBody>
      </p:sp>
      <p:sp useBgFill="1">
        <p:nvSpPr>
          <p:cNvPr id="2" name="Oval 1">
            <a:extLst>
              <a:ext uri="{FF2B5EF4-FFF2-40B4-BE49-F238E27FC236}">
                <a16:creationId xmlns:a16="http://schemas.microsoft.com/office/drawing/2014/main" id="{FF5A31A3-BF28-2433-3BBF-115CE72C0109}"/>
              </a:ext>
            </a:extLst>
          </p:cNvPr>
          <p:cNvSpPr/>
          <p:nvPr/>
        </p:nvSpPr>
        <p:spPr>
          <a:xfrm>
            <a:off x="1155821" y="821337"/>
            <a:ext cx="865705" cy="865703"/>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3" name="Oval 2">
            <a:extLst>
              <a:ext uri="{FF2B5EF4-FFF2-40B4-BE49-F238E27FC236}">
                <a16:creationId xmlns:a16="http://schemas.microsoft.com/office/drawing/2014/main" id="{A232ADF8-5A6D-1920-3C3D-D66020BEAB3E}"/>
              </a:ext>
            </a:extLst>
          </p:cNvPr>
          <p:cNvSpPr/>
          <p:nvPr/>
        </p:nvSpPr>
        <p:spPr>
          <a:xfrm>
            <a:off x="1165075" y="1709642"/>
            <a:ext cx="416014" cy="416013"/>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4" name="Oval 3">
            <a:extLst>
              <a:ext uri="{FF2B5EF4-FFF2-40B4-BE49-F238E27FC236}">
                <a16:creationId xmlns:a16="http://schemas.microsoft.com/office/drawing/2014/main" id="{AB3CD34B-7123-36FB-E248-42347FE8B355}"/>
              </a:ext>
            </a:extLst>
          </p:cNvPr>
          <p:cNvSpPr/>
          <p:nvPr/>
        </p:nvSpPr>
        <p:spPr>
          <a:xfrm>
            <a:off x="926611" y="1603322"/>
            <a:ext cx="244030" cy="244029"/>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p:nvSpPr>
          <p:cNvPr id="30" name="Slide Title">
            <a:extLst>
              <a:ext uri="{FF2B5EF4-FFF2-40B4-BE49-F238E27FC236}">
                <a16:creationId xmlns:a16="http://schemas.microsoft.com/office/drawing/2014/main" id="{50869B1A-C228-34B2-D439-4247C207C481}"/>
              </a:ext>
            </a:extLst>
          </p:cNvPr>
          <p:cNvSpPr txBox="1"/>
          <p:nvPr/>
        </p:nvSpPr>
        <p:spPr>
          <a:xfrm>
            <a:off x="1560049" y="2117357"/>
            <a:ext cx="5512086" cy="1199687"/>
          </a:xfrm>
          <a:prstGeom prst="rect">
            <a:avLst/>
          </a:prstGeom>
          <a:noFill/>
        </p:spPr>
        <p:txBody>
          <a:bodyPr wrap="none" lIns="0">
            <a:spAutoFit/>
          </a:bodyPr>
          <a:lstStyle>
            <a:defPPr>
              <a:defRPr lang="en-US"/>
            </a:defPPr>
            <a:lvl1pPr algn="ctr">
              <a:defRPr sz="5400">
                <a:solidFill>
                  <a:schemeClr val="bg1"/>
                </a:solidFill>
                <a:latin typeface="Orbitron Black" pitchFamily="2" charset="0"/>
              </a:defRPr>
            </a:lvl1pPr>
          </a:lstStyle>
          <a:p>
            <a:pPr marL="0" marR="0" lvl="0" indent="0" algn="l" defTabSz="914400" rtl="0" eaLnBrk="1" fontAlgn="auto" latinLnBrk="0" hangingPunct="1">
              <a:lnSpc>
                <a:spcPct val="55357"/>
              </a:lnSpc>
              <a:spcBef>
                <a:spcPts val="0"/>
              </a:spcBef>
              <a:spcAft>
                <a:spcPts val="0"/>
              </a:spcAft>
              <a:buClrTx/>
              <a:buSzTx/>
              <a:buFontTx/>
              <a:buNone/>
              <a:tabLst/>
              <a:defRPr/>
            </a:pPr>
            <a:r>
              <a:rPr lang="en-US" sz="11500" spc="-150" dirty="0">
                <a:solidFill>
                  <a:prstClr val="white"/>
                </a:solidFill>
                <a:effectLst>
                  <a:outerShdw blurRad="88900" dist="88900" dir="2700000" algn="tl" rotWithShape="0">
                    <a:prstClr val="black">
                      <a:alpha val="50000"/>
                    </a:prstClr>
                  </a:outerShdw>
                </a:effectLst>
                <a:latin typeface="Darker Grotesque SemiBold" pitchFamily="2" charset="0"/>
              </a:rPr>
              <a:t>Financial</a:t>
            </a:r>
            <a:r>
              <a:rPr kumimoji="0" lang="en-US" sz="11500" b="0"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Darker Grotesque SemiBold" pitchFamily="2" charset="0"/>
              </a:rPr>
              <a:t> </a:t>
            </a:r>
            <a:endParaRPr kumimoji="0" lang="en-US" sz="11500" b="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endParaRPr>
          </a:p>
        </p:txBody>
      </p:sp>
      <p:sp useBgFill="1">
        <p:nvSpPr>
          <p:cNvPr id="13" name="Rectangle: Rounded Corners 1">
            <a:extLst>
              <a:ext uri="{FF2B5EF4-FFF2-40B4-BE49-F238E27FC236}">
                <a16:creationId xmlns:a16="http://schemas.microsoft.com/office/drawing/2014/main" id="{60EA80E6-2973-0709-C83B-90BBC1435C45}"/>
              </a:ext>
            </a:extLst>
          </p:cNvPr>
          <p:cNvSpPr/>
          <p:nvPr/>
        </p:nvSpPr>
        <p:spPr>
          <a:xfrm>
            <a:off x="10703959" y="257132"/>
            <a:ext cx="1216579" cy="403894"/>
          </a:xfrm>
          <a:prstGeom prst="roundRect">
            <a:avLst>
              <a:gd name="adj" fmla="val 50000"/>
            </a:avLst>
          </a:prstGeom>
          <a:ln w="6350">
            <a:solidFill>
              <a:schemeClr val="bg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30" dirty="0">
                <a:solidFill>
                  <a:prstClr val="white"/>
                </a:solidFill>
                <a:latin typeface="Darker Grotesque" pitchFamily="2" charset="0"/>
              </a:rPr>
              <a:t>10-04-2025</a:t>
            </a:r>
            <a:endParaRPr lang="en-GB" sz="1200" spc="30" dirty="0">
              <a:solidFill>
                <a:prstClr val="white"/>
              </a:solidFill>
              <a:latin typeface="Darker Grotesque" pitchFamily="2" charset="0"/>
            </a:endParaRPr>
          </a:p>
        </p:txBody>
      </p:sp>
      <p:sp useBgFill="1">
        <p:nvSpPr>
          <p:cNvPr id="14" name="Rectangle: Rounded Corners 5">
            <a:extLst>
              <a:ext uri="{FF2B5EF4-FFF2-40B4-BE49-F238E27FC236}">
                <a16:creationId xmlns:a16="http://schemas.microsoft.com/office/drawing/2014/main" id="{0947C906-B86B-8962-9311-196FAB2CF328}"/>
              </a:ext>
            </a:extLst>
          </p:cNvPr>
          <p:cNvSpPr/>
          <p:nvPr/>
        </p:nvSpPr>
        <p:spPr>
          <a:xfrm>
            <a:off x="269875" y="6182644"/>
            <a:ext cx="998271" cy="403894"/>
          </a:xfrm>
          <a:prstGeom prst="roundRect">
            <a:avLst>
              <a:gd name="adj" fmla="val 50000"/>
            </a:avLst>
          </a:prstGeom>
          <a:ln w="6350">
            <a:solidFill>
              <a:schemeClr val="bg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dirty="0">
                <a:solidFill>
                  <a:prstClr val="white"/>
                </a:solidFill>
                <a:latin typeface="Darker Grotesque" pitchFamily="2" charset="0"/>
              </a:rPr>
              <a:t>SOEN 6841</a:t>
            </a:r>
            <a:endParaRPr lang="en-GB" sz="1200" dirty="0">
              <a:solidFill>
                <a:prstClr val="white"/>
              </a:solidFill>
              <a:latin typeface="Darker Grotesque"/>
            </a:endParaRPr>
          </a:p>
        </p:txBody>
      </p:sp>
      <p:grpSp>
        <p:nvGrpSpPr>
          <p:cNvPr id="15" name="Group 14">
            <a:extLst>
              <a:ext uri="{FF2B5EF4-FFF2-40B4-BE49-F238E27FC236}">
                <a16:creationId xmlns:a16="http://schemas.microsoft.com/office/drawing/2014/main" id="{12795A2D-6410-ED38-13A2-C74FFD5FE51B}"/>
              </a:ext>
            </a:extLst>
          </p:cNvPr>
          <p:cNvGrpSpPr/>
          <p:nvPr/>
        </p:nvGrpSpPr>
        <p:grpSpPr>
          <a:xfrm>
            <a:off x="269875" y="269875"/>
            <a:ext cx="1244550" cy="391151"/>
            <a:chOff x="539750" y="529891"/>
            <a:chExt cx="1615459" cy="391151"/>
          </a:xfrm>
        </p:grpSpPr>
        <p:sp useBgFill="1">
          <p:nvSpPr>
            <p:cNvPr id="16" name="Rectangle: Rounded Corners 16">
              <a:extLst>
                <a:ext uri="{FF2B5EF4-FFF2-40B4-BE49-F238E27FC236}">
                  <a16:creationId xmlns:a16="http://schemas.microsoft.com/office/drawing/2014/main" id="{38CDFF91-3215-9B54-8162-0B46F1D8D009}"/>
                </a:ext>
              </a:extLst>
            </p:cNvPr>
            <p:cNvSpPr/>
            <p:nvPr/>
          </p:nvSpPr>
          <p:spPr>
            <a:xfrm>
              <a:off x="539750" y="529891"/>
              <a:ext cx="1486382" cy="391151"/>
            </a:xfrm>
            <a:prstGeom prst="roundRect">
              <a:avLst>
                <a:gd name="adj" fmla="val 50000"/>
              </a:avLst>
            </a:prstGeom>
            <a:ln w="6350">
              <a:solidFill>
                <a:schemeClr val="bg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dirty="0">
                <a:solidFill>
                  <a:prstClr val="white"/>
                </a:solidFill>
                <a:latin typeface="Darker Grotesque SemiBold" pitchFamily="2" charset="0"/>
              </a:endParaRPr>
            </a:p>
          </p:txBody>
        </p:sp>
        <p:grpSp>
          <p:nvGrpSpPr>
            <p:cNvPr id="17" name="Group 16">
              <a:extLst>
                <a:ext uri="{FF2B5EF4-FFF2-40B4-BE49-F238E27FC236}">
                  <a16:creationId xmlns:a16="http://schemas.microsoft.com/office/drawing/2014/main" id="{8256C541-8D7C-0248-2017-0B1129890518}"/>
                </a:ext>
              </a:extLst>
            </p:cNvPr>
            <p:cNvGrpSpPr/>
            <p:nvPr/>
          </p:nvGrpSpPr>
          <p:grpSpPr>
            <a:xfrm>
              <a:off x="741520" y="586966"/>
              <a:ext cx="1413689" cy="276999"/>
              <a:chOff x="3023266" y="105156"/>
              <a:chExt cx="1413689" cy="276999"/>
            </a:xfrm>
          </p:grpSpPr>
          <p:pic>
            <p:nvPicPr>
              <p:cNvPr id="18" name="Graphic 17">
                <a:extLst>
                  <a:ext uri="{FF2B5EF4-FFF2-40B4-BE49-F238E27FC236}">
                    <a16:creationId xmlns:a16="http://schemas.microsoft.com/office/drawing/2014/main" id="{B0D15CA1-7A60-7830-8C88-99D55522500F}"/>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023266" y="151050"/>
                <a:ext cx="185210" cy="185210"/>
              </a:xfrm>
              <a:prstGeom prst="rect">
                <a:avLst/>
              </a:prstGeom>
            </p:spPr>
          </p:pic>
          <p:sp>
            <p:nvSpPr>
              <p:cNvPr id="19" name="TextBox 18">
                <a:extLst>
                  <a:ext uri="{FF2B5EF4-FFF2-40B4-BE49-F238E27FC236}">
                    <a16:creationId xmlns:a16="http://schemas.microsoft.com/office/drawing/2014/main" id="{FA2CEDD5-D2A1-51A3-AA52-BD4E7E04F970}"/>
                  </a:ext>
                </a:extLst>
              </p:cNvPr>
              <p:cNvSpPr txBox="1"/>
              <p:nvPr/>
            </p:nvSpPr>
            <p:spPr>
              <a:xfrm>
                <a:off x="3208477" y="105156"/>
                <a:ext cx="1228478" cy="276999"/>
              </a:xfrm>
              <a:prstGeom prst="rect">
                <a:avLst/>
              </a:prstGeom>
              <a:noFill/>
            </p:spPr>
            <p:txBody>
              <a:bodyPr wrap="square" rtlCol="0">
                <a:spAutoFit/>
              </a:bodyPr>
              <a:lstStyle/>
              <a:p>
                <a:r>
                  <a:rPr lang="en-US" sz="1200" dirty="0">
                    <a:solidFill>
                      <a:schemeClr val="bg1"/>
                    </a:solidFill>
                    <a:latin typeface="Darker Grotesque Black" pitchFamily="2" charset="0"/>
                  </a:rPr>
                  <a:t>GROUP 1</a:t>
                </a:r>
                <a:endParaRPr lang="en-GB" sz="1200" dirty="0">
                  <a:solidFill>
                    <a:schemeClr val="bg1"/>
                  </a:solidFill>
                  <a:latin typeface="Darker Grotesque Black" pitchFamily="2" charset="0"/>
                </a:endParaRPr>
              </a:p>
            </p:txBody>
          </p:sp>
        </p:grpSp>
      </p:grpSp>
      <p:sp useBgFill="1">
        <p:nvSpPr>
          <p:cNvPr id="22" name="Rectangle: Rounded Corners 30">
            <a:extLst>
              <a:ext uri="{FF2B5EF4-FFF2-40B4-BE49-F238E27FC236}">
                <a16:creationId xmlns:a16="http://schemas.microsoft.com/office/drawing/2014/main" id="{EC193DFF-666D-10CF-EA96-F6679B3D6175}"/>
              </a:ext>
            </a:extLst>
          </p:cNvPr>
          <p:cNvSpPr/>
          <p:nvPr/>
        </p:nvSpPr>
        <p:spPr>
          <a:xfrm>
            <a:off x="9951609" y="6182644"/>
            <a:ext cx="1968929" cy="403894"/>
          </a:xfrm>
          <a:prstGeom prst="roundRect">
            <a:avLst>
              <a:gd name="adj" fmla="val 50000"/>
            </a:avLst>
          </a:prstGeom>
          <a:ln w="6350">
            <a:solidFill>
              <a:schemeClr val="bg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30" dirty="0">
                <a:solidFill>
                  <a:prstClr val="white"/>
                </a:solidFill>
                <a:latin typeface="Darker Grotesque" pitchFamily="2" charset="0"/>
              </a:rPr>
              <a:t>STOCK SELECTION APP</a:t>
            </a:r>
            <a:endParaRPr lang="en-GB" sz="1200" spc="30" dirty="0">
              <a:solidFill>
                <a:prstClr val="white"/>
              </a:solidFill>
              <a:latin typeface="Darker Grotesque" pitchFamily="2" charset="0"/>
            </a:endParaRPr>
          </a:p>
        </p:txBody>
      </p:sp>
      <p:sp>
        <p:nvSpPr>
          <p:cNvPr id="23" name="Slide Title">
            <a:extLst>
              <a:ext uri="{FF2B5EF4-FFF2-40B4-BE49-F238E27FC236}">
                <a16:creationId xmlns:a16="http://schemas.microsoft.com/office/drawing/2014/main" id="{A47237D4-C804-B792-5F40-EBE7B2C301B5}"/>
              </a:ext>
            </a:extLst>
          </p:cNvPr>
          <p:cNvSpPr txBox="1"/>
          <p:nvPr/>
        </p:nvSpPr>
        <p:spPr>
          <a:xfrm>
            <a:off x="4833141" y="-516039"/>
            <a:ext cx="2068932" cy="516039"/>
          </a:xfrm>
          <a:prstGeom prst="rect">
            <a:avLst/>
          </a:prstGeom>
          <a:noFill/>
        </p:spPr>
        <p:txBody>
          <a:bodyPr wrap="square" lIns="0">
            <a:spAutoFit/>
          </a:bodyPr>
          <a:lstStyle>
            <a:defPPr>
              <a:defRPr lang="en-US"/>
            </a:defPPr>
            <a:lvl1pPr algn="ctr">
              <a:defRPr sz="5400">
                <a:solidFill>
                  <a:schemeClr val="bg1"/>
                </a:solidFill>
                <a:latin typeface="Orbitron Black" pitchFamily="2" charset="0"/>
              </a:defRPr>
            </a:lvl1pPr>
          </a:lstStyle>
          <a:p>
            <a:pPr marL="0" marR="0" lvl="0" indent="0" defTabSz="914400" rtl="0" eaLnBrk="1" fontAlgn="auto" latinLnBrk="0" hangingPunct="1">
              <a:lnSpc>
                <a:spcPct val="55357"/>
              </a:lnSpc>
              <a:spcBef>
                <a:spcPts val="0"/>
              </a:spcBef>
              <a:spcAft>
                <a:spcPts val="0"/>
              </a:spcAft>
              <a:buClrTx/>
              <a:buSzTx/>
              <a:buFontTx/>
              <a:buNone/>
              <a:tabLst/>
              <a:defRPr/>
            </a:pPr>
            <a:r>
              <a:rPr kumimoji="0" lang="en-US" sz="4000" b="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rPr>
              <a:t>Contents</a:t>
            </a:r>
            <a:r>
              <a:rPr kumimoji="0" lang="en-US" sz="4400" b="0"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Darker Grotesque SemiBold" pitchFamily="2" charset="0"/>
              </a:rPr>
              <a:t> </a:t>
            </a:r>
            <a:endParaRPr kumimoji="0" lang="en-US" sz="4400" b="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endParaRPr>
          </a:p>
        </p:txBody>
      </p:sp>
      <p:sp>
        <p:nvSpPr>
          <p:cNvPr id="5" name="TextBox 4">
            <a:extLst>
              <a:ext uri="{FF2B5EF4-FFF2-40B4-BE49-F238E27FC236}">
                <a16:creationId xmlns:a16="http://schemas.microsoft.com/office/drawing/2014/main" id="{8580A3AA-5673-F62E-B664-83900FC32FFF}"/>
              </a:ext>
            </a:extLst>
          </p:cNvPr>
          <p:cNvSpPr txBox="1"/>
          <p:nvPr/>
        </p:nvSpPr>
        <p:spPr>
          <a:xfrm>
            <a:off x="3301074" y="337860"/>
            <a:ext cx="5312223" cy="646331"/>
          </a:xfrm>
          <a:prstGeom prst="rect">
            <a:avLst/>
          </a:prstGeom>
          <a:noFill/>
        </p:spPr>
        <p:txBody>
          <a:bodyPr wrap="none" rtlCol="0">
            <a:spAutoFit/>
          </a:bodyPr>
          <a:lstStyle/>
          <a:p>
            <a:r>
              <a:rPr lang="en-IN" dirty="0">
                <a:hlinkClick r:id="rId26"/>
              </a:rPr>
              <a:t>https://github.com/devang-1910/SOEN6841-Project</a:t>
            </a:r>
            <a:endParaRPr lang="en-IN" dirty="0"/>
          </a:p>
          <a:p>
            <a:endParaRPr lang="en-IN" dirty="0"/>
          </a:p>
        </p:txBody>
      </p:sp>
    </p:spTree>
    <p:extLst>
      <p:ext uri="{BB962C8B-B14F-4D97-AF65-F5344CB8AC3E}">
        <p14:creationId xmlns:p14="http://schemas.microsoft.com/office/powerpoint/2010/main" val="2860744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800"/>
                                        <p:tgtEl>
                                          <p:spTgt spid="30"/>
                                        </p:tgtEl>
                                      </p:cBhvr>
                                    </p:animEffect>
                                  </p:childTnLst>
                                </p:cTn>
                              </p:par>
                              <p:par>
                                <p:cTn id="8" presetID="42" presetClass="path" presetSubtype="0" decel="100000" fill="hold" grpId="1" nodeType="withEffect">
                                  <p:stCondLst>
                                    <p:cond delay="0"/>
                                  </p:stCondLst>
                                  <p:childTnLst>
                                    <p:animMotion origin="layout" path="M 4.79167E-6 -1.11111E-6 L 4.79167E-6 0.11389 " pathEditMode="relative" rAng="0" ptsTypes="AA">
                                      <p:cBhvr>
                                        <p:cTn id="9" dur="1250" spd="-100000" fill="hold"/>
                                        <p:tgtEl>
                                          <p:spTgt spid="30"/>
                                        </p:tgtEl>
                                        <p:attrNameLst>
                                          <p:attrName>ppt_x</p:attrName>
                                          <p:attrName>ppt_y</p:attrName>
                                        </p:attrNameLst>
                                      </p:cBhvr>
                                      <p:rCtr x="0" y="5694"/>
                                    </p:animMotion>
                                  </p:childTnLst>
                                </p:cTn>
                              </p:par>
                              <p:par>
                                <p:cTn id="10" presetID="22" presetClass="entr" presetSubtype="1" fill="hold" grpId="0" nodeType="withEffect">
                                  <p:stCondLst>
                                    <p:cond delay="250"/>
                                  </p:stCondLst>
                                  <p:childTnLst>
                                    <p:set>
                                      <p:cBhvr>
                                        <p:cTn id="11" dur="1" fill="hold">
                                          <p:stCondLst>
                                            <p:cond delay="0"/>
                                          </p:stCondLst>
                                        </p:cTn>
                                        <p:tgtEl>
                                          <p:spTgt spid="21"/>
                                        </p:tgtEl>
                                        <p:attrNameLst>
                                          <p:attrName>style.visibility</p:attrName>
                                        </p:attrNameLst>
                                      </p:cBhvr>
                                      <p:to>
                                        <p:strVal val="visible"/>
                                      </p:to>
                                    </p:set>
                                    <p:animEffect transition="in" filter="wipe(up)">
                                      <p:cBhvr>
                                        <p:cTn id="12" dur="800"/>
                                        <p:tgtEl>
                                          <p:spTgt spid="21"/>
                                        </p:tgtEl>
                                      </p:cBhvr>
                                    </p:animEffect>
                                  </p:childTnLst>
                                </p:cTn>
                              </p:par>
                              <p:par>
                                <p:cTn id="13" presetID="42" presetClass="path" presetSubtype="0" decel="100000" fill="hold" grpId="1" nodeType="withEffect">
                                  <p:stCondLst>
                                    <p:cond delay="250"/>
                                  </p:stCondLst>
                                  <p:childTnLst>
                                    <p:animMotion origin="layout" path="M -2.29167E-6 -3.7037E-7 L -2.29167E-6 0.11389 " pathEditMode="relative" rAng="0" ptsTypes="AA">
                                      <p:cBhvr>
                                        <p:cTn id="14" dur="1250" spd="-100000" fill="hold"/>
                                        <p:tgtEl>
                                          <p:spTgt spid="21"/>
                                        </p:tgtEl>
                                        <p:attrNameLst>
                                          <p:attrName>ppt_x</p:attrName>
                                          <p:attrName>ppt_y</p:attrName>
                                        </p:attrNameLst>
                                      </p:cBhvr>
                                      <p:rCtr x="0" y="5694"/>
                                    </p:animMotion>
                                  </p:childTnLst>
                                </p:cTn>
                              </p:par>
                              <p:par>
                                <p:cTn id="15" presetID="22" presetClass="entr" presetSubtype="1" fill="hold" grpId="0" nodeType="withEffect">
                                  <p:stCondLst>
                                    <p:cond delay="50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800"/>
                                        <p:tgtEl>
                                          <p:spTgt spid="20"/>
                                        </p:tgtEl>
                                      </p:cBhvr>
                                    </p:animEffect>
                                  </p:childTnLst>
                                </p:cTn>
                              </p:par>
                              <p:par>
                                <p:cTn id="18" presetID="42" presetClass="path" presetSubtype="0" decel="100000" fill="hold" grpId="1" nodeType="withEffect">
                                  <p:stCondLst>
                                    <p:cond delay="500"/>
                                  </p:stCondLst>
                                  <p:childTnLst>
                                    <p:animMotion origin="layout" path="M -4.16667E-6 -3.7037E-6 L -4.16667E-6 0.11389 " pathEditMode="relative" rAng="0" ptsTypes="AA">
                                      <p:cBhvr>
                                        <p:cTn id="19" dur="1250" spd="-100000" fill="hold"/>
                                        <p:tgtEl>
                                          <p:spTgt spid="20"/>
                                        </p:tgtEl>
                                        <p:attrNameLst>
                                          <p:attrName>ppt_x</p:attrName>
                                          <p:attrName>ppt_y</p:attrName>
                                        </p:attrNameLst>
                                      </p:cBhvr>
                                      <p:rCtr x="0" y="5694"/>
                                    </p:animMotion>
                                  </p:childTnLst>
                                </p:cTn>
                              </p:par>
                              <p:par>
                                <p:cTn id="20" presetID="53" presetClass="entr" presetSubtype="16" fill="hold" nodeType="withEffect">
                                  <p:stCondLst>
                                    <p:cond delay="750"/>
                                  </p:stCondLst>
                                  <p:childTnLst>
                                    <p:set>
                                      <p:cBhvr>
                                        <p:cTn id="21" dur="1" fill="hold">
                                          <p:stCondLst>
                                            <p:cond delay="0"/>
                                          </p:stCondLst>
                                        </p:cTn>
                                        <p:tgtEl>
                                          <p:spTgt spid="102"/>
                                        </p:tgtEl>
                                        <p:attrNameLst>
                                          <p:attrName>style.visibility</p:attrName>
                                        </p:attrNameLst>
                                      </p:cBhvr>
                                      <p:to>
                                        <p:strVal val="visible"/>
                                      </p:to>
                                    </p:set>
                                    <p:anim calcmode="lin" valueType="num">
                                      <p:cBhvr>
                                        <p:cTn id="22" dur="750" fill="hold"/>
                                        <p:tgtEl>
                                          <p:spTgt spid="102"/>
                                        </p:tgtEl>
                                        <p:attrNameLst>
                                          <p:attrName>ppt_w</p:attrName>
                                        </p:attrNameLst>
                                      </p:cBhvr>
                                      <p:tavLst>
                                        <p:tav tm="0">
                                          <p:val>
                                            <p:fltVal val="0"/>
                                          </p:val>
                                        </p:tav>
                                        <p:tav tm="100000">
                                          <p:val>
                                            <p:strVal val="#ppt_w"/>
                                          </p:val>
                                        </p:tav>
                                      </p:tavLst>
                                    </p:anim>
                                    <p:anim calcmode="lin" valueType="num">
                                      <p:cBhvr>
                                        <p:cTn id="23" dur="750" fill="hold"/>
                                        <p:tgtEl>
                                          <p:spTgt spid="102"/>
                                        </p:tgtEl>
                                        <p:attrNameLst>
                                          <p:attrName>ppt_h</p:attrName>
                                        </p:attrNameLst>
                                      </p:cBhvr>
                                      <p:tavLst>
                                        <p:tav tm="0">
                                          <p:val>
                                            <p:fltVal val="0"/>
                                          </p:val>
                                        </p:tav>
                                        <p:tav tm="100000">
                                          <p:val>
                                            <p:strVal val="#ppt_h"/>
                                          </p:val>
                                        </p:tav>
                                      </p:tavLst>
                                    </p:anim>
                                    <p:animEffect transition="in" filter="fade">
                                      <p:cBhvr>
                                        <p:cTn id="24" dur="750"/>
                                        <p:tgtEl>
                                          <p:spTgt spid="102"/>
                                        </p:tgtEl>
                                      </p:cBhvr>
                                    </p:animEffect>
                                  </p:childTnLst>
                                </p:cTn>
                              </p:par>
                              <p:par>
                                <p:cTn id="25" presetID="53" presetClass="entr" presetSubtype="16" fill="hold" nodeType="withEffect">
                                  <p:stCondLst>
                                    <p:cond delay="750"/>
                                  </p:stCondLst>
                                  <p:childTnLst>
                                    <p:set>
                                      <p:cBhvr>
                                        <p:cTn id="26" dur="1" fill="hold">
                                          <p:stCondLst>
                                            <p:cond delay="0"/>
                                          </p:stCondLst>
                                        </p:cTn>
                                        <p:tgtEl>
                                          <p:spTgt spid="93"/>
                                        </p:tgtEl>
                                        <p:attrNameLst>
                                          <p:attrName>style.visibility</p:attrName>
                                        </p:attrNameLst>
                                      </p:cBhvr>
                                      <p:to>
                                        <p:strVal val="visible"/>
                                      </p:to>
                                    </p:set>
                                    <p:anim calcmode="lin" valueType="num">
                                      <p:cBhvr>
                                        <p:cTn id="27" dur="750" fill="hold"/>
                                        <p:tgtEl>
                                          <p:spTgt spid="93"/>
                                        </p:tgtEl>
                                        <p:attrNameLst>
                                          <p:attrName>ppt_w</p:attrName>
                                        </p:attrNameLst>
                                      </p:cBhvr>
                                      <p:tavLst>
                                        <p:tav tm="0">
                                          <p:val>
                                            <p:fltVal val="0"/>
                                          </p:val>
                                        </p:tav>
                                        <p:tav tm="100000">
                                          <p:val>
                                            <p:strVal val="#ppt_w"/>
                                          </p:val>
                                        </p:tav>
                                      </p:tavLst>
                                    </p:anim>
                                    <p:anim calcmode="lin" valueType="num">
                                      <p:cBhvr>
                                        <p:cTn id="28" dur="750" fill="hold"/>
                                        <p:tgtEl>
                                          <p:spTgt spid="93"/>
                                        </p:tgtEl>
                                        <p:attrNameLst>
                                          <p:attrName>ppt_h</p:attrName>
                                        </p:attrNameLst>
                                      </p:cBhvr>
                                      <p:tavLst>
                                        <p:tav tm="0">
                                          <p:val>
                                            <p:fltVal val="0"/>
                                          </p:val>
                                        </p:tav>
                                        <p:tav tm="100000">
                                          <p:val>
                                            <p:strVal val="#ppt_h"/>
                                          </p:val>
                                        </p:tav>
                                      </p:tavLst>
                                    </p:anim>
                                    <p:animEffect transition="in" filter="fade">
                                      <p:cBhvr>
                                        <p:cTn id="29" dur="750"/>
                                        <p:tgtEl>
                                          <p:spTgt spid="93"/>
                                        </p:tgtEl>
                                      </p:cBhvr>
                                    </p:animEffect>
                                  </p:childTnLst>
                                </p:cTn>
                              </p:par>
                              <p:par>
                                <p:cTn id="30" presetID="53" presetClass="entr" presetSubtype="16" fill="hold" nodeType="withEffect">
                                  <p:stCondLst>
                                    <p:cond delay="750"/>
                                  </p:stCondLst>
                                  <p:childTnLst>
                                    <p:set>
                                      <p:cBhvr>
                                        <p:cTn id="31" dur="1" fill="hold">
                                          <p:stCondLst>
                                            <p:cond delay="0"/>
                                          </p:stCondLst>
                                        </p:cTn>
                                        <p:tgtEl>
                                          <p:spTgt spid="96"/>
                                        </p:tgtEl>
                                        <p:attrNameLst>
                                          <p:attrName>style.visibility</p:attrName>
                                        </p:attrNameLst>
                                      </p:cBhvr>
                                      <p:to>
                                        <p:strVal val="visible"/>
                                      </p:to>
                                    </p:set>
                                    <p:anim calcmode="lin" valueType="num">
                                      <p:cBhvr>
                                        <p:cTn id="32" dur="750" fill="hold"/>
                                        <p:tgtEl>
                                          <p:spTgt spid="96"/>
                                        </p:tgtEl>
                                        <p:attrNameLst>
                                          <p:attrName>ppt_w</p:attrName>
                                        </p:attrNameLst>
                                      </p:cBhvr>
                                      <p:tavLst>
                                        <p:tav tm="0">
                                          <p:val>
                                            <p:fltVal val="0"/>
                                          </p:val>
                                        </p:tav>
                                        <p:tav tm="100000">
                                          <p:val>
                                            <p:strVal val="#ppt_w"/>
                                          </p:val>
                                        </p:tav>
                                      </p:tavLst>
                                    </p:anim>
                                    <p:anim calcmode="lin" valueType="num">
                                      <p:cBhvr>
                                        <p:cTn id="33" dur="750" fill="hold"/>
                                        <p:tgtEl>
                                          <p:spTgt spid="96"/>
                                        </p:tgtEl>
                                        <p:attrNameLst>
                                          <p:attrName>ppt_h</p:attrName>
                                        </p:attrNameLst>
                                      </p:cBhvr>
                                      <p:tavLst>
                                        <p:tav tm="0">
                                          <p:val>
                                            <p:fltVal val="0"/>
                                          </p:val>
                                        </p:tav>
                                        <p:tav tm="100000">
                                          <p:val>
                                            <p:strVal val="#ppt_h"/>
                                          </p:val>
                                        </p:tav>
                                      </p:tavLst>
                                    </p:anim>
                                    <p:animEffect transition="in" filter="fade">
                                      <p:cBhvr>
                                        <p:cTn id="34" dur="750"/>
                                        <p:tgtEl>
                                          <p:spTgt spid="96"/>
                                        </p:tgtEl>
                                      </p:cBhvr>
                                    </p:animEffect>
                                  </p:childTnLst>
                                </p:cTn>
                              </p:par>
                              <p:par>
                                <p:cTn id="35" presetID="53" presetClass="entr" presetSubtype="16" fill="hold" nodeType="withEffect">
                                  <p:stCondLst>
                                    <p:cond delay="750"/>
                                  </p:stCondLst>
                                  <p:childTnLst>
                                    <p:set>
                                      <p:cBhvr>
                                        <p:cTn id="36" dur="1" fill="hold">
                                          <p:stCondLst>
                                            <p:cond delay="0"/>
                                          </p:stCondLst>
                                        </p:cTn>
                                        <p:tgtEl>
                                          <p:spTgt spid="99"/>
                                        </p:tgtEl>
                                        <p:attrNameLst>
                                          <p:attrName>style.visibility</p:attrName>
                                        </p:attrNameLst>
                                      </p:cBhvr>
                                      <p:to>
                                        <p:strVal val="visible"/>
                                      </p:to>
                                    </p:set>
                                    <p:anim calcmode="lin" valueType="num">
                                      <p:cBhvr>
                                        <p:cTn id="37" dur="750" fill="hold"/>
                                        <p:tgtEl>
                                          <p:spTgt spid="99"/>
                                        </p:tgtEl>
                                        <p:attrNameLst>
                                          <p:attrName>ppt_w</p:attrName>
                                        </p:attrNameLst>
                                      </p:cBhvr>
                                      <p:tavLst>
                                        <p:tav tm="0">
                                          <p:val>
                                            <p:fltVal val="0"/>
                                          </p:val>
                                        </p:tav>
                                        <p:tav tm="100000">
                                          <p:val>
                                            <p:strVal val="#ppt_w"/>
                                          </p:val>
                                        </p:tav>
                                      </p:tavLst>
                                    </p:anim>
                                    <p:anim calcmode="lin" valueType="num">
                                      <p:cBhvr>
                                        <p:cTn id="38" dur="750" fill="hold"/>
                                        <p:tgtEl>
                                          <p:spTgt spid="99"/>
                                        </p:tgtEl>
                                        <p:attrNameLst>
                                          <p:attrName>ppt_h</p:attrName>
                                        </p:attrNameLst>
                                      </p:cBhvr>
                                      <p:tavLst>
                                        <p:tav tm="0">
                                          <p:val>
                                            <p:fltVal val="0"/>
                                          </p:val>
                                        </p:tav>
                                        <p:tav tm="100000">
                                          <p:val>
                                            <p:strVal val="#ppt_h"/>
                                          </p:val>
                                        </p:tav>
                                      </p:tavLst>
                                    </p:anim>
                                    <p:animEffect transition="in" filter="fade">
                                      <p:cBhvr>
                                        <p:cTn id="39" dur="750"/>
                                        <p:tgtEl>
                                          <p:spTgt spid="99"/>
                                        </p:tgtEl>
                                      </p:cBhvr>
                                    </p:animEffect>
                                  </p:childTnLst>
                                </p:cTn>
                              </p:par>
                              <p:par>
                                <p:cTn id="40" presetID="53" presetClass="entr" presetSubtype="16" fill="hold" nodeType="withEffect">
                                  <p:stCondLst>
                                    <p:cond delay="750"/>
                                  </p:stCondLst>
                                  <p:childTnLst>
                                    <p:set>
                                      <p:cBhvr>
                                        <p:cTn id="41" dur="1" fill="hold">
                                          <p:stCondLst>
                                            <p:cond delay="0"/>
                                          </p:stCondLst>
                                        </p:cTn>
                                        <p:tgtEl>
                                          <p:spTgt spid="111"/>
                                        </p:tgtEl>
                                        <p:attrNameLst>
                                          <p:attrName>style.visibility</p:attrName>
                                        </p:attrNameLst>
                                      </p:cBhvr>
                                      <p:to>
                                        <p:strVal val="visible"/>
                                      </p:to>
                                    </p:set>
                                    <p:anim calcmode="lin" valueType="num">
                                      <p:cBhvr>
                                        <p:cTn id="42" dur="750" fill="hold"/>
                                        <p:tgtEl>
                                          <p:spTgt spid="111"/>
                                        </p:tgtEl>
                                        <p:attrNameLst>
                                          <p:attrName>ppt_w</p:attrName>
                                        </p:attrNameLst>
                                      </p:cBhvr>
                                      <p:tavLst>
                                        <p:tav tm="0">
                                          <p:val>
                                            <p:fltVal val="0"/>
                                          </p:val>
                                        </p:tav>
                                        <p:tav tm="100000">
                                          <p:val>
                                            <p:strVal val="#ppt_w"/>
                                          </p:val>
                                        </p:tav>
                                      </p:tavLst>
                                    </p:anim>
                                    <p:anim calcmode="lin" valueType="num">
                                      <p:cBhvr>
                                        <p:cTn id="43" dur="750" fill="hold"/>
                                        <p:tgtEl>
                                          <p:spTgt spid="111"/>
                                        </p:tgtEl>
                                        <p:attrNameLst>
                                          <p:attrName>ppt_h</p:attrName>
                                        </p:attrNameLst>
                                      </p:cBhvr>
                                      <p:tavLst>
                                        <p:tav tm="0">
                                          <p:val>
                                            <p:fltVal val="0"/>
                                          </p:val>
                                        </p:tav>
                                        <p:tav tm="100000">
                                          <p:val>
                                            <p:strVal val="#ppt_h"/>
                                          </p:val>
                                        </p:tav>
                                      </p:tavLst>
                                    </p:anim>
                                    <p:animEffect transition="in" filter="fade">
                                      <p:cBhvr>
                                        <p:cTn id="44" dur="750"/>
                                        <p:tgtEl>
                                          <p:spTgt spid="111"/>
                                        </p:tgtEl>
                                      </p:cBhvr>
                                    </p:animEffect>
                                  </p:childTnLst>
                                </p:cTn>
                              </p:par>
                              <p:par>
                                <p:cTn id="45" presetID="53" presetClass="entr" presetSubtype="16" fill="hold" nodeType="withEffect">
                                  <p:stCondLst>
                                    <p:cond delay="750"/>
                                  </p:stCondLst>
                                  <p:childTnLst>
                                    <p:set>
                                      <p:cBhvr>
                                        <p:cTn id="46" dur="1" fill="hold">
                                          <p:stCondLst>
                                            <p:cond delay="0"/>
                                          </p:stCondLst>
                                        </p:cTn>
                                        <p:tgtEl>
                                          <p:spTgt spid="105"/>
                                        </p:tgtEl>
                                        <p:attrNameLst>
                                          <p:attrName>style.visibility</p:attrName>
                                        </p:attrNameLst>
                                      </p:cBhvr>
                                      <p:to>
                                        <p:strVal val="visible"/>
                                      </p:to>
                                    </p:set>
                                    <p:anim calcmode="lin" valueType="num">
                                      <p:cBhvr>
                                        <p:cTn id="47" dur="750" fill="hold"/>
                                        <p:tgtEl>
                                          <p:spTgt spid="105"/>
                                        </p:tgtEl>
                                        <p:attrNameLst>
                                          <p:attrName>ppt_w</p:attrName>
                                        </p:attrNameLst>
                                      </p:cBhvr>
                                      <p:tavLst>
                                        <p:tav tm="0">
                                          <p:val>
                                            <p:fltVal val="0"/>
                                          </p:val>
                                        </p:tav>
                                        <p:tav tm="100000">
                                          <p:val>
                                            <p:strVal val="#ppt_w"/>
                                          </p:val>
                                        </p:tav>
                                      </p:tavLst>
                                    </p:anim>
                                    <p:anim calcmode="lin" valueType="num">
                                      <p:cBhvr>
                                        <p:cTn id="48" dur="750" fill="hold"/>
                                        <p:tgtEl>
                                          <p:spTgt spid="105"/>
                                        </p:tgtEl>
                                        <p:attrNameLst>
                                          <p:attrName>ppt_h</p:attrName>
                                        </p:attrNameLst>
                                      </p:cBhvr>
                                      <p:tavLst>
                                        <p:tav tm="0">
                                          <p:val>
                                            <p:fltVal val="0"/>
                                          </p:val>
                                        </p:tav>
                                        <p:tav tm="100000">
                                          <p:val>
                                            <p:strVal val="#ppt_h"/>
                                          </p:val>
                                        </p:tav>
                                      </p:tavLst>
                                    </p:anim>
                                    <p:animEffect transition="in" filter="fade">
                                      <p:cBhvr>
                                        <p:cTn id="49" dur="750"/>
                                        <p:tgtEl>
                                          <p:spTgt spid="105"/>
                                        </p:tgtEl>
                                      </p:cBhvr>
                                    </p:animEffect>
                                  </p:childTnLst>
                                </p:cTn>
                              </p:par>
                              <p:par>
                                <p:cTn id="50" presetID="53" presetClass="entr" presetSubtype="16" fill="hold" nodeType="withEffect">
                                  <p:stCondLst>
                                    <p:cond delay="750"/>
                                  </p:stCondLst>
                                  <p:childTnLst>
                                    <p:set>
                                      <p:cBhvr>
                                        <p:cTn id="51" dur="1" fill="hold">
                                          <p:stCondLst>
                                            <p:cond delay="0"/>
                                          </p:stCondLst>
                                        </p:cTn>
                                        <p:tgtEl>
                                          <p:spTgt spid="108"/>
                                        </p:tgtEl>
                                        <p:attrNameLst>
                                          <p:attrName>style.visibility</p:attrName>
                                        </p:attrNameLst>
                                      </p:cBhvr>
                                      <p:to>
                                        <p:strVal val="visible"/>
                                      </p:to>
                                    </p:set>
                                    <p:anim calcmode="lin" valueType="num">
                                      <p:cBhvr>
                                        <p:cTn id="52" dur="750" fill="hold"/>
                                        <p:tgtEl>
                                          <p:spTgt spid="108"/>
                                        </p:tgtEl>
                                        <p:attrNameLst>
                                          <p:attrName>ppt_w</p:attrName>
                                        </p:attrNameLst>
                                      </p:cBhvr>
                                      <p:tavLst>
                                        <p:tav tm="0">
                                          <p:val>
                                            <p:fltVal val="0"/>
                                          </p:val>
                                        </p:tav>
                                        <p:tav tm="100000">
                                          <p:val>
                                            <p:strVal val="#ppt_w"/>
                                          </p:val>
                                        </p:tav>
                                      </p:tavLst>
                                    </p:anim>
                                    <p:anim calcmode="lin" valueType="num">
                                      <p:cBhvr>
                                        <p:cTn id="53" dur="750" fill="hold"/>
                                        <p:tgtEl>
                                          <p:spTgt spid="108"/>
                                        </p:tgtEl>
                                        <p:attrNameLst>
                                          <p:attrName>ppt_h</p:attrName>
                                        </p:attrNameLst>
                                      </p:cBhvr>
                                      <p:tavLst>
                                        <p:tav tm="0">
                                          <p:val>
                                            <p:fltVal val="0"/>
                                          </p:val>
                                        </p:tav>
                                        <p:tav tm="100000">
                                          <p:val>
                                            <p:strVal val="#ppt_h"/>
                                          </p:val>
                                        </p:tav>
                                      </p:tavLst>
                                    </p:anim>
                                    <p:animEffect transition="in" filter="fade">
                                      <p:cBhvr>
                                        <p:cTn id="54" dur="750"/>
                                        <p:tgtEl>
                                          <p:spTgt spid="108"/>
                                        </p:tgtEl>
                                      </p:cBhvr>
                                    </p:animEffect>
                                  </p:childTnLst>
                                </p:cTn>
                              </p:par>
                              <p:par>
                                <p:cTn id="55" presetID="53" presetClass="entr" presetSubtype="16" fill="hold" nodeType="withEffect">
                                  <p:stCondLst>
                                    <p:cond delay="750"/>
                                  </p:stCondLst>
                                  <p:childTnLst>
                                    <p:set>
                                      <p:cBhvr>
                                        <p:cTn id="56" dur="1" fill="hold">
                                          <p:stCondLst>
                                            <p:cond delay="0"/>
                                          </p:stCondLst>
                                        </p:cTn>
                                        <p:tgtEl>
                                          <p:spTgt spid="114"/>
                                        </p:tgtEl>
                                        <p:attrNameLst>
                                          <p:attrName>style.visibility</p:attrName>
                                        </p:attrNameLst>
                                      </p:cBhvr>
                                      <p:to>
                                        <p:strVal val="visible"/>
                                      </p:to>
                                    </p:set>
                                    <p:anim calcmode="lin" valueType="num">
                                      <p:cBhvr>
                                        <p:cTn id="57" dur="750" fill="hold"/>
                                        <p:tgtEl>
                                          <p:spTgt spid="114"/>
                                        </p:tgtEl>
                                        <p:attrNameLst>
                                          <p:attrName>ppt_w</p:attrName>
                                        </p:attrNameLst>
                                      </p:cBhvr>
                                      <p:tavLst>
                                        <p:tav tm="0">
                                          <p:val>
                                            <p:fltVal val="0"/>
                                          </p:val>
                                        </p:tav>
                                        <p:tav tm="100000">
                                          <p:val>
                                            <p:strVal val="#ppt_w"/>
                                          </p:val>
                                        </p:tav>
                                      </p:tavLst>
                                    </p:anim>
                                    <p:anim calcmode="lin" valueType="num">
                                      <p:cBhvr>
                                        <p:cTn id="58" dur="750" fill="hold"/>
                                        <p:tgtEl>
                                          <p:spTgt spid="114"/>
                                        </p:tgtEl>
                                        <p:attrNameLst>
                                          <p:attrName>ppt_h</p:attrName>
                                        </p:attrNameLst>
                                      </p:cBhvr>
                                      <p:tavLst>
                                        <p:tav tm="0">
                                          <p:val>
                                            <p:fltVal val="0"/>
                                          </p:val>
                                        </p:tav>
                                        <p:tav tm="100000">
                                          <p:val>
                                            <p:strVal val="#ppt_h"/>
                                          </p:val>
                                        </p:tav>
                                      </p:tavLst>
                                    </p:anim>
                                    <p:animEffect transition="in" filter="fade">
                                      <p:cBhvr>
                                        <p:cTn id="59" dur="750"/>
                                        <p:tgtEl>
                                          <p:spTgt spid="114"/>
                                        </p:tgtEl>
                                      </p:cBhvr>
                                    </p:animEffect>
                                  </p:childTnLst>
                                </p:cTn>
                              </p:par>
                              <p:par>
                                <p:cTn id="60" presetID="53" presetClass="entr" presetSubtype="16" fill="hold" nodeType="withEffect">
                                  <p:stCondLst>
                                    <p:cond delay="750"/>
                                  </p:stCondLst>
                                  <p:childTnLst>
                                    <p:set>
                                      <p:cBhvr>
                                        <p:cTn id="61" dur="1" fill="hold">
                                          <p:stCondLst>
                                            <p:cond delay="0"/>
                                          </p:stCondLst>
                                        </p:cTn>
                                        <p:tgtEl>
                                          <p:spTgt spid="117"/>
                                        </p:tgtEl>
                                        <p:attrNameLst>
                                          <p:attrName>style.visibility</p:attrName>
                                        </p:attrNameLst>
                                      </p:cBhvr>
                                      <p:to>
                                        <p:strVal val="visible"/>
                                      </p:to>
                                    </p:set>
                                    <p:anim calcmode="lin" valueType="num">
                                      <p:cBhvr>
                                        <p:cTn id="62" dur="750" fill="hold"/>
                                        <p:tgtEl>
                                          <p:spTgt spid="117"/>
                                        </p:tgtEl>
                                        <p:attrNameLst>
                                          <p:attrName>ppt_w</p:attrName>
                                        </p:attrNameLst>
                                      </p:cBhvr>
                                      <p:tavLst>
                                        <p:tav tm="0">
                                          <p:val>
                                            <p:fltVal val="0"/>
                                          </p:val>
                                        </p:tav>
                                        <p:tav tm="100000">
                                          <p:val>
                                            <p:strVal val="#ppt_w"/>
                                          </p:val>
                                        </p:tav>
                                      </p:tavLst>
                                    </p:anim>
                                    <p:anim calcmode="lin" valueType="num">
                                      <p:cBhvr>
                                        <p:cTn id="63" dur="750" fill="hold"/>
                                        <p:tgtEl>
                                          <p:spTgt spid="117"/>
                                        </p:tgtEl>
                                        <p:attrNameLst>
                                          <p:attrName>ppt_h</p:attrName>
                                        </p:attrNameLst>
                                      </p:cBhvr>
                                      <p:tavLst>
                                        <p:tav tm="0">
                                          <p:val>
                                            <p:fltVal val="0"/>
                                          </p:val>
                                        </p:tav>
                                        <p:tav tm="100000">
                                          <p:val>
                                            <p:strVal val="#ppt_h"/>
                                          </p:val>
                                        </p:tav>
                                      </p:tavLst>
                                    </p:anim>
                                    <p:animEffect transition="in" filter="fade">
                                      <p:cBhvr>
                                        <p:cTn id="64" dur="750"/>
                                        <p:tgtEl>
                                          <p:spTgt spid="117"/>
                                        </p:tgtEl>
                                      </p:cBhvr>
                                    </p:animEffect>
                                  </p:childTnLst>
                                </p:cTn>
                              </p:par>
                              <p:par>
                                <p:cTn id="65" presetID="53" presetClass="entr" presetSubtype="16" fill="hold" grpId="0" nodeType="withEffect">
                                  <p:stCondLst>
                                    <p:cond delay="750"/>
                                  </p:stCondLst>
                                  <p:childTnLst>
                                    <p:set>
                                      <p:cBhvr>
                                        <p:cTn id="66" dur="1" fill="hold">
                                          <p:stCondLst>
                                            <p:cond delay="0"/>
                                          </p:stCondLst>
                                        </p:cTn>
                                        <p:tgtEl>
                                          <p:spTgt spid="92"/>
                                        </p:tgtEl>
                                        <p:attrNameLst>
                                          <p:attrName>style.visibility</p:attrName>
                                        </p:attrNameLst>
                                      </p:cBhvr>
                                      <p:to>
                                        <p:strVal val="visible"/>
                                      </p:to>
                                    </p:set>
                                    <p:anim calcmode="lin" valueType="num">
                                      <p:cBhvr>
                                        <p:cTn id="67" dur="750" fill="hold"/>
                                        <p:tgtEl>
                                          <p:spTgt spid="92"/>
                                        </p:tgtEl>
                                        <p:attrNameLst>
                                          <p:attrName>ppt_w</p:attrName>
                                        </p:attrNameLst>
                                      </p:cBhvr>
                                      <p:tavLst>
                                        <p:tav tm="0">
                                          <p:val>
                                            <p:fltVal val="0"/>
                                          </p:val>
                                        </p:tav>
                                        <p:tav tm="100000">
                                          <p:val>
                                            <p:strVal val="#ppt_w"/>
                                          </p:val>
                                        </p:tav>
                                      </p:tavLst>
                                    </p:anim>
                                    <p:anim calcmode="lin" valueType="num">
                                      <p:cBhvr>
                                        <p:cTn id="68" dur="750" fill="hold"/>
                                        <p:tgtEl>
                                          <p:spTgt spid="92"/>
                                        </p:tgtEl>
                                        <p:attrNameLst>
                                          <p:attrName>ppt_h</p:attrName>
                                        </p:attrNameLst>
                                      </p:cBhvr>
                                      <p:tavLst>
                                        <p:tav tm="0">
                                          <p:val>
                                            <p:fltVal val="0"/>
                                          </p:val>
                                        </p:tav>
                                        <p:tav tm="100000">
                                          <p:val>
                                            <p:strVal val="#ppt_h"/>
                                          </p:val>
                                        </p:tav>
                                      </p:tavLst>
                                    </p:anim>
                                    <p:animEffect transition="in" filter="fade">
                                      <p:cBhvr>
                                        <p:cTn id="69" dur="750"/>
                                        <p:tgtEl>
                                          <p:spTgt spid="92"/>
                                        </p:tgtEl>
                                      </p:cBhvr>
                                    </p:animEffect>
                                  </p:childTnLst>
                                </p:cTn>
                              </p:par>
                              <p:par>
                                <p:cTn id="70" presetID="53" presetClass="entr" presetSubtype="16" fill="hold" grpId="0" nodeType="withEffect">
                                  <p:stCondLst>
                                    <p:cond delay="750"/>
                                  </p:stCondLst>
                                  <p:childTnLst>
                                    <p:set>
                                      <p:cBhvr>
                                        <p:cTn id="71" dur="1" fill="hold">
                                          <p:stCondLst>
                                            <p:cond delay="0"/>
                                          </p:stCondLst>
                                        </p:cTn>
                                        <p:tgtEl>
                                          <p:spTgt spid="2"/>
                                        </p:tgtEl>
                                        <p:attrNameLst>
                                          <p:attrName>style.visibility</p:attrName>
                                        </p:attrNameLst>
                                      </p:cBhvr>
                                      <p:to>
                                        <p:strVal val="visible"/>
                                      </p:to>
                                    </p:set>
                                    <p:anim calcmode="lin" valueType="num">
                                      <p:cBhvr>
                                        <p:cTn id="72" dur="750" fill="hold"/>
                                        <p:tgtEl>
                                          <p:spTgt spid="2"/>
                                        </p:tgtEl>
                                        <p:attrNameLst>
                                          <p:attrName>ppt_w</p:attrName>
                                        </p:attrNameLst>
                                      </p:cBhvr>
                                      <p:tavLst>
                                        <p:tav tm="0">
                                          <p:val>
                                            <p:fltVal val="0"/>
                                          </p:val>
                                        </p:tav>
                                        <p:tav tm="100000">
                                          <p:val>
                                            <p:strVal val="#ppt_w"/>
                                          </p:val>
                                        </p:tav>
                                      </p:tavLst>
                                    </p:anim>
                                    <p:anim calcmode="lin" valueType="num">
                                      <p:cBhvr>
                                        <p:cTn id="73" dur="750" fill="hold"/>
                                        <p:tgtEl>
                                          <p:spTgt spid="2"/>
                                        </p:tgtEl>
                                        <p:attrNameLst>
                                          <p:attrName>ppt_h</p:attrName>
                                        </p:attrNameLst>
                                      </p:cBhvr>
                                      <p:tavLst>
                                        <p:tav tm="0">
                                          <p:val>
                                            <p:fltVal val="0"/>
                                          </p:val>
                                        </p:tav>
                                        <p:tav tm="100000">
                                          <p:val>
                                            <p:strVal val="#ppt_h"/>
                                          </p:val>
                                        </p:tav>
                                      </p:tavLst>
                                    </p:anim>
                                    <p:animEffect transition="in" filter="fade">
                                      <p:cBhvr>
                                        <p:cTn id="74" dur="750"/>
                                        <p:tgtEl>
                                          <p:spTgt spid="2"/>
                                        </p:tgtEl>
                                      </p:cBhvr>
                                    </p:animEffect>
                                  </p:childTnLst>
                                </p:cTn>
                              </p:par>
                              <p:par>
                                <p:cTn id="75" presetID="53" presetClass="entr" presetSubtype="16" fill="hold" grpId="0" nodeType="withEffect">
                                  <p:stCondLst>
                                    <p:cond delay="750"/>
                                  </p:stCondLst>
                                  <p:childTnLst>
                                    <p:set>
                                      <p:cBhvr>
                                        <p:cTn id="76" dur="1" fill="hold">
                                          <p:stCondLst>
                                            <p:cond delay="0"/>
                                          </p:stCondLst>
                                        </p:cTn>
                                        <p:tgtEl>
                                          <p:spTgt spid="4"/>
                                        </p:tgtEl>
                                        <p:attrNameLst>
                                          <p:attrName>style.visibility</p:attrName>
                                        </p:attrNameLst>
                                      </p:cBhvr>
                                      <p:to>
                                        <p:strVal val="visible"/>
                                      </p:to>
                                    </p:set>
                                    <p:anim calcmode="lin" valueType="num">
                                      <p:cBhvr>
                                        <p:cTn id="77" dur="750" fill="hold"/>
                                        <p:tgtEl>
                                          <p:spTgt spid="4"/>
                                        </p:tgtEl>
                                        <p:attrNameLst>
                                          <p:attrName>ppt_w</p:attrName>
                                        </p:attrNameLst>
                                      </p:cBhvr>
                                      <p:tavLst>
                                        <p:tav tm="0">
                                          <p:val>
                                            <p:fltVal val="0"/>
                                          </p:val>
                                        </p:tav>
                                        <p:tav tm="100000">
                                          <p:val>
                                            <p:strVal val="#ppt_w"/>
                                          </p:val>
                                        </p:tav>
                                      </p:tavLst>
                                    </p:anim>
                                    <p:anim calcmode="lin" valueType="num">
                                      <p:cBhvr>
                                        <p:cTn id="78" dur="750" fill="hold"/>
                                        <p:tgtEl>
                                          <p:spTgt spid="4"/>
                                        </p:tgtEl>
                                        <p:attrNameLst>
                                          <p:attrName>ppt_h</p:attrName>
                                        </p:attrNameLst>
                                      </p:cBhvr>
                                      <p:tavLst>
                                        <p:tav tm="0">
                                          <p:val>
                                            <p:fltVal val="0"/>
                                          </p:val>
                                        </p:tav>
                                        <p:tav tm="100000">
                                          <p:val>
                                            <p:strVal val="#ppt_h"/>
                                          </p:val>
                                        </p:tav>
                                      </p:tavLst>
                                    </p:anim>
                                    <p:animEffect transition="in" filter="fade">
                                      <p:cBhvr>
                                        <p:cTn id="79" dur="750"/>
                                        <p:tgtEl>
                                          <p:spTgt spid="4"/>
                                        </p:tgtEl>
                                      </p:cBhvr>
                                    </p:animEffect>
                                  </p:childTnLst>
                                </p:cTn>
                              </p:par>
                              <p:par>
                                <p:cTn id="80" presetID="53" presetClass="entr" presetSubtype="16" fill="hold" grpId="0" nodeType="withEffect">
                                  <p:stCondLst>
                                    <p:cond delay="750"/>
                                  </p:stCondLst>
                                  <p:childTnLst>
                                    <p:set>
                                      <p:cBhvr>
                                        <p:cTn id="81" dur="1" fill="hold">
                                          <p:stCondLst>
                                            <p:cond delay="0"/>
                                          </p:stCondLst>
                                        </p:cTn>
                                        <p:tgtEl>
                                          <p:spTgt spid="3"/>
                                        </p:tgtEl>
                                        <p:attrNameLst>
                                          <p:attrName>style.visibility</p:attrName>
                                        </p:attrNameLst>
                                      </p:cBhvr>
                                      <p:to>
                                        <p:strVal val="visible"/>
                                      </p:to>
                                    </p:set>
                                    <p:anim calcmode="lin" valueType="num">
                                      <p:cBhvr>
                                        <p:cTn id="82" dur="750" fill="hold"/>
                                        <p:tgtEl>
                                          <p:spTgt spid="3"/>
                                        </p:tgtEl>
                                        <p:attrNameLst>
                                          <p:attrName>ppt_w</p:attrName>
                                        </p:attrNameLst>
                                      </p:cBhvr>
                                      <p:tavLst>
                                        <p:tav tm="0">
                                          <p:val>
                                            <p:fltVal val="0"/>
                                          </p:val>
                                        </p:tav>
                                        <p:tav tm="100000">
                                          <p:val>
                                            <p:strVal val="#ppt_w"/>
                                          </p:val>
                                        </p:tav>
                                      </p:tavLst>
                                    </p:anim>
                                    <p:anim calcmode="lin" valueType="num">
                                      <p:cBhvr>
                                        <p:cTn id="83" dur="750" fill="hold"/>
                                        <p:tgtEl>
                                          <p:spTgt spid="3"/>
                                        </p:tgtEl>
                                        <p:attrNameLst>
                                          <p:attrName>ppt_h</p:attrName>
                                        </p:attrNameLst>
                                      </p:cBhvr>
                                      <p:tavLst>
                                        <p:tav tm="0">
                                          <p:val>
                                            <p:fltVal val="0"/>
                                          </p:val>
                                        </p:tav>
                                        <p:tav tm="100000">
                                          <p:val>
                                            <p:strVal val="#ppt_h"/>
                                          </p:val>
                                        </p:tav>
                                      </p:tavLst>
                                    </p:anim>
                                    <p:animEffect transition="in" filter="fade">
                                      <p:cBhvr>
                                        <p:cTn id="84" dur="750"/>
                                        <p:tgtEl>
                                          <p:spTgt spid="3"/>
                                        </p:tgtEl>
                                      </p:cBhvr>
                                    </p:animEffect>
                                  </p:childTnLst>
                                </p:cTn>
                              </p:par>
                              <p:par>
                                <p:cTn id="85" presetID="8" presetClass="emph" presetSubtype="0" decel="100000" fill="hold" nodeType="withEffect">
                                  <p:stCondLst>
                                    <p:cond delay="750"/>
                                  </p:stCondLst>
                                  <p:childTnLst>
                                    <p:animRot by="21600000">
                                      <p:cBhvr>
                                        <p:cTn id="86" dur="1500" fill="hold"/>
                                        <p:tgtEl>
                                          <p:spTgt spid="102"/>
                                        </p:tgtEl>
                                        <p:attrNameLst>
                                          <p:attrName>r</p:attrName>
                                        </p:attrNameLst>
                                      </p:cBhvr>
                                    </p:animRot>
                                  </p:childTnLst>
                                </p:cTn>
                              </p:par>
                              <p:par>
                                <p:cTn id="87" presetID="8" presetClass="emph" presetSubtype="0" decel="100000" fill="hold" nodeType="withEffect">
                                  <p:stCondLst>
                                    <p:cond delay="750"/>
                                  </p:stCondLst>
                                  <p:childTnLst>
                                    <p:animRot by="21600000">
                                      <p:cBhvr>
                                        <p:cTn id="88" dur="1500" fill="hold"/>
                                        <p:tgtEl>
                                          <p:spTgt spid="93"/>
                                        </p:tgtEl>
                                        <p:attrNameLst>
                                          <p:attrName>r</p:attrName>
                                        </p:attrNameLst>
                                      </p:cBhvr>
                                    </p:animRot>
                                  </p:childTnLst>
                                </p:cTn>
                              </p:par>
                              <p:par>
                                <p:cTn id="89" presetID="8" presetClass="emph" presetSubtype="0" decel="100000" fill="hold" nodeType="withEffect">
                                  <p:stCondLst>
                                    <p:cond delay="750"/>
                                  </p:stCondLst>
                                  <p:childTnLst>
                                    <p:animRot by="21600000">
                                      <p:cBhvr>
                                        <p:cTn id="90" dur="1500" fill="hold"/>
                                        <p:tgtEl>
                                          <p:spTgt spid="96"/>
                                        </p:tgtEl>
                                        <p:attrNameLst>
                                          <p:attrName>r</p:attrName>
                                        </p:attrNameLst>
                                      </p:cBhvr>
                                    </p:animRot>
                                  </p:childTnLst>
                                </p:cTn>
                              </p:par>
                              <p:par>
                                <p:cTn id="91" presetID="8" presetClass="emph" presetSubtype="0" decel="100000" fill="hold" nodeType="withEffect">
                                  <p:stCondLst>
                                    <p:cond delay="750"/>
                                  </p:stCondLst>
                                  <p:childTnLst>
                                    <p:animRot by="21600000">
                                      <p:cBhvr>
                                        <p:cTn id="92" dur="1500" fill="hold"/>
                                        <p:tgtEl>
                                          <p:spTgt spid="99"/>
                                        </p:tgtEl>
                                        <p:attrNameLst>
                                          <p:attrName>r</p:attrName>
                                        </p:attrNameLst>
                                      </p:cBhvr>
                                    </p:animRot>
                                  </p:childTnLst>
                                </p:cTn>
                              </p:par>
                              <p:par>
                                <p:cTn id="93" presetID="8" presetClass="emph" presetSubtype="0" decel="100000" fill="hold" nodeType="withEffect">
                                  <p:stCondLst>
                                    <p:cond delay="750"/>
                                  </p:stCondLst>
                                  <p:childTnLst>
                                    <p:animRot by="21600000">
                                      <p:cBhvr>
                                        <p:cTn id="94" dur="1500" fill="hold"/>
                                        <p:tgtEl>
                                          <p:spTgt spid="111"/>
                                        </p:tgtEl>
                                        <p:attrNameLst>
                                          <p:attrName>r</p:attrName>
                                        </p:attrNameLst>
                                      </p:cBhvr>
                                    </p:animRot>
                                  </p:childTnLst>
                                </p:cTn>
                              </p:par>
                              <p:par>
                                <p:cTn id="95" presetID="8" presetClass="emph" presetSubtype="0" decel="100000" fill="hold" nodeType="withEffect">
                                  <p:stCondLst>
                                    <p:cond delay="750"/>
                                  </p:stCondLst>
                                  <p:childTnLst>
                                    <p:animRot by="21600000">
                                      <p:cBhvr>
                                        <p:cTn id="96" dur="1500" fill="hold"/>
                                        <p:tgtEl>
                                          <p:spTgt spid="105"/>
                                        </p:tgtEl>
                                        <p:attrNameLst>
                                          <p:attrName>r</p:attrName>
                                        </p:attrNameLst>
                                      </p:cBhvr>
                                    </p:animRot>
                                  </p:childTnLst>
                                </p:cTn>
                              </p:par>
                              <p:par>
                                <p:cTn id="97" presetID="8" presetClass="emph" presetSubtype="0" decel="100000" fill="hold" nodeType="withEffect">
                                  <p:stCondLst>
                                    <p:cond delay="750"/>
                                  </p:stCondLst>
                                  <p:childTnLst>
                                    <p:animRot by="21600000">
                                      <p:cBhvr>
                                        <p:cTn id="98" dur="1500" fill="hold"/>
                                        <p:tgtEl>
                                          <p:spTgt spid="108"/>
                                        </p:tgtEl>
                                        <p:attrNameLst>
                                          <p:attrName>r</p:attrName>
                                        </p:attrNameLst>
                                      </p:cBhvr>
                                    </p:animRot>
                                  </p:childTnLst>
                                </p:cTn>
                              </p:par>
                              <p:par>
                                <p:cTn id="99" presetID="8" presetClass="emph" presetSubtype="0" decel="100000" fill="hold" nodeType="withEffect">
                                  <p:stCondLst>
                                    <p:cond delay="750"/>
                                  </p:stCondLst>
                                  <p:childTnLst>
                                    <p:animRot by="21600000">
                                      <p:cBhvr>
                                        <p:cTn id="100" dur="1500" fill="hold"/>
                                        <p:tgtEl>
                                          <p:spTgt spid="114"/>
                                        </p:tgtEl>
                                        <p:attrNameLst>
                                          <p:attrName>r</p:attrName>
                                        </p:attrNameLst>
                                      </p:cBhvr>
                                    </p:animRot>
                                  </p:childTnLst>
                                </p:cTn>
                              </p:par>
                              <p:par>
                                <p:cTn id="101" presetID="8" presetClass="emph" presetSubtype="0" decel="100000" fill="hold" nodeType="withEffect">
                                  <p:stCondLst>
                                    <p:cond delay="750"/>
                                  </p:stCondLst>
                                  <p:childTnLst>
                                    <p:animRot by="21600000">
                                      <p:cBhvr>
                                        <p:cTn id="102" dur="1500" fill="hold"/>
                                        <p:tgtEl>
                                          <p:spTgt spid="117"/>
                                        </p:tgtEl>
                                        <p:attrNameLst>
                                          <p:attrName>r</p:attrName>
                                        </p:attrNameLst>
                                      </p:cBhvr>
                                    </p:animRot>
                                  </p:childTnLst>
                                </p:cTn>
                              </p:par>
                              <p:par>
                                <p:cTn id="103" presetID="8" presetClass="emph" presetSubtype="0" decel="100000" fill="hold" grpId="1" nodeType="withEffect">
                                  <p:stCondLst>
                                    <p:cond delay="750"/>
                                  </p:stCondLst>
                                  <p:childTnLst>
                                    <p:animRot by="21600000">
                                      <p:cBhvr>
                                        <p:cTn id="104" dur="1500" fill="hold"/>
                                        <p:tgtEl>
                                          <p:spTgt spid="92"/>
                                        </p:tgtEl>
                                        <p:attrNameLst>
                                          <p:attrName>r</p:attrName>
                                        </p:attrNameLst>
                                      </p:cBhvr>
                                    </p:animRot>
                                  </p:childTnLst>
                                </p:cTn>
                              </p:par>
                              <p:par>
                                <p:cTn id="105" presetID="8" presetClass="emph" presetSubtype="0" decel="100000" fill="hold" grpId="1" nodeType="withEffect">
                                  <p:stCondLst>
                                    <p:cond delay="750"/>
                                  </p:stCondLst>
                                  <p:childTnLst>
                                    <p:animRot by="21600000">
                                      <p:cBhvr>
                                        <p:cTn id="106" dur="1500" fill="hold"/>
                                        <p:tgtEl>
                                          <p:spTgt spid="2"/>
                                        </p:tgtEl>
                                        <p:attrNameLst>
                                          <p:attrName>r</p:attrName>
                                        </p:attrNameLst>
                                      </p:cBhvr>
                                    </p:animRot>
                                  </p:childTnLst>
                                </p:cTn>
                              </p:par>
                              <p:par>
                                <p:cTn id="107" presetID="8" presetClass="emph" presetSubtype="0" decel="100000" fill="hold" grpId="1" nodeType="withEffect">
                                  <p:stCondLst>
                                    <p:cond delay="750"/>
                                  </p:stCondLst>
                                  <p:childTnLst>
                                    <p:animRot by="21600000">
                                      <p:cBhvr>
                                        <p:cTn id="108" dur="1500" fill="hold"/>
                                        <p:tgtEl>
                                          <p:spTgt spid="4"/>
                                        </p:tgtEl>
                                        <p:attrNameLst>
                                          <p:attrName>r</p:attrName>
                                        </p:attrNameLst>
                                      </p:cBhvr>
                                    </p:animRot>
                                  </p:childTnLst>
                                </p:cTn>
                              </p:par>
                              <p:par>
                                <p:cTn id="109" presetID="8" presetClass="emph" presetSubtype="0" decel="100000" fill="hold" grpId="1" nodeType="withEffect">
                                  <p:stCondLst>
                                    <p:cond delay="750"/>
                                  </p:stCondLst>
                                  <p:childTnLst>
                                    <p:animRot by="21600000">
                                      <p:cBhvr>
                                        <p:cTn id="110" dur="1500" fill="hold"/>
                                        <p:tgtEl>
                                          <p:spTgt spid="3"/>
                                        </p:tgtEl>
                                        <p:attrNameLst>
                                          <p:attrName>r</p:attrName>
                                        </p:attrNameLst>
                                      </p:cBhvr>
                                    </p:animRot>
                                  </p:childTnLst>
                                </p:cTn>
                              </p:par>
                              <p:par>
                                <p:cTn id="111" presetID="1" presetClass="entr" presetSubtype="0" fill="hold" grpId="0" nodeType="withEffect">
                                  <p:stCondLst>
                                    <p:cond delay="2250"/>
                                  </p:stCondLst>
                                  <p:childTnLst>
                                    <p:set>
                                      <p:cBhvr>
                                        <p:cTn id="112" dur="1" fill="hold">
                                          <p:stCondLst>
                                            <p:cond delay="0"/>
                                          </p:stCondLst>
                                        </p:cTn>
                                        <p:tgtEl>
                                          <p:spTgt spid="91"/>
                                        </p:tgtEl>
                                        <p:attrNameLst>
                                          <p:attrName>style.visibility</p:attrName>
                                        </p:attrNameLst>
                                      </p:cBhvr>
                                      <p:to>
                                        <p:strVal val="visible"/>
                                      </p:to>
                                    </p:set>
                                  </p:childTnLst>
                                </p:cTn>
                              </p:par>
                              <p:par>
                                <p:cTn id="113" presetID="1" presetClass="entr" presetSubtype="0" fill="hold" grpId="0" nodeType="withEffect">
                                  <p:stCondLst>
                                    <p:cond delay="2250"/>
                                  </p:stCondLst>
                                  <p:childTnLst>
                                    <p:set>
                                      <p:cBhvr>
                                        <p:cTn id="114" dur="1" fill="hold">
                                          <p:stCondLst>
                                            <p:cond delay="0"/>
                                          </p:stCondLst>
                                        </p:cTn>
                                        <p:tgtEl>
                                          <p:spTgt spid="90"/>
                                        </p:tgtEl>
                                        <p:attrNameLst>
                                          <p:attrName>style.visibility</p:attrName>
                                        </p:attrNameLst>
                                      </p:cBhvr>
                                      <p:to>
                                        <p:strVal val="visible"/>
                                      </p:to>
                                    </p:set>
                                  </p:childTnLst>
                                </p:cTn>
                              </p:par>
                              <p:par>
                                <p:cTn id="115" presetID="1" presetClass="entr" presetSubtype="0" fill="hold" grpId="0" nodeType="withEffect">
                                  <p:stCondLst>
                                    <p:cond delay="2250"/>
                                  </p:stCondLst>
                                  <p:childTnLst>
                                    <p:set>
                                      <p:cBhvr>
                                        <p:cTn id="116" dur="1" fill="hold">
                                          <p:stCondLst>
                                            <p:cond delay="0"/>
                                          </p:stCondLst>
                                        </p:cTn>
                                        <p:tgtEl>
                                          <p:spTgt spid="89"/>
                                        </p:tgtEl>
                                        <p:attrNameLst>
                                          <p:attrName>style.visibility</p:attrName>
                                        </p:attrNameLst>
                                      </p:cBhvr>
                                      <p:to>
                                        <p:strVal val="visible"/>
                                      </p:to>
                                    </p:set>
                                  </p:childTnLst>
                                </p:cTn>
                              </p:par>
                              <p:par>
                                <p:cTn id="117" presetID="1" presetClass="entr" presetSubtype="0" fill="hold" grpId="0" nodeType="withEffect">
                                  <p:stCondLst>
                                    <p:cond delay="2250"/>
                                  </p:stCondLst>
                                  <p:childTnLst>
                                    <p:set>
                                      <p:cBhvr>
                                        <p:cTn id="118" dur="1" fill="hold">
                                          <p:stCondLst>
                                            <p:cond delay="0"/>
                                          </p:stCondLst>
                                        </p:cTn>
                                        <p:tgtEl>
                                          <p:spTgt spid="88"/>
                                        </p:tgtEl>
                                        <p:attrNameLst>
                                          <p:attrName>style.visibility</p:attrName>
                                        </p:attrNameLst>
                                      </p:cBhvr>
                                      <p:to>
                                        <p:strVal val="visible"/>
                                      </p:to>
                                    </p:set>
                                  </p:childTnLst>
                                </p:cTn>
                              </p:par>
                              <p:par>
                                <p:cTn id="119" presetID="1" presetClass="entr" presetSubtype="0" fill="hold" grpId="0" nodeType="withEffect">
                                  <p:stCondLst>
                                    <p:cond delay="2250"/>
                                  </p:stCondLst>
                                  <p:childTnLst>
                                    <p:set>
                                      <p:cBhvr>
                                        <p:cTn id="120" dur="1" fill="hold">
                                          <p:stCondLst>
                                            <p:cond delay="0"/>
                                          </p:stCondLst>
                                        </p:cTn>
                                        <p:tgtEl>
                                          <p:spTgt spid="87"/>
                                        </p:tgtEl>
                                        <p:attrNameLst>
                                          <p:attrName>style.visibility</p:attrName>
                                        </p:attrNameLst>
                                      </p:cBhvr>
                                      <p:to>
                                        <p:strVal val="visible"/>
                                      </p:to>
                                    </p:set>
                                  </p:childTnLst>
                                </p:cTn>
                              </p:par>
                              <p:par>
                                <p:cTn id="121" presetID="1" presetClass="entr" presetSubtype="0" fill="hold" grpId="0" nodeType="withEffect">
                                  <p:stCondLst>
                                    <p:cond delay="2250"/>
                                  </p:stCondLst>
                                  <p:childTnLst>
                                    <p:set>
                                      <p:cBhvr>
                                        <p:cTn id="122" dur="1" fill="hold">
                                          <p:stCondLst>
                                            <p:cond delay="0"/>
                                          </p:stCondLst>
                                        </p:cTn>
                                        <p:tgtEl>
                                          <p:spTgt spid="86"/>
                                        </p:tgtEl>
                                        <p:attrNameLst>
                                          <p:attrName>style.visibility</p:attrName>
                                        </p:attrNameLst>
                                      </p:cBhvr>
                                      <p:to>
                                        <p:strVal val="visible"/>
                                      </p:to>
                                    </p:set>
                                  </p:childTnLst>
                                </p:cTn>
                              </p:par>
                              <p:par>
                                <p:cTn id="123" presetID="1" presetClass="entr" presetSubtype="0" fill="hold" grpId="0" nodeType="withEffect">
                                  <p:stCondLst>
                                    <p:cond delay="2250"/>
                                  </p:stCondLst>
                                  <p:childTnLst>
                                    <p:set>
                                      <p:cBhvr>
                                        <p:cTn id="124" dur="1" fill="hold">
                                          <p:stCondLst>
                                            <p:cond delay="0"/>
                                          </p:stCondLst>
                                        </p:cTn>
                                        <p:tgtEl>
                                          <p:spTgt spid="85"/>
                                        </p:tgtEl>
                                        <p:attrNameLst>
                                          <p:attrName>style.visibility</p:attrName>
                                        </p:attrNameLst>
                                      </p:cBhvr>
                                      <p:to>
                                        <p:strVal val="visible"/>
                                      </p:to>
                                    </p:set>
                                  </p:childTnLst>
                                </p:cTn>
                              </p:par>
                              <p:par>
                                <p:cTn id="125" presetID="1" presetClass="entr" presetSubtype="0" fill="hold" grpId="0" nodeType="withEffect">
                                  <p:stCondLst>
                                    <p:cond delay="2250"/>
                                  </p:stCondLst>
                                  <p:childTnLst>
                                    <p:set>
                                      <p:cBhvr>
                                        <p:cTn id="12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animBg="1"/>
      <p:bldP spid="86" grpId="0" animBg="1"/>
      <p:bldP spid="87" grpId="0" animBg="1"/>
      <p:bldP spid="88" grpId="0" animBg="1"/>
      <p:bldP spid="89" grpId="0" animBg="1"/>
      <p:bldP spid="90" grpId="0" animBg="1"/>
      <p:bldP spid="91" grpId="0" animBg="1"/>
      <p:bldP spid="92" grpId="0" animBg="1"/>
      <p:bldP spid="92" grpId="1" animBg="1"/>
      <p:bldP spid="20" grpId="0"/>
      <p:bldP spid="20" grpId="1"/>
      <p:bldP spid="21" grpId="0"/>
      <p:bldP spid="21" grpId="1"/>
      <p:bldP spid="2" grpId="0" animBg="1"/>
      <p:bldP spid="2" grpId="1" animBg="1"/>
      <p:bldP spid="3" grpId="0" animBg="1"/>
      <p:bldP spid="3" grpId="1" animBg="1"/>
      <p:bldP spid="4" grpId="0" animBg="1"/>
      <p:bldP spid="4" grpId="1" animBg="1"/>
      <p:bldP spid="30" grpId="0"/>
      <p:bldP spid="30"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a14:imgLayer r:embed="rId4">
                    <a14:imgEffect>
                      <a14:artisticBlur radius="1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05DF736-9D00-9F2B-0941-0E95085D9AED}"/>
              </a:ext>
            </a:extLst>
          </p:cNvPr>
          <p:cNvPicPr>
            <a:picLocks noChangeAspect="1"/>
          </p:cNvPicPr>
          <p:nvPr/>
        </p:nvPicPr>
        <p:blipFill>
          <a:blip r:embed="rId5">
            <a:extLst>
              <a:ext uri="{28A0092B-C50C-407E-A947-70E740481C1C}">
                <a14:useLocalDpi xmlns:a14="http://schemas.microsoft.com/office/drawing/2010/main" val="0"/>
              </a:ext>
            </a:extLst>
          </a:blip>
          <a:srcRect t="7574" b="7574"/>
          <a:stretch/>
        </p:blipFill>
        <p:spPr>
          <a:xfrm>
            <a:off x="-76200" y="-28453"/>
            <a:ext cx="12303111" cy="6900212"/>
          </a:xfrm>
          <a:prstGeom prst="rect">
            <a:avLst/>
          </a:prstGeom>
        </p:spPr>
      </p:pic>
      <p:sp useBgFill="1">
        <p:nvSpPr>
          <p:cNvPr id="11" name="!!mission_big">
            <a:extLst>
              <a:ext uri="{FF2B5EF4-FFF2-40B4-BE49-F238E27FC236}">
                <a16:creationId xmlns:a16="http://schemas.microsoft.com/office/drawing/2014/main" id="{6001EAF3-99DE-071D-640E-27373C22F4EC}"/>
              </a:ext>
            </a:extLst>
          </p:cNvPr>
          <p:cNvSpPr/>
          <p:nvPr/>
        </p:nvSpPr>
        <p:spPr>
          <a:xfrm>
            <a:off x="1468834"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4" name="!!problem_big">
            <a:extLst>
              <a:ext uri="{FF2B5EF4-FFF2-40B4-BE49-F238E27FC236}">
                <a16:creationId xmlns:a16="http://schemas.microsoft.com/office/drawing/2014/main" id="{41CA0059-60D2-6D7F-A447-1DBBEF5018AE}"/>
              </a:ext>
            </a:extLst>
          </p:cNvPr>
          <p:cNvSpPr/>
          <p:nvPr/>
        </p:nvSpPr>
        <p:spPr>
          <a:xfrm>
            <a:off x="2447825" y="3364259"/>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5" name="!!solution_big">
            <a:extLst>
              <a:ext uri="{FF2B5EF4-FFF2-40B4-BE49-F238E27FC236}">
                <a16:creationId xmlns:a16="http://schemas.microsoft.com/office/drawing/2014/main" id="{01485104-FBE1-6D05-D1EB-C70693B8A671}"/>
              </a:ext>
            </a:extLst>
          </p:cNvPr>
          <p:cNvSpPr/>
          <p:nvPr/>
        </p:nvSpPr>
        <p:spPr>
          <a:xfrm>
            <a:off x="3426817"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mc:AlternateContent xmlns:mc="http://schemas.openxmlformats.org/markup-compatibility/2006" xmlns:psez="http://schemas.microsoft.com/office/powerpoint/2016/sectionzoom">
        <mc:Choice Requires="psez">
          <p:graphicFrame>
            <p:nvGraphicFramePr>
              <p:cNvPr id="54" name="Section Zoom 53">
                <a:extLst>
                  <a:ext uri="{FF2B5EF4-FFF2-40B4-BE49-F238E27FC236}">
                    <a16:creationId xmlns:a16="http://schemas.microsoft.com/office/drawing/2014/main" id="{DBC6B9C2-6600-0373-E3D5-6E3846853C35}"/>
                  </a:ext>
                </a:extLst>
              </p:cNvPr>
              <p:cNvGraphicFramePr>
                <a:graphicFrameLocks noChangeAspect="1"/>
              </p:cNvGraphicFramePr>
              <p:nvPr>
                <p:extLst>
                  <p:ext uri="{D42A27DB-BD31-4B8C-83A1-F6EECF244321}">
                    <p14:modId xmlns:p14="http://schemas.microsoft.com/office/powerpoint/2010/main" val="4128634608"/>
                  </p:ext>
                </p:extLst>
              </p:nvPr>
            </p:nvGraphicFramePr>
            <p:xfrm>
              <a:off x="1577089" y="2440294"/>
              <a:ext cx="1205890" cy="678314"/>
            </p:xfrm>
            <a:graphic>
              <a:graphicData uri="http://schemas.microsoft.com/office/powerpoint/2016/sectionzoom">
                <psez:sectionZm>
                  <psez:sectionZmObj sectionId="{88495344-40FB-4841-99CC-E364E4B3FA60}">
                    <psez:zmPr id="{2045F387-F9C1-4234-AB40-2F706D3FBEEE}" transitionDur="1000" showBg="0">
                      <p166:blipFill xmlns:p166="http://schemas.microsoft.com/office/powerpoint/2016/6/main">
                        <a:blip r:embed="rId6"/>
                        <a:stretch>
                          <a:fillRect/>
                        </a:stretch>
                      </p166:blipFill>
                      <p166:spPr xmlns:p166="http://schemas.microsoft.com/office/powerpoint/2016/6/main">
                        <a:xfrm>
                          <a:off x="0" y="0"/>
                          <a:ext cx="1205890" cy="678314"/>
                        </a:xfrm>
                        <a:prstGeom prst="rect">
                          <a:avLst/>
                        </a:prstGeom>
                        <a:ln w="3175">
                          <a:noFill/>
                        </a:ln>
                      </p166:spPr>
                    </psez:zmPr>
                  </psez:sectionZmObj>
                </psez:sectionZm>
              </a:graphicData>
            </a:graphic>
          </p:graphicFrame>
        </mc:Choice>
        <mc:Fallback xmlns="">
          <p:pic>
            <p:nvPicPr>
              <p:cNvPr id="54" name="Section Zoom 53">
                <a:hlinkClick r:id="rId7" action="ppaction://hlinksldjump"/>
                <a:extLst>
                  <a:ext uri="{FF2B5EF4-FFF2-40B4-BE49-F238E27FC236}">
                    <a16:creationId xmlns:a16="http://schemas.microsoft.com/office/drawing/2014/main" id="{DBC6B9C2-6600-0373-E3D5-6E3846853C35}"/>
                  </a:ext>
                </a:extLst>
              </p:cNvPr>
              <p:cNvPicPr>
                <a:picLocks noGrp="1" noRot="1" noChangeAspect="1" noMove="1" noResize="1" noEditPoints="1" noAdjustHandles="1" noChangeArrowheads="1" noChangeShapeType="1"/>
              </p:cNvPicPr>
              <p:nvPr/>
            </p:nvPicPr>
            <p:blipFill>
              <a:blip r:embed="rId8"/>
              <a:stretch>
                <a:fillRect/>
              </a:stretch>
            </p:blipFill>
            <p:spPr>
              <a:xfrm>
                <a:off x="1577089" y="2440294"/>
                <a:ext cx="1205890" cy="678314"/>
              </a:xfrm>
              <a:prstGeom prst="rect">
                <a:avLst/>
              </a:prstGeom>
              <a:ln w="3175">
                <a:noFill/>
              </a:ln>
            </p:spPr>
          </p:pic>
        </mc:Fallback>
      </mc:AlternateContent>
      <p:sp useBgFill="1">
        <p:nvSpPr>
          <p:cNvPr id="21" name="!!potential_big">
            <a:extLst>
              <a:ext uri="{FF2B5EF4-FFF2-40B4-BE49-F238E27FC236}">
                <a16:creationId xmlns:a16="http://schemas.microsoft.com/office/drawing/2014/main" id="{451ADC09-786B-7817-12A7-45589629C4FD}"/>
              </a:ext>
            </a:extLst>
          </p:cNvPr>
          <p:cNvSpPr/>
          <p:nvPr/>
        </p:nvSpPr>
        <p:spPr>
          <a:xfrm>
            <a:off x="4405808" y="3364259"/>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29" name="!!model_big">
            <a:extLst>
              <a:ext uri="{FF2B5EF4-FFF2-40B4-BE49-F238E27FC236}">
                <a16:creationId xmlns:a16="http://schemas.microsoft.com/office/drawing/2014/main" id="{D0B663A2-5250-7360-D77D-BA82684250B9}"/>
              </a:ext>
            </a:extLst>
          </p:cNvPr>
          <p:cNvSpPr/>
          <p:nvPr/>
        </p:nvSpPr>
        <p:spPr>
          <a:xfrm>
            <a:off x="5384800"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40" name="!!growth_big">
            <a:extLst>
              <a:ext uri="{FF2B5EF4-FFF2-40B4-BE49-F238E27FC236}">
                <a16:creationId xmlns:a16="http://schemas.microsoft.com/office/drawing/2014/main" id="{1E4D5046-D93E-1283-7C95-8297912863DF}"/>
              </a:ext>
            </a:extLst>
          </p:cNvPr>
          <p:cNvSpPr/>
          <p:nvPr/>
        </p:nvSpPr>
        <p:spPr>
          <a:xfrm>
            <a:off x="6363791" y="3364259"/>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41" name="!!competition_big">
            <a:extLst>
              <a:ext uri="{FF2B5EF4-FFF2-40B4-BE49-F238E27FC236}">
                <a16:creationId xmlns:a16="http://schemas.microsoft.com/office/drawing/2014/main" id="{CB47AF06-08C1-C824-3CDC-6718A25A5568}"/>
              </a:ext>
            </a:extLst>
          </p:cNvPr>
          <p:cNvSpPr/>
          <p:nvPr/>
        </p:nvSpPr>
        <p:spPr>
          <a:xfrm>
            <a:off x="7342783"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51" name="!!finanvials_big">
            <a:extLst>
              <a:ext uri="{FF2B5EF4-FFF2-40B4-BE49-F238E27FC236}">
                <a16:creationId xmlns:a16="http://schemas.microsoft.com/office/drawing/2014/main" id="{C1A01352-BCE7-17AB-4430-ACC0B0082F50}"/>
              </a:ext>
            </a:extLst>
          </p:cNvPr>
          <p:cNvSpPr/>
          <p:nvPr/>
        </p:nvSpPr>
        <p:spPr>
          <a:xfrm>
            <a:off x="8321775" y="3364259"/>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useBgFill="1">
        <p:nvSpPr>
          <p:cNvPr id="52" name="!!team_big">
            <a:extLst>
              <a:ext uri="{FF2B5EF4-FFF2-40B4-BE49-F238E27FC236}">
                <a16:creationId xmlns:a16="http://schemas.microsoft.com/office/drawing/2014/main" id="{B302DE39-6CAA-0299-5B01-34FB4ACE7015}"/>
              </a:ext>
            </a:extLst>
          </p:cNvPr>
          <p:cNvSpPr/>
          <p:nvPr/>
        </p:nvSpPr>
        <p:spPr>
          <a:xfrm>
            <a:off x="9300766" y="2068251"/>
            <a:ext cx="1422400" cy="1422400"/>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sp>
        <p:nvSpPr>
          <p:cNvPr id="76" name="Slide Title">
            <a:extLst>
              <a:ext uri="{FF2B5EF4-FFF2-40B4-BE49-F238E27FC236}">
                <a16:creationId xmlns:a16="http://schemas.microsoft.com/office/drawing/2014/main" id="{F1C16585-D5BD-D317-3939-4561F6529330}"/>
              </a:ext>
            </a:extLst>
          </p:cNvPr>
          <p:cNvSpPr txBox="1"/>
          <p:nvPr/>
        </p:nvSpPr>
        <p:spPr>
          <a:xfrm>
            <a:off x="4807741" y="514223"/>
            <a:ext cx="2068932" cy="516039"/>
          </a:xfrm>
          <a:prstGeom prst="rect">
            <a:avLst/>
          </a:prstGeom>
          <a:noFill/>
        </p:spPr>
        <p:txBody>
          <a:bodyPr wrap="square" lIns="0">
            <a:spAutoFit/>
          </a:bodyPr>
          <a:lstStyle>
            <a:defPPr>
              <a:defRPr lang="en-US"/>
            </a:defPPr>
            <a:lvl1pPr algn="ctr">
              <a:defRPr sz="5400">
                <a:solidFill>
                  <a:schemeClr val="bg1"/>
                </a:solidFill>
                <a:latin typeface="Orbitron Black" pitchFamily="2" charset="0"/>
              </a:defRPr>
            </a:lvl1pPr>
          </a:lstStyle>
          <a:p>
            <a:pPr marL="0" marR="0" lvl="0" indent="0" defTabSz="914400" rtl="0" eaLnBrk="1" fontAlgn="auto" latinLnBrk="0" hangingPunct="1">
              <a:lnSpc>
                <a:spcPct val="55357"/>
              </a:lnSpc>
              <a:spcBef>
                <a:spcPts val="0"/>
              </a:spcBef>
              <a:spcAft>
                <a:spcPts val="0"/>
              </a:spcAft>
              <a:buClrTx/>
              <a:buSzTx/>
              <a:buFontTx/>
              <a:buNone/>
              <a:tabLst/>
              <a:defRPr/>
            </a:pPr>
            <a:r>
              <a:rPr kumimoji="0" lang="en-US" sz="4000" b="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rPr>
              <a:t>Contents</a:t>
            </a:r>
            <a:r>
              <a:rPr kumimoji="0" lang="en-US" sz="4400" b="0"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Darker Grotesque SemiBold" pitchFamily="2" charset="0"/>
              </a:rPr>
              <a:t> </a:t>
            </a:r>
            <a:endParaRPr kumimoji="0" lang="en-US" sz="4400" b="0" i="1" u="none" strike="noStrike" kern="1200" cap="none" spc="-150" normalizeH="0" baseline="0" noProof="0" dirty="0">
              <a:ln>
                <a:noFill/>
              </a:ln>
              <a:solidFill>
                <a:prstClr val="white"/>
              </a:solidFill>
              <a:effectLst>
                <a:outerShdw blurRad="88900" dist="88900" dir="2700000" algn="tl" rotWithShape="0">
                  <a:prstClr val="black">
                    <a:alpha val="50000"/>
                  </a:prstClr>
                </a:outerShdw>
              </a:effectLst>
              <a:uLnTx/>
              <a:uFillTx/>
              <a:latin typeface="Playfair Display" pitchFamily="2" charset="0"/>
            </a:endParaRPr>
          </a:p>
        </p:txBody>
      </p:sp>
      <p:grpSp>
        <p:nvGrpSpPr>
          <p:cNvPr id="77" name="!!mission">
            <a:extLst>
              <a:ext uri="{FF2B5EF4-FFF2-40B4-BE49-F238E27FC236}">
                <a16:creationId xmlns:a16="http://schemas.microsoft.com/office/drawing/2014/main" id="{4D0C00DC-150A-FD9D-4EE1-B24D3FCF6B7B}"/>
              </a:ext>
            </a:extLst>
          </p:cNvPr>
          <p:cNvGrpSpPr/>
          <p:nvPr/>
        </p:nvGrpSpPr>
        <p:grpSpPr>
          <a:xfrm>
            <a:off x="1926241" y="1867721"/>
            <a:ext cx="507586" cy="507586"/>
            <a:chOff x="1700837" y="1711757"/>
            <a:chExt cx="507586" cy="507586"/>
          </a:xfrm>
        </p:grpSpPr>
        <p:sp useBgFill="1">
          <p:nvSpPr>
            <p:cNvPr id="78" name="Oval 77">
              <a:extLst>
                <a:ext uri="{FF2B5EF4-FFF2-40B4-BE49-F238E27FC236}">
                  <a16:creationId xmlns:a16="http://schemas.microsoft.com/office/drawing/2014/main" id="{C9B6FF81-6FE6-C909-6253-D0FEA76AB50A}"/>
                </a:ext>
              </a:extLst>
            </p:cNvPr>
            <p:cNvSpPr/>
            <p:nvPr/>
          </p:nvSpPr>
          <p:spPr>
            <a:xfrm>
              <a:off x="1700837" y="1711757"/>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79" name="Graphic 78">
              <a:extLst>
                <a:ext uri="{FF2B5EF4-FFF2-40B4-BE49-F238E27FC236}">
                  <a16:creationId xmlns:a16="http://schemas.microsoft.com/office/drawing/2014/main" id="{800F1B16-217C-9DC0-72A3-A42F9233098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28630" y="1839550"/>
              <a:ext cx="252000" cy="252000"/>
            </a:xfrm>
            <a:prstGeom prst="rect">
              <a:avLst/>
            </a:prstGeom>
          </p:spPr>
        </p:pic>
      </p:grpSp>
      <p:grpSp>
        <p:nvGrpSpPr>
          <p:cNvPr id="80" name="!!problem">
            <a:extLst>
              <a:ext uri="{FF2B5EF4-FFF2-40B4-BE49-F238E27FC236}">
                <a16:creationId xmlns:a16="http://schemas.microsoft.com/office/drawing/2014/main" id="{9B6C9727-7E1C-F116-6F90-1D7429A07540}"/>
              </a:ext>
            </a:extLst>
          </p:cNvPr>
          <p:cNvGrpSpPr/>
          <p:nvPr/>
        </p:nvGrpSpPr>
        <p:grpSpPr>
          <a:xfrm>
            <a:off x="2905233" y="4482692"/>
            <a:ext cx="507586" cy="507586"/>
            <a:chOff x="2240169" y="4083721"/>
            <a:chExt cx="507586" cy="507586"/>
          </a:xfrm>
        </p:grpSpPr>
        <p:sp useBgFill="1">
          <p:nvSpPr>
            <p:cNvPr id="81" name="Oval 80">
              <a:extLst>
                <a:ext uri="{FF2B5EF4-FFF2-40B4-BE49-F238E27FC236}">
                  <a16:creationId xmlns:a16="http://schemas.microsoft.com/office/drawing/2014/main" id="{98463B26-6FCE-4CAB-7C5B-843FA4A386F2}"/>
                </a:ext>
              </a:extLst>
            </p:cNvPr>
            <p:cNvSpPr/>
            <p:nvPr/>
          </p:nvSpPr>
          <p:spPr>
            <a:xfrm>
              <a:off x="2240169" y="4083721"/>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82" name="Graphic 81">
              <a:extLst>
                <a:ext uri="{FF2B5EF4-FFF2-40B4-BE49-F238E27FC236}">
                  <a16:creationId xmlns:a16="http://schemas.microsoft.com/office/drawing/2014/main" id="{875A70AF-DD72-53CD-B890-AA5606A5DC1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67962" y="4211514"/>
              <a:ext cx="252000" cy="252000"/>
            </a:xfrm>
            <a:prstGeom prst="rect">
              <a:avLst/>
            </a:prstGeom>
          </p:spPr>
        </p:pic>
      </p:grpSp>
      <p:grpSp>
        <p:nvGrpSpPr>
          <p:cNvPr id="83" name="!!solution">
            <a:extLst>
              <a:ext uri="{FF2B5EF4-FFF2-40B4-BE49-F238E27FC236}">
                <a16:creationId xmlns:a16="http://schemas.microsoft.com/office/drawing/2014/main" id="{02C93F58-6DE8-870C-D1AE-B70C074E0601}"/>
              </a:ext>
            </a:extLst>
          </p:cNvPr>
          <p:cNvGrpSpPr/>
          <p:nvPr/>
        </p:nvGrpSpPr>
        <p:grpSpPr>
          <a:xfrm>
            <a:off x="3886094" y="1867721"/>
            <a:ext cx="507586" cy="507586"/>
            <a:chOff x="3825777" y="2263184"/>
            <a:chExt cx="507586" cy="507586"/>
          </a:xfrm>
        </p:grpSpPr>
        <p:sp useBgFill="1">
          <p:nvSpPr>
            <p:cNvPr id="84" name="Oval 83">
              <a:extLst>
                <a:ext uri="{FF2B5EF4-FFF2-40B4-BE49-F238E27FC236}">
                  <a16:creationId xmlns:a16="http://schemas.microsoft.com/office/drawing/2014/main" id="{0F414691-D85D-55A6-6399-3CD06D7FCFFF}"/>
                </a:ext>
              </a:extLst>
            </p:cNvPr>
            <p:cNvSpPr/>
            <p:nvPr/>
          </p:nvSpPr>
          <p:spPr>
            <a:xfrm>
              <a:off x="3825777" y="2263184"/>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85" name="Graphic 84">
              <a:extLst>
                <a:ext uri="{FF2B5EF4-FFF2-40B4-BE49-F238E27FC236}">
                  <a16:creationId xmlns:a16="http://schemas.microsoft.com/office/drawing/2014/main" id="{5CF24868-AC3E-1F7F-E655-7F620EAAA3D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953570" y="2390977"/>
              <a:ext cx="252000" cy="252000"/>
            </a:xfrm>
            <a:prstGeom prst="rect">
              <a:avLst/>
            </a:prstGeom>
          </p:spPr>
        </p:pic>
      </p:grpSp>
      <p:grpSp>
        <p:nvGrpSpPr>
          <p:cNvPr id="86" name="!!potential">
            <a:extLst>
              <a:ext uri="{FF2B5EF4-FFF2-40B4-BE49-F238E27FC236}">
                <a16:creationId xmlns:a16="http://schemas.microsoft.com/office/drawing/2014/main" id="{76D5D0DE-AA33-7B2C-C884-B10D4689429A}"/>
              </a:ext>
            </a:extLst>
          </p:cNvPr>
          <p:cNvGrpSpPr/>
          <p:nvPr/>
        </p:nvGrpSpPr>
        <p:grpSpPr>
          <a:xfrm>
            <a:off x="4863215" y="4480477"/>
            <a:ext cx="507586" cy="507586"/>
            <a:chOff x="4797684" y="4481585"/>
            <a:chExt cx="507586" cy="507586"/>
          </a:xfrm>
        </p:grpSpPr>
        <p:sp useBgFill="1">
          <p:nvSpPr>
            <p:cNvPr id="87" name="Oval 86">
              <a:extLst>
                <a:ext uri="{FF2B5EF4-FFF2-40B4-BE49-F238E27FC236}">
                  <a16:creationId xmlns:a16="http://schemas.microsoft.com/office/drawing/2014/main" id="{00A96CE1-5985-A4D9-DABC-EA7FB44BC0CC}"/>
                </a:ext>
              </a:extLst>
            </p:cNvPr>
            <p:cNvSpPr/>
            <p:nvPr/>
          </p:nvSpPr>
          <p:spPr>
            <a:xfrm>
              <a:off x="4797684"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88" name="Graphic 87">
              <a:extLst>
                <a:ext uri="{FF2B5EF4-FFF2-40B4-BE49-F238E27FC236}">
                  <a16:creationId xmlns:a16="http://schemas.microsoft.com/office/drawing/2014/main" id="{2A1CE0DD-DACD-661A-1B04-6016859A9D9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925477" y="4609378"/>
              <a:ext cx="252000" cy="252000"/>
            </a:xfrm>
            <a:prstGeom prst="rect">
              <a:avLst/>
            </a:prstGeom>
          </p:spPr>
        </p:pic>
      </p:grpSp>
      <p:grpSp>
        <p:nvGrpSpPr>
          <p:cNvPr id="89" name="!!model">
            <a:extLst>
              <a:ext uri="{FF2B5EF4-FFF2-40B4-BE49-F238E27FC236}">
                <a16:creationId xmlns:a16="http://schemas.microsoft.com/office/drawing/2014/main" id="{566EDD2E-22AC-6031-0455-A2B2DCCA440F}"/>
              </a:ext>
            </a:extLst>
          </p:cNvPr>
          <p:cNvGrpSpPr/>
          <p:nvPr/>
        </p:nvGrpSpPr>
        <p:grpSpPr>
          <a:xfrm>
            <a:off x="5842207" y="1867721"/>
            <a:ext cx="507586" cy="507586"/>
            <a:chOff x="5832785" y="1868829"/>
            <a:chExt cx="507586" cy="507586"/>
          </a:xfrm>
        </p:grpSpPr>
        <p:sp useBgFill="1">
          <p:nvSpPr>
            <p:cNvPr id="90" name="Oval 89">
              <a:extLst>
                <a:ext uri="{FF2B5EF4-FFF2-40B4-BE49-F238E27FC236}">
                  <a16:creationId xmlns:a16="http://schemas.microsoft.com/office/drawing/2014/main" id="{388129E3-63DA-5454-7CF3-03B8C87AAE37}"/>
                </a:ext>
              </a:extLst>
            </p:cNvPr>
            <p:cNvSpPr/>
            <p:nvPr/>
          </p:nvSpPr>
          <p:spPr>
            <a:xfrm>
              <a:off x="5832785"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1" name="Graphic 90">
              <a:extLst>
                <a:ext uri="{FF2B5EF4-FFF2-40B4-BE49-F238E27FC236}">
                  <a16:creationId xmlns:a16="http://schemas.microsoft.com/office/drawing/2014/main" id="{5D96F2BD-B628-D112-2E38-FB30D72EF76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960578" y="1996622"/>
              <a:ext cx="252000" cy="252000"/>
            </a:xfrm>
            <a:prstGeom prst="rect">
              <a:avLst/>
            </a:prstGeom>
          </p:spPr>
        </p:pic>
      </p:grpSp>
      <p:grpSp>
        <p:nvGrpSpPr>
          <p:cNvPr id="92" name="!!growth">
            <a:extLst>
              <a:ext uri="{FF2B5EF4-FFF2-40B4-BE49-F238E27FC236}">
                <a16:creationId xmlns:a16="http://schemas.microsoft.com/office/drawing/2014/main" id="{4799AE04-E682-847B-C0E1-01565EE45133}"/>
              </a:ext>
            </a:extLst>
          </p:cNvPr>
          <p:cNvGrpSpPr/>
          <p:nvPr/>
        </p:nvGrpSpPr>
        <p:grpSpPr>
          <a:xfrm>
            <a:off x="6821198" y="4480477"/>
            <a:ext cx="507586" cy="507586"/>
            <a:chOff x="6811776" y="4481585"/>
            <a:chExt cx="507586" cy="507586"/>
          </a:xfrm>
        </p:grpSpPr>
        <p:sp useBgFill="1">
          <p:nvSpPr>
            <p:cNvPr id="93" name="Oval 92">
              <a:extLst>
                <a:ext uri="{FF2B5EF4-FFF2-40B4-BE49-F238E27FC236}">
                  <a16:creationId xmlns:a16="http://schemas.microsoft.com/office/drawing/2014/main" id="{45655F16-2ECE-EDA5-6F1F-965804C74FBE}"/>
                </a:ext>
              </a:extLst>
            </p:cNvPr>
            <p:cNvSpPr/>
            <p:nvPr/>
          </p:nvSpPr>
          <p:spPr>
            <a:xfrm>
              <a:off x="6811776"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4" name="Graphic 93">
              <a:extLst>
                <a:ext uri="{FF2B5EF4-FFF2-40B4-BE49-F238E27FC236}">
                  <a16:creationId xmlns:a16="http://schemas.microsoft.com/office/drawing/2014/main" id="{26471ED8-B281-8A51-3506-E86AA66F87E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39569" y="4609378"/>
              <a:ext cx="252000" cy="252000"/>
            </a:xfrm>
            <a:prstGeom prst="rect">
              <a:avLst/>
            </a:prstGeom>
          </p:spPr>
        </p:pic>
      </p:grpSp>
      <p:grpSp>
        <p:nvGrpSpPr>
          <p:cNvPr id="95" name="!!competition">
            <a:extLst>
              <a:ext uri="{FF2B5EF4-FFF2-40B4-BE49-F238E27FC236}">
                <a16:creationId xmlns:a16="http://schemas.microsoft.com/office/drawing/2014/main" id="{7B3CFE44-CCB2-0E22-A954-EDDDAD190D76}"/>
              </a:ext>
            </a:extLst>
          </p:cNvPr>
          <p:cNvGrpSpPr/>
          <p:nvPr/>
        </p:nvGrpSpPr>
        <p:grpSpPr>
          <a:xfrm>
            <a:off x="7800190" y="1867721"/>
            <a:ext cx="507586" cy="507586"/>
            <a:chOff x="7790768" y="1868829"/>
            <a:chExt cx="507586" cy="507586"/>
          </a:xfrm>
        </p:grpSpPr>
        <p:sp useBgFill="1">
          <p:nvSpPr>
            <p:cNvPr id="96" name="Oval 95">
              <a:extLst>
                <a:ext uri="{FF2B5EF4-FFF2-40B4-BE49-F238E27FC236}">
                  <a16:creationId xmlns:a16="http://schemas.microsoft.com/office/drawing/2014/main" id="{D788B742-9A70-2B7D-B38B-7FF78CADE6D8}"/>
                </a:ext>
              </a:extLst>
            </p:cNvPr>
            <p:cNvSpPr/>
            <p:nvPr/>
          </p:nvSpPr>
          <p:spPr>
            <a:xfrm>
              <a:off x="7790768"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97" name="Graphic 96">
              <a:extLst>
                <a:ext uri="{FF2B5EF4-FFF2-40B4-BE49-F238E27FC236}">
                  <a16:creationId xmlns:a16="http://schemas.microsoft.com/office/drawing/2014/main" id="{79C69A43-9E36-291C-6CF0-244B275780D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918561" y="1996622"/>
              <a:ext cx="252000" cy="252000"/>
            </a:xfrm>
            <a:prstGeom prst="rect">
              <a:avLst/>
            </a:prstGeom>
          </p:spPr>
        </p:pic>
      </p:grpSp>
      <p:grpSp>
        <p:nvGrpSpPr>
          <p:cNvPr id="98" name="!!financials">
            <a:extLst>
              <a:ext uri="{FF2B5EF4-FFF2-40B4-BE49-F238E27FC236}">
                <a16:creationId xmlns:a16="http://schemas.microsoft.com/office/drawing/2014/main" id="{E0A6DEA5-CA59-57A5-0E30-5A4162D13094}"/>
              </a:ext>
            </a:extLst>
          </p:cNvPr>
          <p:cNvGrpSpPr/>
          <p:nvPr/>
        </p:nvGrpSpPr>
        <p:grpSpPr>
          <a:xfrm>
            <a:off x="8779182" y="4480477"/>
            <a:ext cx="507586" cy="507586"/>
            <a:chOff x="8769760" y="4481585"/>
            <a:chExt cx="507586" cy="507586"/>
          </a:xfrm>
        </p:grpSpPr>
        <p:sp useBgFill="1">
          <p:nvSpPr>
            <p:cNvPr id="99" name="Oval 98">
              <a:extLst>
                <a:ext uri="{FF2B5EF4-FFF2-40B4-BE49-F238E27FC236}">
                  <a16:creationId xmlns:a16="http://schemas.microsoft.com/office/drawing/2014/main" id="{3094A7F4-7D95-3CCB-D7F6-F42074CE8F7B}"/>
                </a:ext>
              </a:extLst>
            </p:cNvPr>
            <p:cNvSpPr/>
            <p:nvPr/>
          </p:nvSpPr>
          <p:spPr>
            <a:xfrm>
              <a:off x="8769760" y="4481585"/>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0" name="Graphic 99">
              <a:extLst>
                <a:ext uri="{FF2B5EF4-FFF2-40B4-BE49-F238E27FC236}">
                  <a16:creationId xmlns:a16="http://schemas.microsoft.com/office/drawing/2014/main" id="{4409B0E0-3844-50FF-9E5A-258BBD79A43E}"/>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897553" y="4609378"/>
              <a:ext cx="252000" cy="252000"/>
            </a:xfrm>
            <a:prstGeom prst="rect">
              <a:avLst/>
            </a:prstGeom>
          </p:spPr>
        </p:pic>
      </p:grpSp>
      <p:grpSp>
        <p:nvGrpSpPr>
          <p:cNvPr id="101" name="!!team">
            <a:extLst>
              <a:ext uri="{FF2B5EF4-FFF2-40B4-BE49-F238E27FC236}">
                <a16:creationId xmlns:a16="http://schemas.microsoft.com/office/drawing/2014/main" id="{8E61FCE0-E10A-1420-082C-CE9DBF73E0CA}"/>
              </a:ext>
            </a:extLst>
          </p:cNvPr>
          <p:cNvGrpSpPr/>
          <p:nvPr/>
        </p:nvGrpSpPr>
        <p:grpSpPr>
          <a:xfrm>
            <a:off x="9758173" y="1867721"/>
            <a:ext cx="507586" cy="507586"/>
            <a:chOff x="9748751" y="1868829"/>
            <a:chExt cx="507586" cy="507586"/>
          </a:xfrm>
        </p:grpSpPr>
        <p:sp useBgFill="1">
          <p:nvSpPr>
            <p:cNvPr id="102" name="Oval 101">
              <a:extLst>
                <a:ext uri="{FF2B5EF4-FFF2-40B4-BE49-F238E27FC236}">
                  <a16:creationId xmlns:a16="http://schemas.microsoft.com/office/drawing/2014/main" id="{42463592-5F51-250B-F652-A79CA406F0C6}"/>
                </a:ext>
              </a:extLst>
            </p:cNvPr>
            <p:cNvSpPr/>
            <p:nvPr/>
          </p:nvSpPr>
          <p:spPr>
            <a:xfrm>
              <a:off x="9748751" y="1868829"/>
              <a:ext cx="507586" cy="507586"/>
            </a:xfrm>
            <a:prstGeom prst="ellipse">
              <a:avLst/>
            </a:prstGeom>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3" name="Graphic 102">
              <a:extLst>
                <a:ext uri="{FF2B5EF4-FFF2-40B4-BE49-F238E27FC236}">
                  <a16:creationId xmlns:a16="http://schemas.microsoft.com/office/drawing/2014/main" id="{767B9916-BE31-3F3A-5EEC-B9649AD83CC9}"/>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876544" y="1996622"/>
              <a:ext cx="252000" cy="252000"/>
            </a:xfrm>
            <a:prstGeom prst="rect">
              <a:avLst/>
            </a:prstGeom>
          </p:spPr>
        </p:pic>
      </p:grpSp>
      <mc:AlternateContent xmlns:mc="http://schemas.openxmlformats.org/markup-compatibility/2006" xmlns:psez="http://schemas.microsoft.com/office/powerpoint/2016/sectionzoom">
        <mc:Choice Requires="psez">
          <p:graphicFrame>
            <p:nvGraphicFramePr>
              <p:cNvPr id="7" name="Section Zoom 6">
                <a:extLst>
                  <a:ext uri="{FF2B5EF4-FFF2-40B4-BE49-F238E27FC236}">
                    <a16:creationId xmlns:a16="http://schemas.microsoft.com/office/drawing/2014/main" id="{9C812770-1A6C-DA5B-1711-1DBE2F511457}"/>
                  </a:ext>
                </a:extLst>
              </p:cNvPr>
              <p:cNvGraphicFramePr>
                <a:graphicFrameLocks noChangeAspect="1"/>
              </p:cNvGraphicFramePr>
              <p:nvPr>
                <p:extLst>
                  <p:ext uri="{D42A27DB-BD31-4B8C-83A1-F6EECF244321}">
                    <p14:modId xmlns:p14="http://schemas.microsoft.com/office/powerpoint/2010/main" val="3652512214"/>
                  </p:ext>
                </p:extLst>
              </p:nvPr>
            </p:nvGraphicFramePr>
            <p:xfrm>
              <a:off x="2556079" y="3736302"/>
              <a:ext cx="1205892" cy="678314"/>
            </p:xfrm>
            <a:graphic>
              <a:graphicData uri="http://schemas.microsoft.com/office/powerpoint/2016/sectionzoom">
                <psez:sectionZm>
                  <psez:sectionZmObj sectionId="{89DC3976-4114-4C72-A3F7-CD5F9D4A7E2B}">
                    <psez:zmPr id="{589C5D53-314B-45D2-A22D-40EF9D54BAAF}" transitionDur="1000" showBg="0">
                      <p166:blipFill xmlns:p166="http://schemas.microsoft.com/office/powerpoint/2016/6/main">
                        <a:blip r:embed="rId27"/>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xmlns="">
          <p:pic>
            <p:nvPicPr>
              <p:cNvPr id="7" name="Section Zoom 6">
                <a:hlinkClick r:id="rId28" action="ppaction://hlinksldjump"/>
                <a:extLst>
                  <a:ext uri="{FF2B5EF4-FFF2-40B4-BE49-F238E27FC236}">
                    <a16:creationId xmlns:a16="http://schemas.microsoft.com/office/drawing/2014/main" id="{9C812770-1A6C-DA5B-1711-1DBE2F511457}"/>
                  </a:ext>
                </a:extLst>
              </p:cNvPr>
              <p:cNvPicPr>
                <a:picLocks noGrp="1" noRot="1" noChangeAspect="1" noMove="1" noResize="1" noEditPoints="1" noAdjustHandles="1" noChangeArrowheads="1" noChangeShapeType="1"/>
              </p:cNvPicPr>
              <p:nvPr/>
            </p:nvPicPr>
            <p:blipFill>
              <a:blip r:embed="rId29"/>
              <a:stretch>
                <a:fillRect/>
              </a:stretch>
            </p:blipFill>
            <p:spPr>
              <a:xfrm>
                <a:off x="2556079" y="3736302"/>
                <a:ext cx="1205892" cy="678314"/>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10" name="Section Zoom 9">
                <a:extLst>
                  <a:ext uri="{FF2B5EF4-FFF2-40B4-BE49-F238E27FC236}">
                    <a16:creationId xmlns:a16="http://schemas.microsoft.com/office/drawing/2014/main" id="{A7B5DE9F-77DA-2216-24D5-A7E51426B6E6}"/>
                  </a:ext>
                </a:extLst>
              </p:cNvPr>
              <p:cNvGraphicFramePr>
                <a:graphicFrameLocks noChangeAspect="1"/>
              </p:cNvGraphicFramePr>
              <p:nvPr>
                <p:extLst>
                  <p:ext uri="{D42A27DB-BD31-4B8C-83A1-F6EECF244321}">
                    <p14:modId xmlns:p14="http://schemas.microsoft.com/office/powerpoint/2010/main" val="590615241"/>
                  </p:ext>
                </p:extLst>
              </p:nvPr>
            </p:nvGraphicFramePr>
            <p:xfrm>
              <a:off x="3535071" y="2440294"/>
              <a:ext cx="1205892" cy="678314"/>
            </p:xfrm>
            <a:graphic>
              <a:graphicData uri="http://schemas.microsoft.com/office/powerpoint/2016/sectionzoom">
                <psez:sectionZm>
                  <psez:sectionZmObj sectionId="{B0161835-6204-4266-8552-F3667AA67871}">
                    <psez:zmPr id="{8063EAC8-A51B-4716-95F3-8D194DDEC352}" transitionDur="1000" showBg="0">
                      <p166:blipFill xmlns:p166="http://schemas.microsoft.com/office/powerpoint/2016/6/main">
                        <a:blip r:embed="rId30"/>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xmlns="">
          <p:pic>
            <p:nvPicPr>
              <p:cNvPr id="10" name="Section Zoom 9">
                <a:hlinkClick r:id="rId31" action="ppaction://hlinksldjump"/>
                <a:extLst>
                  <a:ext uri="{FF2B5EF4-FFF2-40B4-BE49-F238E27FC236}">
                    <a16:creationId xmlns:a16="http://schemas.microsoft.com/office/drawing/2014/main" id="{A7B5DE9F-77DA-2216-24D5-A7E51426B6E6}"/>
                  </a:ext>
                </a:extLst>
              </p:cNvPr>
              <p:cNvPicPr>
                <a:picLocks noGrp="1" noRot="1" noChangeAspect="1" noMove="1" noResize="1" noEditPoints="1" noAdjustHandles="1" noChangeArrowheads="1" noChangeShapeType="1"/>
              </p:cNvPicPr>
              <p:nvPr/>
            </p:nvPicPr>
            <p:blipFill>
              <a:blip r:embed="rId32"/>
              <a:stretch>
                <a:fillRect/>
              </a:stretch>
            </p:blipFill>
            <p:spPr>
              <a:xfrm>
                <a:off x="3535071" y="2440294"/>
                <a:ext cx="1205892" cy="678314"/>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13" name="Section Zoom 12">
                <a:extLst>
                  <a:ext uri="{FF2B5EF4-FFF2-40B4-BE49-F238E27FC236}">
                    <a16:creationId xmlns:a16="http://schemas.microsoft.com/office/drawing/2014/main" id="{8C693734-C934-C86F-DBF3-51A83A14962D}"/>
                  </a:ext>
                </a:extLst>
              </p:cNvPr>
              <p:cNvGraphicFramePr>
                <a:graphicFrameLocks noChangeAspect="1"/>
              </p:cNvGraphicFramePr>
              <p:nvPr>
                <p:extLst>
                  <p:ext uri="{D42A27DB-BD31-4B8C-83A1-F6EECF244321}">
                    <p14:modId xmlns:p14="http://schemas.microsoft.com/office/powerpoint/2010/main" val="3940670081"/>
                  </p:ext>
                </p:extLst>
              </p:nvPr>
            </p:nvGraphicFramePr>
            <p:xfrm>
              <a:off x="4514062" y="3736302"/>
              <a:ext cx="1205892" cy="678314"/>
            </p:xfrm>
            <a:graphic>
              <a:graphicData uri="http://schemas.microsoft.com/office/powerpoint/2016/sectionzoom">
                <psez:sectionZm>
                  <psez:sectionZmObj sectionId="{B78F869A-DB52-4C0F-9771-93BD0B0C77E6}">
                    <psez:zmPr id="{25F3C81B-8628-4BDC-A625-35EC4F6BCABF}" transitionDur="1000" showBg="0">
                      <p166:blipFill xmlns:p166="http://schemas.microsoft.com/office/powerpoint/2016/6/main">
                        <a:blip r:embed="rId33"/>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xmlns="">
          <p:pic>
            <p:nvPicPr>
              <p:cNvPr id="13" name="Section Zoom 12">
                <a:hlinkClick r:id="rId34" action="ppaction://hlinksldjump"/>
                <a:extLst>
                  <a:ext uri="{FF2B5EF4-FFF2-40B4-BE49-F238E27FC236}">
                    <a16:creationId xmlns:a16="http://schemas.microsoft.com/office/drawing/2014/main" id="{8C693734-C934-C86F-DBF3-51A83A14962D}"/>
                  </a:ext>
                </a:extLst>
              </p:cNvPr>
              <p:cNvPicPr>
                <a:picLocks noGrp="1" noRot="1" noChangeAspect="1" noMove="1" noResize="1" noEditPoints="1" noAdjustHandles="1" noChangeArrowheads="1" noChangeShapeType="1"/>
              </p:cNvPicPr>
              <p:nvPr/>
            </p:nvPicPr>
            <p:blipFill>
              <a:blip r:embed="rId35"/>
              <a:stretch>
                <a:fillRect/>
              </a:stretch>
            </p:blipFill>
            <p:spPr>
              <a:xfrm>
                <a:off x="4514062" y="3736302"/>
                <a:ext cx="1205892" cy="678314"/>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16" name="Section Zoom 15">
                <a:extLst>
                  <a:ext uri="{FF2B5EF4-FFF2-40B4-BE49-F238E27FC236}">
                    <a16:creationId xmlns:a16="http://schemas.microsoft.com/office/drawing/2014/main" id="{366A5243-9F37-B263-172D-5FF4FD239A02}"/>
                  </a:ext>
                </a:extLst>
              </p:cNvPr>
              <p:cNvGraphicFramePr>
                <a:graphicFrameLocks noChangeAspect="1"/>
              </p:cNvGraphicFramePr>
              <p:nvPr>
                <p:extLst>
                  <p:ext uri="{D42A27DB-BD31-4B8C-83A1-F6EECF244321}">
                    <p14:modId xmlns:p14="http://schemas.microsoft.com/office/powerpoint/2010/main" val="3643834020"/>
                  </p:ext>
                </p:extLst>
              </p:nvPr>
            </p:nvGraphicFramePr>
            <p:xfrm>
              <a:off x="5493054" y="2440294"/>
              <a:ext cx="1205892" cy="678314"/>
            </p:xfrm>
            <a:graphic>
              <a:graphicData uri="http://schemas.microsoft.com/office/powerpoint/2016/sectionzoom">
                <psez:sectionZm>
                  <psez:sectionZmObj sectionId="{8EDEC664-D3C4-4592-8786-C99AA6E5D5F4}">
                    <psez:zmPr id="{1174C820-6585-4812-BAF9-B20F5FE26C7E}" transitionDur="1000" showBg="0">
                      <p166:blipFill xmlns:p166="http://schemas.microsoft.com/office/powerpoint/2016/6/main">
                        <a:blip r:embed="rId36"/>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xmlns="">
          <p:pic>
            <p:nvPicPr>
              <p:cNvPr id="16" name="Section Zoom 15">
                <a:hlinkClick r:id="rId37" action="ppaction://hlinksldjump"/>
                <a:extLst>
                  <a:ext uri="{FF2B5EF4-FFF2-40B4-BE49-F238E27FC236}">
                    <a16:creationId xmlns:a16="http://schemas.microsoft.com/office/drawing/2014/main" id="{366A5243-9F37-B263-172D-5FF4FD239A02}"/>
                  </a:ext>
                </a:extLst>
              </p:cNvPr>
              <p:cNvPicPr>
                <a:picLocks noGrp="1" noRot="1" noChangeAspect="1" noMove="1" noResize="1" noEditPoints="1" noAdjustHandles="1" noChangeArrowheads="1" noChangeShapeType="1"/>
              </p:cNvPicPr>
              <p:nvPr/>
            </p:nvPicPr>
            <p:blipFill>
              <a:blip r:embed="rId38"/>
              <a:stretch>
                <a:fillRect/>
              </a:stretch>
            </p:blipFill>
            <p:spPr>
              <a:xfrm>
                <a:off x="5493054" y="2440294"/>
                <a:ext cx="1205892" cy="678314"/>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3" name="Section Zoom 2">
                <a:extLst>
                  <a:ext uri="{FF2B5EF4-FFF2-40B4-BE49-F238E27FC236}">
                    <a16:creationId xmlns:a16="http://schemas.microsoft.com/office/drawing/2014/main" id="{B1818394-B566-89EC-93B7-0C7F52D96C8E}"/>
                  </a:ext>
                </a:extLst>
              </p:cNvPr>
              <p:cNvGraphicFramePr>
                <a:graphicFrameLocks noChangeAspect="1"/>
              </p:cNvGraphicFramePr>
              <p:nvPr>
                <p:extLst>
                  <p:ext uri="{D42A27DB-BD31-4B8C-83A1-F6EECF244321}">
                    <p14:modId xmlns:p14="http://schemas.microsoft.com/office/powerpoint/2010/main" val="931416635"/>
                  </p:ext>
                </p:extLst>
              </p:nvPr>
            </p:nvGraphicFramePr>
            <p:xfrm>
              <a:off x="6475316" y="3736302"/>
              <a:ext cx="1205892" cy="678314"/>
            </p:xfrm>
            <a:graphic>
              <a:graphicData uri="http://schemas.microsoft.com/office/powerpoint/2016/sectionzoom">
                <psez:sectionZm>
                  <psez:sectionZmObj sectionId="{F496BB06-4A29-4BF5-BA77-B16347F04B8B}">
                    <psez:zmPr id="{CA16EA92-A482-4473-9D2E-4B82CD37A180}" transitionDur="1000" showBg="0">
                      <p166:blipFill xmlns:p166="http://schemas.microsoft.com/office/powerpoint/2016/6/main">
                        <a:blip r:embed="rId39"/>
                        <a:stretch>
                          <a:fillRect/>
                        </a:stretch>
                      </p166:blipFill>
                      <p166:spPr xmlns:p166="http://schemas.microsoft.com/office/powerpoint/2016/6/main">
                        <a:xfrm>
                          <a:off x="0" y="0"/>
                          <a:ext cx="1205892" cy="678314"/>
                        </a:xfrm>
                        <a:prstGeom prst="rect">
                          <a:avLst/>
                        </a:prstGeom>
                      </p166:spPr>
                    </psez:zmPr>
                  </psez:sectionZmObj>
                </psez:sectionZm>
              </a:graphicData>
            </a:graphic>
          </p:graphicFrame>
        </mc:Choice>
        <mc:Fallback xmlns="">
          <p:pic>
            <p:nvPicPr>
              <p:cNvPr id="3" name="Section Zoom 2">
                <a:hlinkClick r:id="rId40" action="ppaction://hlinksldjump"/>
                <a:extLst>
                  <a:ext uri="{FF2B5EF4-FFF2-40B4-BE49-F238E27FC236}">
                    <a16:creationId xmlns:a16="http://schemas.microsoft.com/office/drawing/2014/main" id="{B1818394-B566-89EC-93B7-0C7F52D96C8E}"/>
                  </a:ext>
                </a:extLst>
              </p:cNvPr>
              <p:cNvPicPr>
                <a:picLocks noGrp="1" noRot="1" noChangeAspect="1" noMove="1" noResize="1" noEditPoints="1" noAdjustHandles="1" noChangeArrowheads="1" noChangeShapeType="1"/>
              </p:cNvPicPr>
              <p:nvPr/>
            </p:nvPicPr>
            <p:blipFill>
              <a:blip r:embed="rId41"/>
              <a:stretch>
                <a:fillRect/>
              </a:stretch>
            </p:blipFill>
            <p:spPr>
              <a:xfrm>
                <a:off x="6475316" y="3736302"/>
                <a:ext cx="1205892" cy="678314"/>
              </a:xfrm>
              <a:prstGeom prst="rect">
                <a:avLst/>
              </a:prstGeom>
            </p:spPr>
          </p:pic>
        </mc:Fallback>
      </mc:AlternateContent>
      <mc:AlternateContent xmlns:mc="http://schemas.openxmlformats.org/markup-compatibility/2006" xmlns:psez="http://schemas.microsoft.com/office/powerpoint/2016/sectionzoom">
        <mc:Choice Requires="psez">
          <p:graphicFrame>
            <p:nvGraphicFramePr>
              <p:cNvPr id="8" name="Section Zoom 7">
                <a:extLst>
                  <a:ext uri="{FF2B5EF4-FFF2-40B4-BE49-F238E27FC236}">
                    <a16:creationId xmlns:a16="http://schemas.microsoft.com/office/drawing/2014/main" id="{A64A8C2C-A09D-914F-4D82-0AC210E81EC2}"/>
                  </a:ext>
                </a:extLst>
              </p:cNvPr>
              <p:cNvGraphicFramePr>
                <a:graphicFrameLocks noChangeAspect="1"/>
              </p:cNvGraphicFramePr>
              <p:nvPr>
                <p:extLst>
                  <p:ext uri="{D42A27DB-BD31-4B8C-83A1-F6EECF244321}">
                    <p14:modId xmlns:p14="http://schemas.microsoft.com/office/powerpoint/2010/main" val="2526438885"/>
                  </p:ext>
                </p:extLst>
              </p:nvPr>
            </p:nvGraphicFramePr>
            <p:xfrm>
              <a:off x="7451037" y="2440294"/>
              <a:ext cx="1205892" cy="678314"/>
            </p:xfrm>
            <a:graphic>
              <a:graphicData uri="http://schemas.microsoft.com/office/powerpoint/2016/sectionzoom">
                <psez:sectionZm>
                  <psez:sectionZmObj sectionId="{5F9BCD4A-9433-48A8-B291-287BE2581A63}">
                    <psez:zmPr id="{18EA1257-2A04-4F60-AC28-AE506CECCC30}" transitionDur="1000" showBg="0">
                      <p166:blipFill xmlns:p166="http://schemas.microsoft.com/office/powerpoint/2016/6/main">
                        <a:blip r:embed="rId42"/>
                        <a:stretch>
                          <a:fillRect/>
                        </a:stretch>
                      </p166:blipFill>
                      <p166:spPr xmlns:p166="http://schemas.microsoft.com/office/powerpoint/2016/6/main">
                        <a:xfrm>
                          <a:off x="0" y="0"/>
                          <a:ext cx="1205892" cy="678314"/>
                        </a:xfrm>
                        <a:prstGeom prst="rect">
                          <a:avLst/>
                        </a:prstGeom>
                        <a:ln>
                          <a:noFill/>
                        </a:ln>
                      </p166:spPr>
                    </psez:zmPr>
                  </psez:sectionZmObj>
                </psez:sectionZm>
              </a:graphicData>
            </a:graphic>
          </p:graphicFrame>
        </mc:Choice>
        <mc:Fallback xmlns="">
          <p:pic>
            <p:nvPicPr>
              <p:cNvPr id="8" name="Section Zoom 7">
                <a:hlinkClick r:id="rId43" action="ppaction://hlinksldjump"/>
                <a:extLst>
                  <a:ext uri="{FF2B5EF4-FFF2-40B4-BE49-F238E27FC236}">
                    <a16:creationId xmlns:a16="http://schemas.microsoft.com/office/drawing/2014/main" id="{A64A8C2C-A09D-914F-4D82-0AC210E81EC2}"/>
                  </a:ext>
                </a:extLst>
              </p:cNvPr>
              <p:cNvPicPr>
                <a:picLocks noGrp="1" noRot="1" noChangeAspect="1" noMove="1" noResize="1" noEditPoints="1" noAdjustHandles="1" noChangeArrowheads="1" noChangeShapeType="1"/>
              </p:cNvPicPr>
              <p:nvPr/>
            </p:nvPicPr>
            <p:blipFill>
              <a:blip r:embed="rId44"/>
              <a:stretch>
                <a:fillRect/>
              </a:stretch>
            </p:blipFill>
            <p:spPr>
              <a:xfrm>
                <a:off x="7451037" y="2440294"/>
                <a:ext cx="1205892" cy="678314"/>
              </a:xfrm>
              <a:prstGeom prst="rect">
                <a:avLst/>
              </a:prstGeom>
              <a:ln>
                <a:noFill/>
              </a:ln>
            </p:spPr>
          </p:pic>
        </mc:Fallback>
      </mc:AlternateContent>
      <mc:AlternateContent xmlns:mc="http://schemas.openxmlformats.org/markup-compatibility/2006" xmlns:psez="http://schemas.microsoft.com/office/powerpoint/2016/sectionzoom">
        <mc:Choice Requires="psez">
          <p:graphicFrame>
            <p:nvGraphicFramePr>
              <p:cNvPr id="15" name="Section Zoom 14">
                <a:extLst>
                  <a:ext uri="{FF2B5EF4-FFF2-40B4-BE49-F238E27FC236}">
                    <a16:creationId xmlns:a16="http://schemas.microsoft.com/office/drawing/2014/main" id="{994A7A82-00DA-C962-F4B3-D28B371A268F}"/>
                  </a:ext>
                </a:extLst>
              </p:cNvPr>
              <p:cNvGraphicFramePr>
                <a:graphicFrameLocks noChangeAspect="1"/>
              </p:cNvGraphicFramePr>
              <p:nvPr>
                <p:extLst>
                  <p:ext uri="{D42A27DB-BD31-4B8C-83A1-F6EECF244321}">
                    <p14:modId xmlns:p14="http://schemas.microsoft.com/office/powerpoint/2010/main" val="839852492"/>
                  </p:ext>
                </p:extLst>
              </p:nvPr>
            </p:nvGraphicFramePr>
            <p:xfrm>
              <a:off x="8430029" y="3736302"/>
              <a:ext cx="1205892" cy="678314"/>
            </p:xfrm>
            <a:graphic>
              <a:graphicData uri="http://schemas.microsoft.com/office/powerpoint/2016/sectionzoom">
                <psez:sectionZm>
                  <psez:sectionZmObj sectionId="{DAF8DABC-592A-4901-A0AC-5CDA09D8F45E}">
                    <psez:zmPr id="{B0CC5743-31DA-4C38-8F9F-D13430DC46E4}" transitionDur="1000" showBg="0">
                      <p166:blipFill xmlns:p166="http://schemas.microsoft.com/office/powerpoint/2016/6/main">
                        <a:blip r:embed="rId45"/>
                        <a:stretch>
                          <a:fillRect/>
                        </a:stretch>
                      </p166:blipFill>
                      <p166:spPr xmlns:p166="http://schemas.microsoft.com/office/powerpoint/2016/6/main">
                        <a:xfrm>
                          <a:off x="0" y="0"/>
                          <a:ext cx="1205892" cy="678314"/>
                        </a:xfrm>
                        <a:prstGeom prst="rect">
                          <a:avLst/>
                        </a:prstGeom>
                        <a:ln w="3175">
                          <a:noFill/>
                        </a:ln>
                      </p166:spPr>
                    </psez:zmPr>
                  </psez:sectionZmObj>
                </psez:sectionZm>
              </a:graphicData>
            </a:graphic>
          </p:graphicFrame>
        </mc:Choice>
        <mc:Fallback xmlns="">
          <p:pic>
            <p:nvPicPr>
              <p:cNvPr id="15" name="Section Zoom 14">
                <a:hlinkClick r:id="rId46" action="ppaction://hlinksldjump"/>
                <a:extLst>
                  <a:ext uri="{FF2B5EF4-FFF2-40B4-BE49-F238E27FC236}">
                    <a16:creationId xmlns:a16="http://schemas.microsoft.com/office/drawing/2014/main" id="{994A7A82-00DA-C962-F4B3-D28B371A268F}"/>
                  </a:ext>
                </a:extLst>
              </p:cNvPr>
              <p:cNvPicPr>
                <a:picLocks noGrp="1" noRot="1" noChangeAspect="1" noMove="1" noResize="1" noEditPoints="1" noAdjustHandles="1" noChangeArrowheads="1" noChangeShapeType="1"/>
              </p:cNvPicPr>
              <p:nvPr/>
            </p:nvPicPr>
            <p:blipFill>
              <a:blip r:embed="rId47"/>
              <a:stretch>
                <a:fillRect/>
              </a:stretch>
            </p:blipFill>
            <p:spPr>
              <a:xfrm>
                <a:off x="8430029" y="3736302"/>
                <a:ext cx="1205892" cy="678314"/>
              </a:xfrm>
              <a:prstGeom prst="rect">
                <a:avLst/>
              </a:prstGeom>
              <a:ln w="3175">
                <a:noFill/>
              </a:ln>
            </p:spPr>
          </p:pic>
        </mc:Fallback>
      </mc:AlternateContent>
      <mc:AlternateContent xmlns:mc="http://schemas.openxmlformats.org/markup-compatibility/2006" xmlns:psez="http://schemas.microsoft.com/office/powerpoint/2016/sectionzoom">
        <mc:Choice Requires="psez">
          <p:graphicFrame>
            <p:nvGraphicFramePr>
              <p:cNvPr id="18" name="Section Zoom 17">
                <a:extLst>
                  <a:ext uri="{FF2B5EF4-FFF2-40B4-BE49-F238E27FC236}">
                    <a16:creationId xmlns:a16="http://schemas.microsoft.com/office/drawing/2014/main" id="{3E37003B-E503-7160-A212-66213D34C012}"/>
                  </a:ext>
                </a:extLst>
              </p:cNvPr>
              <p:cNvGraphicFramePr>
                <a:graphicFrameLocks noChangeAspect="1"/>
              </p:cNvGraphicFramePr>
              <p:nvPr>
                <p:extLst>
                  <p:ext uri="{D42A27DB-BD31-4B8C-83A1-F6EECF244321}">
                    <p14:modId xmlns:p14="http://schemas.microsoft.com/office/powerpoint/2010/main" val="1424119920"/>
                  </p:ext>
                </p:extLst>
              </p:nvPr>
            </p:nvGraphicFramePr>
            <p:xfrm>
              <a:off x="9409020" y="2440294"/>
              <a:ext cx="1205892" cy="678314"/>
            </p:xfrm>
            <a:graphic>
              <a:graphicData uri="http://schemas.microsoft.com/office/powerpoint/2016/sectionzoom">
                <psez:sectionZm>
                  <psez:sectionZmObj sectionId="{98810976-D7DB-4275-9710-9A2889E2A734}">
                    <psez:zmPr id="{F08AC0D9-533E-4A9B-AE6D-5C782F66EA32}" transitionDur="1000" showBg="0">
                      <p166:blipFill xmlns:p166="http://schemas.microsoft.com/office/powerpoint/2016/6/main">
                        <a:blip r:embed="rId48"/>
                        <a:stretch>
                          <a:fillRect/>
                        </a:stretch>
                      </p166:blipFill>
                      <p166:spPr xmlns:p166="http://schemas.microsoft.com/office/powerpoint/2016/6/main">
                        <a:xfrm>
                          <a:off x="0" y="0"/>
                          <a:ext cx="1205892" cy="678314"/>
                        </a:xfrm>
                        <a:prstGeom prst="rect">
                          <a:avLst/>
                        </a:prstGeom>
                        <a:ln>
                          <a:noFill/>
                        </a:ln>
                      </p166:spPr>
                    </psez:zmPr>
                  </psez:sectionZmObj>
                </psez:sectionZm>
              </a:graphicData>
            </a:graphic>
          </p:graphicFrame>
        </mc:Choice>
        <mc:Fallback xmlns="">
          <p:pic>
            <p:nvPicPr>
              <p:cNvPr id="18" name="Section Zoom 17">
                <a:hlinkClick r:id="rId49" action="ppaction://hlinksldjump"/>
                <a:extLst>
                  <a:ext uri="{FF2B5EF4-FFF2-40B4-BE49-F238E27FC236}">
                    <a16:creationId xmlns:a16="http://schemas.microsoft.com/office/drawing/2014/main" id="{3E37003B-E503-7160-A212-66213D34C012}"/>
                  </a:ext>
                </a:extLst>
              </p:cNvPr>
              <p:cNvPicPr>
                <a:picLocks noGrp="1" noRot="1" noChangeAspect="1" noMove="1" noResize="1" noEditPoints="1" noAdjustHandles="1" noChangeArrowheads="1" noChangeShapeType="1"/>
              </p:cNvPicPr>
              <p:nvPr/>
            </p:nvPicPr>
            <p:blipFill>
              <a:blip r:embed="rId50"/>
              <a:stretch>
                <a:fillRect/>
              </a:stretch>
            </p:blipFill>
            <p:spPr>
              <a:xfrm>
                <a:off x="9409020" y="2440294"/>
                <a:ext cx="1205892" cy="678314"/>
              </a:xfrm>
              <a:prstGeom prst="rect">
                <a:avLst/>
              </a:prstGeom>
              <a:ln>
                <a:noFill/>
              </a:ln>
            </p:spPr>
          </p:pic>
        </mc:Fallback>
      </mc:AlternateContent>
      <p:sp useBgFill="1">
        <p:nvSpPr>
          <p:cNvPr id="24" name="Rectangle: Rounded Corners 5">
            <a:extLst>
              <a:ext uri="{FF2B5EF4-FFF2-40B4-BE49-F238E27FC236}">
                <a16:creationId xmlns:a16="http://schemas.microsoft.com/office/drawing/2014/main" id="{B4AFC548-4197-9131-0A2A-FEEF367F8068}"/>
              </a:ext>
            </a:extLst>
          </p:cNvPr>
          <p:cNvSpPr/>
          <p:nvPr/>
        </p:nvSpPr>
        <p:spPr>
          <a:xfrm>
            <a:off x="269875" y="6182644"/>
            <a:ext cx="998271" cy="403894"/>
          </a:xfrm>
          <a:prstGeom prst="roundRect">
            <a:avLst>
              <a:gd name="adj" fmla="val 50000"/>
            </a:avLst>
          </a:prstGeom>
          <a:ln w="6350">
            <a:solidFill>
              <a:schemeClr val="bg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dirty="0">
                <a:solidFill>
                  <a:prstClr val="white"/>
                </a:solidFill>
                <a:latin typeface="Darker Grotesque" pitchFamily="2" charset="0"/>
              </a:rPr>
              <a:t>SOEN 6841</a:t>
            </a:r>
            <a:endParaRPr lang="en-GB" sz="1200" dirty="0">
              <a:solidFill>
                <a:prstClr val="white"/>
              </a:solidFill>
              <a:latin typeface="Darker Grotesque"/>
            </a:endParaRPr>
          </a:p>
        </p:txBody>
      </p:sp>
      <p:sp useBgFill="1">
        <p:nvSpPr>
          <p:cNvPr id="25" name="Rectangle: Rounded Corners 30">
            <a:extLst>
              <a:ext uri="{FF2B5EF4-FFF2-40B4-BE49-F238E27FC236}">
                <a16:creationId xmlns:a16="http://schemas.microsoft.com/office/drawing/2014/main" id="{80CCF532-2789-9119-8FEC-ED9441EEEFD4}"/>
              </a:ext>
            </a:extLst>
          </p:cNvPr>
          <p:cNvSpPr/>
          <p:nvPr/>
        </p:nvSpPr>
        <p:spPr>
          <a:xfrm>
            <a:off x="9951609" y="6182644"/>
            <a:ext cx="1968929" cy="403894"/>
          </a:xfrm>
          <a:prstGeom prst="roundRect">
            <a:avLst>
              <a:gd name="adj" fmla="val 50000"/>
            </a:avLst>
          </a:prstGeom>
          <a:ln w="6350">
            <a:solidFill>
              <a:schemeClr val="bg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30" dirty="0">
                <a:solidFill>
                  <a:prstClr val="white"/>
                </a:solidFill>
                <a:latin typeface="Darker Grotesque" pitchFamily="2" charset="0"/>
              </a:rPr>
              <a:t>STOCK SELECTION APP</a:t>
            </a:r>
            <a:endParaRPr lang="en-GB" sz="1200" spc="30" dirty="0">
              <a:solidFill>
                <a:prstClr val="white"/>
              </a:solidFill>
              <a:latin typeface="Darker Grotesque" pitchFamily="2" charset="0"/>
            </a:endParaRPr>
          </a:p>
        </p:txBody>
      </p:sp>
      <p:sp useBgFill="1">
        <p:nvSpPr>
          <p:cNvPr id="26" name="Rectangle: Rounded Corners 1">
            <a:extLst>
              <a:ext uri="{FF2B5EF4-FFF2-40B4-BE49-F238E27FC236}">
                <a16:creationId xmlns:a16="http://schemas.microsoft.com/office/drawing/2014/main" id="{41C4257D-E657-7A91-3598-B66C27D01295}"/>
              </a:ext>
            </a:extLst>
          </p:cNvPr>
          <p:cNvSpPr/>
          <p:nvPr/>
        </p:nvSpPr>
        <p:spPr>
          <a:xfrm>
            <a:off x="10703959" y="257132"/>
            <a:ext cx="1216579" cy="403894"/>
          </a:xfrm>
          <a:prstGeom prst="roundRect">
            <a:avLst>
              <a:gd name="adj" fmla="val 50000"/>
            </a:avLst>
          </a:prstGeom>
          <a:ln w="6350">
            <a:solidFill>
              <a:schemeClr val="bg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30" dirty="0">
                <a:solidFill>
                  <a:prstClr val="white"/>
                </a:solidFill>
                <a:latin typeface="Darker Grotesque" pitchFamily="2" charset="0"/>
              </a:rPr>
              <a:t>10-04-2025</a:t>
            </a:r>
            <a:endParaRPr lang="en-GB" sz="1200" spc="30" dirty="0">
              <a:solidFill>
                <a:prstClr val="white"/>
              </a:solidFill>
              <a:latin typeface="Darker Grotesque" pitchFamily="2" charset="0"/>
            </a:endParaRPr>
          </a:p>
        </p:txBody>
      </p:sp>
      <p:grpSp>
        <p:nvGrpSpPr>
          <p:cNvPr id="27" name="Group 26">
            <a:extLst>
              <a:ext uri="{FF2B5EF4-FFF2-40B4-BE49-F238E27FC236}">
                <a16:creationId xmlns:a16="http://schemas.microsoft.com/office/drawing/2014/main" id="{D6BA016B-4903-B70E-316F-615CE4575DC4}"/>
              </a:ext>
            </a:extLst>
          </p:cNvPr>
          <p:cNvGrpSpPr/>
          <p:nvPr/>
        </p:nvGrpSpPr>
        <p:grpSpPr>
          <a:xfrm>
            <a:off x="269875" y="269875"/>
            <a:ext cx="1244550" cy="391151"/>
            <a:chOff x="539750" y="529891"/>
            <a:chExt cx="1615459" cy="391151"/>
          </a:xfrm>
        </p:grpSpPr>
        <p:sp useBgFill="1">
          <p:nvSpPr>
            <p:cNvPr id="28" name="Rectangle: Rounded Corners 16">
              <a:extLst>
                <a:ext uri="{FF2B5EF4-FFF2-40B4-BE49-F238E27FC236}">
                  <a16:creationId xmlns:a16="http://schemas.microsoft.com/office/drawing/2014/main" id="{B115DB88-6D82-2AB1-6014-A45779057402}"/>
                </a:ext>
              </a:extLst>
            </p:cNvPr>
            <p:cNvSpPr/>
            <p:nvPr/>
          </p:nvSpPr>
          <p:spPr>
            <a:xfrm>
              <a:off x="539750" y="529891"/>
              <a:ext cx="1486382" cy="391151"/>
            </a:xfrm>
            <a:prstGeom prst="roundRect">
              <a:avLst>
                <a:gd name="adj" fmla="val 50000"/>
              </a:avLst>
            </a:prstGeom>
            <a:ln w="6350">
              <a:solidFill>
                <a:schemeClr val="bg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dirty="0">
                <a:solidFill>
                  <a:prstClr val="white"/>
                </a:solidFill>
                <a:latin typeface="Darker Grotesque SemiBold" pitchFamily="2" charset="0"/>
              </a:endParaRPr>
            </a:p>
          </p:txBody>
        </p:sp>
        <p:grpSp>
          <p:nvGrpSpPr>
            <p:cNvPr id="32" name="Group 31">
              <a:extLst>
                <a:ext uri="{FF2B5EF4-FFF2-40B4-BE49-F238E27FC236}">
                  <a16:creationId xmlns:a16="http://schemas.microsoft.com/office/drawing/2014/main" id="{A3636D3C-DD80-2693-F881-4A98C349D994}"/>
                </a:ext>
              </a:extLst>
            </p:cNvPr>
            <p:cNvGrpSpPr/>
            <p:nvPr/>
          </p:nvGrpSpPr>
          <p:grpSpPr>
            <a:xfrm>
              <a:off x="741520" y="586966"/>
              <a:ext cx="1413689" cy="276999"/>
              <a:chOff x="3023266" y="105156"/>
              <a:chExt cx="1413689" cy="276999"/>
            </a:xfrm>
          </p:grpSpPr>
          <p:pic>
            <p:nvPicPr>
              <p:cNvPr id="33" name="Graphic 32">
                <a:extLst>
                  <a:ext uri="{FF2B5EF4-FFF2-40B4-BE49-F238E27FC236}">
                    <a16:creationId xmlns:a16="http://schemas.microsoft.com/office/drawing/2014/main" id="{AFF5B5A4-F39D-DDC5-C37B-1B96FBE6931B}"/>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3023266" y="151050"/>
                <a:ext cx="185210" cy="185210"/>
              </a:xfrm>
              <a:prstGeom prst="rect">
                <a:avLst/>
              </a:prstGeom>
            </p:spPr>
          </p:pic>
          <p:sp>
            <p:nvSpPr>
              <p:cNvPr id="34" name="TextBox 33">
                <a:extLst>
                  <a:ext uri="{FF2B5EF4-FFF2-40B4-BE49-F238E27FC236}">
                    <a16:creationId xmlns:a16="http://schemas.microsoft.com/office/drawing/2014/main" id="{CA1357AF-77C7-90A5-C874-AA60BBE3D228}"/>
                  </a:ext>
                </a:extLst>
              </p:cNvPr>
              <p:cNvSpPr txBox="1"/>
              <p:nvPr/>
            </p:nvSpPr>
            <p:spPr>
              <a:xfrm>
                <a:off x="3208477" y="105156"/>
                <a:ext cx="1228478" cy="276999"/>
              </a:xfrm>
              <a:prstGeom prst="rect">
                <a:avLst/>
              </a:prstGeom>
              <a:noFill/>
            </p:spPr>
            <p:txBody>
              <a:bodyPr wrap="square" rtlCol="0">
                <a:spAutoFit/>
              </a:bodyPr>
              <a:lstStyle/>
              <a:p>
                <a:r>
                  <a:rPr lang="en-US" sz="1200" dirty="0">
                    <a:solidFill>
                      <a:schemeClr val="bg1"/>
                    </a:solidFill>
                    <a:latin typeface="Darker Grotesque Black" pitchFamily="2" charset="0"/>
                  </a:rPr>
                  <a:t>GROUP 1</a:t>
                </a:r>
                <a:endParaRPr lang="en-GB" sz="1200" dirty="0">
                  <a:solidFill>
                    <a:schemeClr val="bg1"/>
                  </a:solidFill>
                  <a:latin typeface="Darker Grotesque Black" pitchFamily="2" charset="0"/>
                </a:endParaRPr>
              </a:p>
            </p:txBody>
          </p:sp>
        </p:grpSp>
      </p:grpSp>
    </p:spTree>
    <p:extLst>
      <p:ext uri="{BB962C8B-B14F-4D97-AF65-F5344CB8AC3E}">
        <p14:creationId xmlns:p14="http://schemas.microsoft.com/office/powerpoint/2010/main" val="1075787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4CBEE47-4141-2200-9A33-ADE75DA0B25B}"/>
              </a:ext>
            </a:extLst>
          </p:cNvPr>
          <p:cNvSpPr txBox="1"/>
          <p:nvPr/>
        </p:nvSpPr>
        <p:spPr>
          <a:xfrm>
            <a:off x="56774" y="2400577"/>
            <a:ext cx="12078451" cy="2056845"/>
          </a:xfrm>
          <a:prstGeom prst="rect">
            <a:avLst/>
          </a:prstGeom>
          <a:noFill/>
        </p:spPr>
        <p:txBody>
          <a:bodyPr wrap="square" lIns="0" tIns="0" rIns="0" bIns="0"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300" b="0" i="0" u="none" strike="noStrike" kern="0" cap="none" spc="0" normalizeH="0" baseline="0" noProof="0" dirty="0">
                <a:ln>
                  <a:noFill/>
                </a:ln>
                <a:solidFill>
                  <a:prstClr val="white"/>
                </a:solidFill>
                <a:effectLst/>
                <a:uLnTx/>
                <a:uFillTx/>
                <a:latin typeface="Darker Grotesque" pitchFamily="2" charset="0"/>
              </a:rPr>
              <a:t>Introduction</a:t>
            </a:r>
            <a:endParaRPr kumimoji="0" lang="en-US" sz="13600" b="0" i="0" u="none" strike="noStrike" kern="0" cap="none" spc="0" normalizeH="0" baseline="0" noProof="0" dirty="0">
              <a:ln>
                <a:noFill/>
              </a:ln>
              <a:solidFill>
                <a:prstClr val="white"/>
              </a:solidFill>
              <a:effectLst/>
              <a:uLnTx/>
              <a:uFillTx/>
              <a:latin typeface="Darker Grotesque" pitchFamily="2" charset="0"/>
            </a:endParaRPr>
          </a:p>
        </p:txBody>
      </p:sp>
      <p:sp>
        <p:nvSpPr>
          <p:cNvPr id="3" name="TextBox 2">
            <a:extLst>
              <a:ext uri="{FF2B5EF4-FFF2-40B4-BE49-F238E27FC236}">
                <a16:creationId xmlns:a16="http://schemas.microsoft.com/office/drawing/2014/main" id="{33D9571D-61A6-18D2-031F-56F39B790776}"/>
              </a:ext>
            </a:extLst>
          </p:cNvPr>
          <p:cNvSpPr txBox="1"/>
          <p:nvPr/>
        </p:nvSpPr>
        <p:spPr>
          <a:xfrm>
            <a:off x="468226" y="7969436"/>
            <a:ext cx="11887200" cy="5509200"/>
          </a:xfrm>
          <a:prstGeom prst="rect">
            <a:avLst/>
          </a:prstGeom>
          <a:noFill/>
        </p:spPr>
        <p:txBody>
          <a:bodyPr wrap="square" rtlCol="0">
            <a:spAutoFit/>
          </a:bodyPr>
          <a:lstStyle/>
          <a:p>
            <a:r>
              <a:rPr lang="en-CA" sz="3200" dirty="0">
                <a:solidFill>
                  <a:schemeClr val="bg1"/>
                </a:solidFill>
              </a:rPr>
              <a:t>Over 50% of retail investors worldwide, including in Canada, lose money due to emotional and biased decision-making. With the growing interest in fintech, algorithmic trading, and self-directed investing, there is a clear opportunity to address this challenge. </a:t>
            </a:r>
          </a:p>
          <a:p>
            <a:endParaRPr lang="en-CA" sz="3200" dirty="0">
              <a:solidFill>
                <a:schemeClr val="bg1"/>
              </a:solidFill>
            </a:endParaRPr>
          </a:p>
          <a:p>
            <a:r>
              <a:rPr lang="en-CA" sz="3200" dirty="0">
                <a:solidFill>
                  <a:schemeClr val="bg1"/>
                </a:solidFill>
              </a:rPr>
              <a:t>Our solution is a Stock Selection and Financial Literacy App powered by High Quantitative Momentum (HQM) analysis, helping users make rational and informed investment decisions. While designed for global use, the app also supports Canadian-specific accounts like the TFSA and RRSP, empowering users to confidently invest through their registered plans and beyond.</a:t>
            </a:r>
          </a:p>
        </p:txBody>
      </p:sp>
      <p:grpSp>
        <p:nvGrpSpPr>
          <p:cNvPr id="4" name="Group 3">
            <a:extLst>
              <a:ext uri="{FF2B5EF4-FFF2-40B4-BE49-F238E27FC236}">
                <a16:creationId xmlns:a16="http://schemas.microsoft.com/office/drawing/2014/main" id="{AADBF75F-8735-F3EB-3CF6-E3ED85C359C8}"/>
              </a:ext>
            </a:extLst>
          </p:cNvPr>
          <p:cNvGrpSpPr/>
          <p:nvPr/>
        </p:nvGrpSpPr>
        <p:grpSpPr>
          <a:xfrm>
            <a:off x="547577" y="7431186"/>
            <a:ext cx="11644423" cy="507586"/>
            <a:chOff x="299484" y="369986"/>
            <a:chExt cx="11644423" cy="507586"/>
          </a:xfrm>
        </p:grpSpPr>
        <p:cxnSp>
          <p:nvCxnSpPr>
            <p:cNvPr id="5" name="Straight Connector 4">
              <a:extLst>
                <a:ext uri="{FF2B5EF4-FFF2-40B4-BE49-F238E27FC236}">
                  <a16:creationId xmlns:a16="http://schemas.microsoft.com/office/drawing/2014/main" id="{FB295D1A-608A-69B0-4231-AC3F73DEE7A2}"/>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8" name="!!mission">
              <a:extLst>
                <a:ext uri="{FF2B5EF4-FFF2-40B4-BE49-F238E27FC236}">
                  <a16:creationId xmlns:a16="http://schemas.microsoft.com/office/drawing/2014/main" id="{DFA5A49C-CFC4-230B-BEB4-95A869A58607}"/>
                </a:ext>
              </a:extLst>
            </p:cNvPr>
            <p:cNvGrpSpPr/>
            <p:nvPr/>
          </p:nvGrpSpPr>
          <p:grpSpPr>
            <a:xfrm>
              <a:off x="5842207" y="369986"/>
              <a:ext cx="507586" cy="507586"/>
              <a:chOff x="1700837" y="1711757"/>
              <a:chExt cx="507586" cy="507586"/>
            </a:xfrm>
          </p:grpSpPr>
          <p:sp useBgFill="1">
            <p:nvSpPr>
              <p:cNvPr id="9" name="Oval 8">
                <a:extLst>
                  <a:ext uri="{FF2B5EF4-FFF2-40B4-BE49-F238E27FC236}">
                    <a16:creationId xmlns:a16="http://schemas.microsoft.com/office/drawing/2014/main" id="{B06C27DB-42F9-CD68-2209-7B3901166169}"/>
                  </a:ext>
                </a:extLst>
              </p:cNvPr>
              <p:cNvSpPr/>
              <p:nvPr/>
            </p:nvSpPr>
            <p:spPr>
              <a:xfrm>
                <a:off x="1700837" y="1711757"/>
                <a:ext cx="507586" cy="507586"/>
              </a:xfrm>
              <a:prstGeom prst="ellipse">
                <a:avLst/>
              </a:prstGeom>
              <a:blipFill dpi="0" rotWithShape="0">
                <a:blip r:embed="rId3">
                  <a:lum/>
                </a:blip>
                <a:srcRect/>
                <a:stretch>
                  <a:fillRect l="-379491" t="-367961" r="-1922467"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0" name="Graphic 9">
                <a:extLst>
                  <a:ext uri="{FF2B5EF4-FFF2-40B4-BE49-F238E27FC236}">
                    <a16:creationId xmlns:a16="http://schemas.microsoft.com/office/drawing/2014/main" id="{7D5BBCC5-791A-EB6E-E2F2-A1F9B0DE80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28630" y="1839550"/>
                <a:ext cx="252000" cy="252000"/>
              </a:xfrm>
              <a:prstGeom prst="rect">
                <a:avLst/>
              </a:prstGeom>
            </p:spPr>
          </p:pic>
        </p:grpSp>
      </p:grpSp>
    </p:spTree>
    <p:custDataLst>
      <p:tags r:id="rId1"/>
    </p:custDataLst>
    <p:extLst>
      <p:ext uri="{BB962C8B-B14F-4D97-AF65-F5344CB8AC3E}">
        <p14:creationId xmlns:p14="http://schemas.microsoft.com/office/powerpoint/2010/main" val="978745888"/>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D71B04-A06D-A176-6B96-5250AD809BBC}"/>
              </a:ext>
            </a:extLst>
          </p:cNvPr>
          <p:cNvSpPr txBox="1"/>
          <p:nvPr/>
        </p:nvSpPr>
        <p:spPr>
          <a:xfrm>
            <a:off x="299484" y="407551"/>
            <a:ext cx="1173398"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err="1">
                <a:ln>
                  <a:noFill/>
                </a:ln>
                <a:solidFill>
                  <a:prstClr val="white"/>
                </a:solidFill>
                <a:effectLst/>
                <a:uLnTx/>
                <a:uFillTx/>
                <a:latin typeface="Darker Grotesque" pitchFamily="2" charset="0"/>
              </a:rPr>
              <a:t>Introdu</a:t>
            </a:r>
            <a:r>
              <a:rPr lang="en-US" kern="0" dirty="0" err="1">
                <a:solidFill>
                  <a:prstClr val="white"/>
                </a:solidFill>
                <a:latin typeface="Darker Grotesque" pitchFamily="2" charset="0"/>
              </a:rPr>
              <a:t>ction</a:t>
            </a:r>
            <a:endParaRPr kumimoji="0" lang="en-US" b="0" i="0" u="none" strike="noStrike" kern="0" cap="none" spc="0" normalizeH="0" baseline="0" noProof="0" dirty="0">
              <a:ln>
                <a:noFill/>
              </a:ln>
              <a:solidFill>
                <a:prstClr val="white"/>
              </a:solidFill>
              <a:effectLst/>
              <a:uLnTx/>
              <a:uFillTx/>
              <a:latin typeface="Darker Grotesque" pitchFamily="2" charset="0"/>
            </a:endParaRPr>
          </a:p>
        </p:txBody>
      </p:sp>
      <p:sp>
        <p:nvSpPr>
          <p:cNvPr id="15" name="TextBox 14">
            <a:extLst>
              <a:ext uri="{FF2B5EF4-FFF2-40B4-BE49-F238E27FC236}">
                <a16:creationId xmlns:a16="http://schemas.microsoft.com/office/drawing/2014/main" id="{D6176D25-46DC-8511-5261-2FB41F2FA223}"/>
              </a:ext>
            </a:extLst>
          </p:cNvPr>
          <p:cNvSpPr txBox="1"/>
          <p:nvPr/>
        </p:nvSpPr>
        <p:spPr>
          <a:xfrm>
            <a:off x="220133" y="908236"/>
            <a:ext cx="11887200" cy="5509200"/>
          </a:xfrm>
          <a:prstGeom prst="rect">
            <a:avLst/>
          </a:prstGeom>
          <a:noFill/>
        </p:spPr>
        <p:txBody>
          <a:bodyPr wrap="square" rtlCol="0">
            <a:spAutoFit/>
          </a:bodyPr>
          <a:lstStyle/>
          <a:p>
            <a:r>
              <a:rPr lang="en-CA" sz="3200" dirty="0">
                <a:solidFill>
                  <a:schemeClr val="bg1"/>
                </a:solidFill>
              </a:rPr>
              <a:t>Over 50% of retail investors worldwide, including in Canada, lose money due to emotional and biased decision-making. With the growing interest in fintech, algorithmic trading, and self-directed investing, there is a clear opportunity to address this challenge. </a:t>
            </a:r>
          </a:p>
          <a:p>
            <a:endParaRPr lang="en-CA" sz="3200" dirty="0">
              <a:solidFill>
                <a:schemeClr val="bg1"/>
              </a:solidFill>
            </a:endParaRPr>
          </a:p>
          <a:p>
            <a:r>
              <a:rPr lang="en-CA" sz="3200" dirty="0">
                <a:solidFill>
                  <a:schemeClr val="bg1"/>
                </a:solidFill>
              </a:rPr>
              <a:t>Our solution is a Stock Selection and Financial Literacy App powered by High Quantitative Momentum (HQM) analysis, helping users make rational and informed investment decisions. While designed for global use, the app also supports Canadian-specific accounts like the TFSA and RRSP, empowering users to confidently invest through their registered plans and beyond.</a:t>
            </a:r>
          </a:p>
        </p:txBody>
      </p:sp>
      <p:grpSp>
        <p:nvGrpSpPr>
          <p:cNvPr id="13" name="Group 12">
            <a:extLst>
              <a:ext uri="{FF2B5EF4-FFF2-40B4-BE49-F238E27FC236}">
                <a16:creationId xmlns:a16="http://schemas.microsoft.com/office/drawing/2014/main" id="{CE78C0B1-9145-3B15-D39F-A30E0292DE88}"/>
              </a:ext>
            </a:extLst>
          </p:cNvPr>
          <p:cNvGrpSpPr/>
          <p:nvPr/>
        </p:nvGrpSpPr>
        <p:grpSpPr>
          <a:xfrm>
            <a:off x="299484" y="369986"/>
            <a:ext cx="11644423" cy="507586"/>
            <a:chOff x="299484" y="369986"/>
            <a:chExt cx="11644423" cy="507586"/>
          </a:xfrm>
        </p:grpSpPr>
        <p:cxnSp>
          <p:nvCxnSpPr>
            <p:cNvPr id="5" name="Straight Connector 4">
              <a:extLst>
                <a:ext uri="{FF2B5EF4-FFF2-40B4-BE49-F238E27FC236}">
                  <a16:creationId xmlns:a16="http://schemas.microsoft.com/office/drawing/2014/main" id="{8DE788B0-3D24-B444-9A30-B6D3868BFED3}"/>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10" name="!!mission">
              <a:extLst>
                <a:ext uri="{FF2B5EF4-FFF2-40B4-BE49-F238E27FC236}">
                  <a16:creationId xmlns:a16="http://schemas.microsoft.com/office/drawing/2014/main" id="{98F7707E-45E4-7874-747F-539EE3211649}"/>
                </a:ext>
              </a:extLst>
            </p:cNvPr>
            <p:cNvGrpSpPr/>
            <p:nvPr/>
          </p:nvGrpSpPr>
          <p:grpSpPr>
            <a:xfrm>
              <a:off x="5842207" y="369986"/>
              <a:ext cx="507586" cy="507586"/>
              <a:chOff x="1700837" y="1711757"/>
              <a:chExt cx="507586" cy="507586"/>
            </a:xfrm>
          </p:grpSpPr>
          <p:sp useBgFill="1">
            <p:nvSpPr>
              <p:cNvPr id="11" name="Oval 10">
                <a:extLst>
                  <a:ext uri="{FF2B5EF4-FFF2-40B4-BE49-F238E27FC236}">
                    <a16:creationId xmlns:a16="http://schemas.microsoft.com/office/drawing/2014/main" id="{174FF9FF-5E40-050C-56CC-5CC8886A5C3A}"/>
                  </a:ext>
                </a:extLst>
              </p:cNvPr>
              <p:cNvSpPr/>
              <p:nvPr/>
            </p:nvSpPr>
            <p:spPr>
              <a:xfrm>
                <a:off x="1700837" y="1711757"/>
                <a:ext cx="507586" cy="507586"/>
              </a:xfrm>
              <a:prstGeom prst="ellipse">
                <a:avLst/>
              </a:prstGeom>
              <a:blipFill dpi="0" rotWithShape="0">
                <a:blip r:embed="rId2">
                  <a:lum/>
                </a:blip>
                <a:srcRect/>
                <a:stretch>
                  <a:fillRect l="-379491" t="-367961" r="-1922467"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2" name="Graphic 11">
                <a:extLst>
                  <a:ext uri="{FF2B5EF4-FFF2-40B4-BE49-F238E27FC236}">
                    <a16:creationId xmlns:a16="http://schemas.microsoft.com/office/drawing/2014/main" id="{AFDAC79A-DBA9-31BE-8292-1DCB10D53F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8630" y="1839550"/>
                <a:ext cx="252000" cy="252000"/>
              </a:xfrm>
              <a:prstGeom prst="rect">
                <a:avLst/>
              </a:prstGeom>
            </p:spPr>
          </p:pic>
        </p:grpSp>
      </p:grpSp>
    </p:spTree>
    <p:extLst>
      <p:ext uri="{BB962C8B-B14F-4D97-AF65-F5344CB8AC3E}">
        <p14:creationId xmlns:p14="http://schemas.microsoft.com/office/powerpoint/2010/main" val="6105707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1653767" y="1588058"/>
            <a:ext cx="8873066" cy="2149178"/>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300" b="0" i="0" u="none" strike="noStrike" kern="0" cap="none" spc="0" normalizeH="0" baseline="0" noProof="0" dirty="0">
                <a:ln>
                  <a:noFill/>
                </a:ln>
                <a:solidFill>
                  <a:prstClr val="white"/>
                </a:solidFill>
                <a:effectLst/>
                <a:uLnTx/>
                <a:uFillTx/>
                <a:latin typeface="Darker Grotesque" pitchFamily="2" charset="0"/>
              </a:rPr>
              <a:t>Future</a:t>
            </a:r>
          </a:p>
        </p:txBody>
      </p:sp>
      <p:grpSp>
        <p:nvGrpSpPr>
          <p:cNvPr id="22" name="Group 21">
            <a:extLst>
              <a:ext uri="{FF2B5EF4-FFF2-40B4-BE49-F238E27FC236}">
                <a16:creationId xmlns:a16="http://schemas.microsoft.com/office/drawing/2014/main" id="{A4002E4D-A2EF-E26F-74CB-5196CA7C58F7}"/>
              </a:ext>
            </a:extLst>
          </p:cNvPr>
          <p:cNvGrpSpPr/>
          <p:nvPr/>
        </p:nvGrpSpPr>
        <p:grpSpPr>
          <a:xfrm>
            <a:off x="547577" y="7634386"/>
            <a:ext cx="11644423" cy="4799748"/>
            <a:chOff x="299484" y="369986"/>
            <a:chExt cx="11644423" cy="4799748"/>
          </a:xfrm>
        </p:grpSpPr>
        <p:grpSp>
          <p:nvGrpSpPr>
            <p:cNvPr id="23" name="Group 22">
              <a:extLst>
                <a:ext uri="{FF2B5EF4-FFF2-40B4-BE49-F238E27FC236}">
                  <a16:creationId xmlns:a16="http://schemas.microsoft.com/office/drawing/2014/main" id="{C01668D5-4830-7E32-36AE-9C45D41F1DFE}"/>
                </a:ext>
              </a:extLst>
            </p:cNvPr>
            <p:cNvGrpSpPr/>
            <p:nvPr/>
          </p:nvGrpSpPr>
          <p:grpSpPr>
            <a:xfrm>
              <a:off x="299484" y="369986"/>
              <a:ext cx="11644423" cy="507586"/>
              <a:chOff x="299484" y="369986"/>
              <a:chExt cx="11644423" cy="507586"/>
            </a:xfrm>
          </p:grpSpPr>
          <p:cxnSp>
            <p:nvCxnSpPr>
              <p:cNvPr id="36" name="Straight Connector 35">
                <a:extLst>
                  <a:ext uri="{FF2B5EF4-FFF2-40B4-BE49-F238E27FC236}">
                    <a16:creationId xmlns:a16="http://schemas.microsoft.com/office/drawing/2014/main" id="{B4E66A11-F906-AFCD-C51C-6080258830BB}"/>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37" name="!!problem">
                <a:extLst>
                  <a:ext uri="{FF2B5EF4-FFF2-40B4-BE49-F238E27FC236}">
                    <a16:creationId xmlns:a16="http://schemas.microsoft.com/office/drawing/2014/main" id="{9A77555A-4715-5AD3-DC10-AC866B3B5D2F}"/>
                  </a:ext>
                </a:extLst>
              </p:cNvPr>
              <p:cNvGrpSpPr/>
              <p:nvPr/>
            </p:nvGrpSpPr>
            <p:grpSpPr>
              <a:xfrm>
                <a:off x="5842207" y="369986"/>
                <a:ext cx="507586" cy="507586"/>
                <a:chOff x="2240169" y="4083721"/>
                <a:chExt cx="507586" cy="507586"/>
              </a:xfrm>
            </p:grpSpPr>
            <p:sp useBgFill="1">
              <p:nvSpPr>
                <p:cNvPr id="38" name="Oval 37">
                  <a:extLst>
                    <a:ext uri="{FF2B5EF4-FFF2-40B4-BE49-F238E27FC236}">
                      <a16:creationId xmlns:a16="http://schemas.microsoft.com/office/drawing/2014/main" id="{3DAD3FF5-11E1-88DB-2982-DA1C14A4E17F}"/>
                    </a:ext>
                  </a:extLst>
                </p:cNvPr>
                <p:cNvSpPr/>
                <p:nvPr/>
              </p:nvSpPr>
              <p:spPr>
                <a:xfrm>
                  <a:off x="2240169" y="4083721"/>
                  <a:ext cx="507586" cy="507586"/>
                </a:xfrm>
                <a:prstGeom prst="ellipse">
                  <a:avLst/>
                </a:prstGeom>
                <a:blipFill dpi="0" rotWithShape="0">
                  <a:blip r:embed="rId2">
                    <a:lum/>
                  </a:blip>
                  <a:srcRect/>
                  <a:stretch>
                    <a:fillRect l="-572363" t="-883139" r="-1729595" b="-367962"/>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39" name="Graphic 38">
                  <a:extLst>
                    <a:ext uri="{FF2B5EF4-FFF2-40B4-BE49-F238E27FC236}">
                      <a16:creationId xmlns:a16="http://schemas.microsoft.com/office/drawing/2014/main" id="{718B131A-6AD0-4066-50DB-B37CCB8A0E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7962" y="4211514"/>
                  <a:ext cx="252000" cy="252000"/>
                </a:xfrm>
                <a:prstGeom prst="rect">
                  <a:avLst/>
                </a:prstGeom>
              </p:spPr>
            </p:pic>
          </p:grpSp>
        </p:grpSp>
        <p:grpSp>
          <p:nvGrpSpPr>
            <p:cNvPr id="24" name="Group 23">
              <a:extLst>
                <a:ext uri="{FF2B5EF4-FFF2-40B4-BE49-F238E27FC236}">
                  <a16:creationId xmlns:a16="http://schemas.microsoft.com/office/drawing/2014/main" id="{3C0E185A-F720-349B-F005-06B1708F95B3}"/>
                </a:ext>
              </a:extLst>
            </p:cNvPr>
            <p:cNvGrpSpPr/>
            <p:nvPr/>
          </p:nvGrpSpPr>
          <p:grpSpPr>
            <a:xfrm>
              <a:off x="339205" y="2190541"/>
              <a:ext cx="8851700" cy="2979193"/>
              <a:chOff x="339205" y="1853661"/>
              <a:chExt cx="8851700" cy="2979193"/>
            </a:xfrm>
          </p:grpSpPr>
          <p:grpSp>
            <p:nvGrpSpPr>
              <p:cNvPr id="25" name="Group 24">
                <a:extLst>
                  <a:ext uri="{FF2B5EF4-FFF2-40B4-BE49-F238E27FC236}">
                    <a16:creationId xmlns:a16="http://schemas.microsoft.com/office/drawing/2014/main" id="{00E0D293-E961-8F63-652B-E5CE9D7EEB82}"/>
                  </a:ext>
                </a:extLst>
              </p:cNvPr>
              <p:cNvGrpSpPr/>
              <p:nvPr/>
            </p:nvGrpSpPr>
            <p:grpSpPr>
              <a:xfrm>
                <a:off x="842862" y="2982796"/>
                <a:ext cx="8348043" cy="1850058"/>
                <a:chOff x="895531" y="3545303"/>
                <a:chExt cx="8348043" cy="1850058"/>
              </a:xfrm>
            </p:grpSpPr>
            <p:sp>
              <p:nvSpPr>
                <p:cNvPr id="27" name="TextBox 26">
                  <a:extLst>
                    <a:ext uri="{FF2B5EF4-FFF2-40B4-BE49-F238E27FC236}">
                      <a16:creationId xmlns:a16="http://schemas.microsoft.com/office/drawing/2014/main" id="{0023CB1F-1A27-9EE1-E24C-95225B35F493}"/>
                    </a:ext>
                  </a:extLst>
                </p:cNvPr>
                <p:cNvSpPr txBox="1"/>
                <p:nvPr/>
              </p:nvSpPr>
              <p:spPr>
                <a:xfrm>
                  <a:off x="3469609" y="4318143"/>
                  <a:ext cx="2640713" cy="1077218"/>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Execute trades for customers based on the mentioned algorithm pattern</a:t>
                  </a:r>
                </a:p>
                <a:p>
                  <a:endParaRPr lang="en-US" dirty="0">
                    <a:solidFill>
                      <a:prstClr val="white">
                        <a:alpha val="50000"/>
                      </a:prstClr>
                    </a:solidFill>
                  </a:endParaRPr>
                </a:p>
              </p:txBody>
            </p:sp>
            <p:sp>
              <p:nvSpPr>
                <p:cNvPr id="28" name="TextBox 27">
                  <a:extLst>
                    <a:ext uri="{FF2B5EF4-FFF2-40B4-BE49-F238E27FC236}">
                      <a16:creationId xmlns:a16="http://schemas.microsoft.com/office/drawing/2014/main" id="{EB2F2716-650C-F9BD-5B17-B02645A8BCB5}"/>
                    </a:ext>
                  </a:extLst>
                </p:cNvPr>
                <p:cNvSpPr txBox="1"/>
                <p:nvPr/>
              </p:nvSpPr>
              <p:spPr>
                <a:xfrm>
                  <a:off x="6918826" y="4323689"/>
                  <a:ext cx="2324748" cy="584775"/>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Adopt a brokerage model for monetization</a:t>
                  </a:r>
                </a:p>
              </p:txBody>
            </p:sp>
            <p:sp>
              <p:nvSpPr>
                <p:cNvPr id="29" name="TextBox 28">
                  <a:extLst>
                    <a:ext uri="{FF2B5EF4-FFF2-40B4-BE49-F238E27FC236}">
                      <a16:creationId xmlns:a16="http://schemas.microsoft.com/office/drawing/2014/main" id="{5B0F3058-645F-0A16-23B4-0331C177A63B}"/>
                    </a:ext>
                  </a:extLst>
                </p:cNvPr>
                <p:cNvSpPr txBox="1"/>
                <p:nvPr/>
              </p:nvSpPr>
              <p:spPr>
                <a:xfrm>
                  <a:off x="895531" y="4318143"/>
                  <a:ext cx="2120484" cy="338554"/>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Get Brokerage License </a:t>
                  </a:r>
                </a:p>
              </p:txBody>
            </p:sp>
            <p:grpSp>
              <p:nvGrpSpPr>
                <p:cNvPr id="30" name="Group 29">
                  <a:extLst>
                    <a:ext uri="{FF2B5EF4-FFF2-40B4-BE49-F238E27FC236}">
                      <a16:creationId xmlns:a16="http://schemas.microsoft.com/office/drawing/2014/main" id="{88B65569-545B-10A2-50CF-FD8D59ADAC2C}"/>
                    </a:ext>
                  </a:extLst>
                </p:cNvPr>
                <p:cNvGrpSpPr/>
                <p:nvPr/>
              </p:nvGrpSpPr>
              <p:grpSpPr>
                <a:xfrm>
                  <a:off x="1195621" y="3545303"/>
                  <a:ext cx="7238265" cy="1603854"/>
                  <a:chOff x="1203634" y="3545303"/>
                  <a:chExt cx="7238265" cy="1603854"/>
                </a:xfrm>
              </p:grpSpPr>
              <p:cxnSp>
                <p:nvCxnSpPr>
                  <p:cNvPr id="31" name="Straight Connector 30">
                    <a:extLst>
                      <a:ext uri="{FF2B5EF4-FFF2-40B4-BE49-F238E27FC236}">
                        <a16:creationId xmlns:a16="http://schemas.microsoft.com/office/drawing/2014/main" id="{EA20E2BC-51CC-9D10-909B-77F062CDB00F}"/>
                      </a:ext>
                    </a:extLst>
                  </p:cNvPr>
                  <p:cNvCxnSpPr>
                    <a:cxnSpLocks/>
                  </p:cNvCxnSpPr>
                  <p:nvPr/>
                </p:nvCxnSpPr>
                <p:spPr>
                  <a:xfrm>
                    <a:off x="3323585" y="3654627"/>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32" name="TextBox 31">
                    <a:extLst>
                      <a:ext uri="{FF2B5EF4-FFF2-40B4-BE49-F238E27FC236}">
                        <a16:creationId xmlns:a16="http://schemas.microsoft.com/office/drawing/2014/main" id="{3E39F8D7-33B3-F516-BF0B-C624656227A2}"/>
                      </a:ext>
                    </a:extLst>
                  </p:cNvPr>
                  <p:cNvSpPr txBox="1"/>
                  <p:nvPr/>
                </p:nvSpPr>
                <p:spPr>
                  <a:xfrm>
                    <a:off x="4133603" y="3545303"/>
                    <a:ext cx="1043876"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02</a:t>
                    </a:r>
                    <a:endParaRPr lang="en-GB" sz="6600" dirty="0"/>
                  </a:p>
                </p:txBody>
              </p:sp>
              <p:sp>
                <p:nvSpPr>
                  <p:cNvPr id="33" name="TextBox 32">
                    <a:extLst>
                      <a:ext uri="{FF2B5EF4-FFF2-40B4-BE49-F238E27FC236}">
                        <a16:creationId xmlns:a16="http://schemas.microsoft.com/office/drawing/2014/main" id="{52C7D98E-5620-D392-838C-71471878098C}"/>
                      </a:ext>
                    </a:extLst>
                  </p:cNvPr>
                  <p:cNvSpPr txBox="1"/>
                  <p:nvPr/>
                </p:nvSpPr>
                <p:spPr>
                  <a:xfrm>
                    <a:off x="7398023" y="3545303"/>
                    <a:ext cx="1043876"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03</a:t>
                    </a:r>
                    <a:endParaRPr lang="en-GB" sz="6600" dirty="0"/>
                  </a:p>
                </p:txBody>
              </p:sp>
              <p:sp>
                <p:nvSpPr>
                  <p:cNvPr id="34" name="TextBox 33">
                    <a:extLst>
                      <a:ext uri="{FF2B5EF4-FFF2-40B4-BE49-F238E27FC236}">
                        <a16:creationId xmlns:a16="http://schemas.microsoft.com/office/drawing/2014/main" id="{EB894653-4B3F-7381-86D6-C4037A03E483}"/>
                      </a:ext>
                    </a:extLst>
                  </p:cNvPr>
                  <p:cNvSpPr txBox="1"/>
                  <p:nvPr/>
                </p:nvSpPr>
                <p:spPr>
                  <a:xfrm>
                    <a:off x="1203634" y="3545303"/>
                    <a:ext cx="1043876"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01</a:t>
                    </a:r>
                    <a:endParaRPr lang="en-GB" sz="6600" dirty="0"/>
                  </a:p>
                </p:txBody>
              </p:sp>
              <p:cxnSp>
                <p:nvCxnSpPr>
                  <p:cNvPr id="35" name="Straight Connector 34">
                    <a:extLst>
                      <a:ext uri="{FF2B5EF4-FFF2-40B4-BE49-F238E27FC236}">
                        <a16:creationId xmlns:a16="http://schemas.microsoft.com/office/drawing/2014/main" id="{8AC9B946-BBA9-7136-2272-1748E50E7E1E}"/>
                      </a:ext>
                    </a:extLst>
                  </p:cNvPr>
                  <p:cNvCxnSpPr>
                    <a:cxnSpLocks/>
                  </p:cNvCxnSpPr>
                  <p:nvPr/>
                </p:nvCxnSpPr>
                <p:spPr>
                  <a:xfrm>
                    <a:off x="6438553" y="3654627"/>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grpSp>
          <p:sp>
            <p:nvSpPr>
              <p:cNvPr id="26" name="TextBox 25">
                <a:extLst>
                  <a:ext uri="{FF2B5EF4-FFF2-40B4-BE49-F238E27FC236}">
                    <a16:creationId xmlns:a16="http://schemas.microsoft.com/office/drawing/2014/main" id="{1EF8FDCE-8A29-4D03-9A14-EFB2915B3577}"/>
                  </a:ext>
                </a:extLst>
              </p:cNvPr>
              <p:cNvSpPr txBox="1"/>
              <p:nvPr/>
            </p:nvSpPr>
            <p:spPr>
              <a:xfrm>
                <a:off x="339205" y="1853661"/>
                <a:ext cx="8851700" cy="587212"/>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Here are the next steps</a:t>
                </a:r>
              </a:p>
            </p:txBody>
          </p:sp>
        </p:grpSp>
      </p:grpSp>
      <p:pic>
        <p:nvPicPr>
          <p:cNvPr id="41" name="Picture 40">
            <a:extLst>
              <a:ext uri="{FF2B5EF4-FFF2-40B4-BE49-F238E27FC236}">
                <a16:creationId xmlns:a16="http://schemas.microsoft.com/office/drawing/2014/main" id="{1AE51325-F3E0-DF1E-FB05-D47B84837850}"/>
              </a:ext>
            </a:extLst>
          </p:cNvPr>
          <p:cNvPicPr>
            <a:picLocks noChangeAspect="1"/>
          </p:cNvPicPr>
          <p:nvPr/>
        </p:nvPicPr>
        <p:blipFill>
          <a:blip r:embed="rId5">
            <a:clrChange>
              <a:clrFrom>
                <a:srgbClr val="FFFFFF">
                  <a:alpha val="0"/>
                </a:srgbClr>
              </a:clrFrom>
              <a:clrTo>
                <a:srgbClr val="FFFFFF">
                  <a:alpha val="0"/>
                </a:srgbClr>
              </a:clrTo>
            </a:clrChange>
            <a:alphaModFix/>
            <a:extLst>
              <a:ext uri="{BEBA8EAE-BF5A-486C-A8C5-ECC9F3942E4B}">
                <a14:imgProps xmlns:a14="http://schemas.microsoft.com/office/drawing/2010/main">
                  <a14:imgLayer r:embed="rId6">
                    <a14:imgEffect>
                      <a14:colorTemperature colorTemp="4700"/>
                    </a14:imgEffect>
                    <a14:imgEffect>
                      <a14:saturation sat="0"/>
                    </a14:imgEffect>
                  </a14:imgLayer>
                </a14:imgProps>
              </a:ext>
            </a:extLst>
          </a:blip>
          <a:stretch>
            <a:fillRect/>
          </a:stretch>
        </p:blipFill>
        <p:spPr>
          <a:xfrm>
            <a:off x="9790453" y="8943256"/>
            <a:ext cx="2362322" cy="4555365"/>
          </a:xfrm>
          <a:prstGeom prst="rect">
            <a:avLst/>
          </a:prstGeom>
          <a:effectLst>
            <a:glow rad="16705">
              <a:schemeClr val="bg1"/>
            </a:glow>
            <a:softEdge rad="0"/>
          </a:effectLst>
        </p:spPr>
      </p:pic>
      <p:sp>
        <p:nvSpPr>
          <p:cNvPr id="42" name="TextBox 41">
            <a:extLst>
              <a:ext uri="{FF2B5EF4-FFF2-40B4-BE49-F238E27FC236}">
                <a16:creationId xmlns:a16="http://schemas.microsoft.com/office/drawing/2014/main" id="{2986E3D9-416A-8A92-6D10-BE344C79ECFA}"/>
              </a:ext>
            </a:extLst>
          </p:cNvPr>
          <p:cNvSpPr txBox="1"/>
          <p:nvPr/>
        </p:nvSpPr>
        <p:spPr>
          <a:xfrm>
            <a:off x="1653767" y="3190185"/>
            <a:ext cx="8873066" cy="2149178"/>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300" b="0" i="0" u="none" strike="noStrike" kern="0" cap="none" spc="0" normalizeH="0" baseline="0" noProof="0" dirty="0">
                <a:ln>
                  <a:noFill/>
                </a:ln>
                <a:solidFill>
                  <a:prstClr val="white"/>
                </a:solidFill>
                <a:effectLst/>
                <a:uLnTx/>
                <a:uFillTx/>
                <a:latin typeface="Darker Grotesque" pitchFamily="2" charset="0"/>
              </a:rPr>
              <a:t>Prospects</a:t>
            </a:r>
          </a:p>
        </p:txBody>
      </p:sp>
    </p:spTree>
    <p:extLst>
      <p:ext uri="{BB962C8B-B14F-4D97-AF65-F5344CB8AC3E}">
        <p14:creationId xmlns:p14="http://schemas.microsoft.com/office/powerpoint/2010/main" val="236446107"/>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E67E7352-B98C-2C21-BAFE-0E927185B1A7}"/>
              </a:ext>
            </a:extLst>
          </p:cNvPr>
          <p:cNvSpPr txBox="1"/>
          <p:nvPr/>
        </p:nvSpPr>
        <p:spPr>
          <a:xfrm>
            <a:off x="299484" y="407551"/>
            <a:ext cx="621965"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Future</a:t>
            </a:r>
          </a:p>
        </p:txBody>
      </p:sp>
      <p:grpSp>
        <p:nvGrpSpPr>
          <p:cNvPr id="8" name="Group 7">
            <a:extLst>
              <a:ext uri="{FF2B5EF4-FFF2-40B4-BE49-F238E27FC236}">
                <a16:creationId xmlns:a16="http://schemas.microsoft.com/office/drawing/2014/main" id="{22C360E2-3C96-B98A-6ECB-B63F6BB48556}"/>
              </a:ext>
            </a:extLst>
          </p:cNvPr>
          <p:cNvGrpSpPr/>
          <p:nvPr/>
        </p:nvGrpSpPr>
        <p:grpSpPr>
          <a:xfrm>
            <a:off x="299484" y="369986"/>
            <a:ext cx="11644423" cy="4799748"/>
            <a:chOff x="299484" y="369986"/>
            <a:chExt cx="11644423" cy="4799748"/>
          </a:xfrm>
        </p:grpSpPr>
        <p:grpSp>
          <p:nvGrpSpPr>
            <p:cNvPr id="28" name="Group 27">
              <a:extLst>
                <a:ext uri="{FF2B5EF4-FFF2-40B4-BE49-F238E27FC236}">
                  <a16:creationId xmlns:a16="http://schemas.microsoft.com/office/drawing/2014/main" id="{0F3576EF-148D-4A7A-BD98-51879695CEED}"/>
                </a:ext>
              </a:extLst>
            </p:cNvPr>
            <p:cNvGrpSpPr/>
            <p:nvPr/>
          </p:nvGrpSpPr>
          <p:grpSpPr>
            <a:xfrm>
              <a:off x="299484" y="369986"/>
              <a:ext cx="11644423" cy="507586"/>
              <a:chOff x="299484" y="369986"/>
              <a:chExt cx="11644423" cy="507586"/>
            </a:xfrm>
          </p:grpSpPr>
          <p:cxnSp>
            <p:nvCxnSpPr>
              <p:cNvPr id="16" name="Straight Connector 15">
                <a:extLst>
                  <a:ext uri="{FF2B5EF4-FFF2-40B4-BE49-F238E27FC236}">
                    <a16:creationId xmlns:a16="http://schemas.microsoft.com/office/drawing/2014/main" id="{22AC9991-262E-EF14-2026-D6AF9586B7A9}"/>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25" name="!!problem">
                <a:extLst>
                  <a:ext uri="{FF2B5EF4-FFF2-40B4-BE49-F238E27FC236}">
                    <a16:creationId xmlns:a16="http://schemas.microsoft.com/office/drawing/2014/main" id="{FBD1A3CB-98E3-CD6F-F329-948E5CF3261D}"/>
                  </a:ext>
                </a:extLst>
              </p:cNvPr>
              <p:cNvGrpSpPr/>
              <p:nvPr/>
            </p:nvGrpSpPr>
            <p:grpSpPr>
              <a:xfrm>
                <a:off x="5842207" y="369986"/>
                <a:ext cx="507586" cy="507586"/>
                <a:chOff x="2240169" y="4083721"/>
                <a:chExt cx="507586" cy="507586"/>
              </a:xfrm>
            </p:grpSpPr>
            <p:sp useBgFill="1">
              <p:nvSpPr>
                <p:cNvPr id="26" name="Oval 25">
                  <a:extLst>
                    <a:ext uri="{FF2B5EF4-FFF2-40B4-BE49-F238E27FC236}">
                      <a16:creationId xmlns:a16="http://schemas.microsoft.com/office/drawing/2014/main" id="{2A2DCA69-B059-83DD-8D11-155A7B88EF96}"/>
                    </a:ext>
                  </a:extLst>
                </p:cNvPr>
                <p:cNvSpPr/>
                <p:nvPr/>
              </p:nvSpPr>
              <p:spPr>
                <a:xfrm>
                  <a:off x="2240169" y="4083721"/>
                  <a:ext cx="507586" cy="507586"/>
                </a:xfrm>
                <a:prstGeom prst="ellipse">
                  <a:avLst/>
                </a:prstGeom>
                <a:blipFill dpi="0" rotWithShape="0">
                  <a:blip r:embed="rId2">
                    <a:lum/>
                  </a:blip>
                  <a:srcRect/>
                  <a:stretch>
                    <a:fillRect l="-572363" t="-883139" r="-1729595" b="-367962"/>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7" name="Graphic 26">
                  <a:extLst>
                    <a:ext uri="{FF2B5EF4-FFF2-40B4-BE49-F238E27FC236}">
                      <a16:creationId xmlns:a16="http://schemas.microsoft.com/office/drawing/2014/main" id="{CEAFF00E-6925-E474-3F33-908489A0E7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7962" y="4211514"/>
                  <a:ext cx="252000" cy="252000"/>
                </a:xfrm>
                <a:prstGeom prst="rect">
                  <a:avLst/>
                </a:prstGeom>
              </p:spPr>
            </p:pic>
          </p:grpSp>
        </p:grpSp>
        <p:grpSp>
          <p:nvGrpSpPr>
            <p:cNvPr id="6" name="Group 5">
              <a:extLst>
                <a:ext uri="{FF2B5EF4-FFF2-40B4-BE49-F238E27FC236}">
                  <a16:creationId xmlns:a16="http://schemas.microsoft.com/office/drawing/2014/main" id="{FB57A717-45CE-8C27-99BC-89DD6C71935E}"/>
                </a:ext>
              </a:extLst>
            </p:cNvPr>
            <p:cNvGrpSpPr/>
            <p:nvPr/>
          </p:nvGrpSpPr>
          <p:grpSpPr>
            <a:xfrm>
              <a:off x="339205" y="2190541"/>
              <a:ext cx="8851700" cy="2979193"/>
              <a:chOff x="339205" y="1853661"/>
              <a:chExt cx="8851700" cy="2979193"/>
            </a:xfrm>
          </p:grpSpPr>
          <p:grpSp>
            <p:nvGrpSpPr>
              <p:cNvPr id="14" name="Group 13">
                <a:extLst>
                  <a:ext uri="{FF2B5EF4-FFF2-40B4-BE49-F238E27FC236}">
                    <a16:creationId xmlns:a16="http://schemas.microsoft.com/office/drawing/2014/main" id="{BE2AADDB-9839-407D-B7E9-B4989FC81C97}"/>
                  </a:ext>
                </a:extLst>
              </p:cNvPr>
              <p:cNvGrpSpPr/>
              <p:nvPr/>
            </p:nvGrpSpPr>
            <p:grpSpPr>
              <a:xfrm>
                <a:off x="842862" y="2982796"/>
                <a:ext cx="8348043" cy="1850058"/>
                <a:chOff x="895531" y="3545303"/>
                <a:chExt cx="8348043" cy="1850058"/>
              </a:xfrm>
            </p:grpSpPr>
            <p:sp>
              <p:nvSpPr>
                <p:cNvPr id="7" name="TextBox 6">
                  <a:extLst>
                    <a:ext uri="{FF2B5EF4-FFF2-40B4-BE49-F238E27FC236}">
                      <a16:creationId xmlns:a16="http://schemas.microsoft.com/office/drawing/2014/main" id="{13F33427-5B73-DB50-C8FC-53F22475DC20}"/>
                    </a:ext>
                  </a:extLst>
                </p:cNvPr>
                <p:cNvSpPr txBox="1"/>
                <p:nvPr/>
              </p:nvSpPr>
              <p:spPr>
                <a:xfrm>
                  <a:off x="3469609" y="4318143"/>
                  <a:ext cx="2640713" cy="1077218"/>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Execute trades for customers based on the mentioned algorithm pattern</a:t>
                  </a:r>
                </a:p>
                <a:p>
                  <a:endParaRPr lang="en-US" dirty="0">
                    <a:solidFill>
                      <a:prstClr val="white">
                        <a:alpha val="50000"/>
                      </a:prstClr>
                    </a:solidFill>
                  </a:endParaRPr>
                </a:p>
              </p:txBody>
            </p:sp>
            <p:sp>
              <p:nvSpPr>
                <p:cNvPr id="9" name="TextBox 8">
                  <a:extLst>
                    <a:ext uri="{FF2B5EF4-FFF2-40B4-BE49-F238E27FC236}">
                      <a16:creationId xmlns:a16="http://schemas.microsoft.com/office/drawing/2014/main" id="{F361BB2F-2963-2A96-1A4F-7DD6AD07F668}"/>
                    </a:ext>
                  </a:extLst>
                </p:cNvPr>
                <p:cNvSpPr txBox="1"/>
                <p:nvPr/>
              </p:nvSpPr>
              <p:spPr>
                <a:xfrm>
                  <a:off x="6918826" y="4323689"/>
                  <a:ext cx="2324748" cy="584775"/>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Adopt a brokerage model for monetization</a:t>
                  </a:r>
                </a:p>
              </p:txBody>
            </p:sp>
            <p:sp>
              <p:nvSpPr>
                <p:cNvPr id="10" name="TextBox 9">
                  <a:extLst>
                    <a:ext uri="{FF2B5EF4-FFF2-40B4-BE49-F238E27FC236}">
                      <a16:creationId xmlns:a16="http://schemas.microsoft.com/office/drawing/2014/main" id="{D76181FA-3973-D418-6C77-BB6BC20F15AF}"/>
                    </a:ext>
                  </a:extLst>
                </p:cNvPr>
                <p:cNvSpPr txBox="1"/>
                <p:nvPr/>
              </p:nvSpPr>
              <p:spPr>
                <a:xfrm>
                  <a:off x="895531" y="4318143"/>
                  <a:ext cx="2120484" cy="338554"/>
                </a:xfrm>
                <a:prstGeom prst="rect">
                  <a:avLst/>
                </a:prstGeom>
                <a:noFill/>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r>
                    <a:rPr lang="en-US" dirty="0">
                      <a:solidFill>
                        <a:prstClr val="white">
                          <a:alpha val="50000"/>
                        </a:prstClr>
                      </a:solidFill>
                    </a:rPr>
                    <a:t>Get Brokerage License </a:t>
                  </a:r>
                </a:p>
              </p:txBody>
            </p:sp>
            <p:grpSp>
              <p:nvGrpSpPr>
                <p:cNvPr id="5" name="Group 4">
                  <a:extLst>
                    <a:ext uri="{FF2B5EF4-FFF2-40B4-BE49-F238E27FC236}">
                      <a16:creationId xmlns:a16="http://schemas.microsoft.com/office/drawing/2014/main" id="{518BEEE3-D54A-1098-E799-60A88D92D602}"/>
                    </a:ext>
                  </a:extLst>
                </p:cNvPr>
                <p:cNvGrpSpPr/>
                <p:nvPr/>
              </p:nvGrpSpPr>
              <p:grpSpPr>
                <a:xfrm>
                  <a:off x="1195621" y="3545303"/>
                  <a:ext cx="7238265" cy="1603854"/>
                  <a:chOff x="1203634" y="3545303"/>
                  <a:chExt cx="7238265" cy="1603854"/>
                </a:xfrm>
              </p:grpSpPr>
              <p:cxnSp>
                <p:nvCxnSpPr>
                  <p:cNvPr id="2" name="Straight Connector 1">
                    <a:extLst>
                      <a:ext uri="{FF2B5EF4-FFF2-40B4-BE49-F238E27FC236}">
                        <a16:creationId xmlns:a16="http://schemas.microsoft.com/office/drawing/2014/main" id="{45383275-FE40-7236-CE18-484116F83217}"/>
                      </a:ext>
                    </a:extLst>
                  </p:cNvPr>
                  <p:cNvCxnSpPr>
                    <a:cxnSpLocks/>
                  </p:cNvCxnSpPr>
                  <p:nvPr/>
                </p:nvCxnSpPr>
                <p:spPr>
                  <a:xfrm>
                    <a:off x="3323585" y="3654627"/>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11" name="TextBox 10">
                    <a:extLst>
                      <a:ext uri="{FF2B5EF4-FFF2-40B4-BE49-F238E27FC236}">
                        <a16:creationId xmlns:a16="http://schemas.microsoft.com/office/drawing/2014/main" id="{F305D3EC-B8E9-FBDE-1C61-572059A14309}"/>
                      </a:ext>
                    </a:extLst>
                  </p:cNvPr>
                  <p:cNvSpPr txBox="1"/>
                  <p:nvPr/>
                </p:nvSpPr>
                <p:spPr>
                  <a:xfrm>
                    <a:off x="4133603" y="3545303"/>
                    <a:ext cx="1043876"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02</a:t>
                    </a:r>
                    <a:endParaRPr lang="en-GB" sz="6600" dirty="0"/>
                  </a:p>
                </p:txBody>
              </p:sp>
              <p:sp>
                <p:nvSpPr>
                  <p:cNvPr id="12" name="TextBox 11">
                    <a:extLst>
                      <a:ext uri="{FF2B5EF4-FFF2-40B4-BE49-F238E27FC236}">
                        <a16:creationId xmlns:a16="http://schemas.microsoft.com/office/drawing/2014/main" id="{F66710A4-5104-7206-1975-ADB6A71EBA30}"/>
                      </a:ext>
                    </a:extLst>
                  </p:cNvPr>
                  <p:cNvSpPr txBox="1"/>
                  <p:nvPr/>
                </p:nvSpPr>
                <p:spPr>
                  <a:xfrm>
                    <a:off x="7398023" y="3545303"/>
                    <a:ext cx="1043876"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03</a:t>
                    </a:r>
                    <a:endParaRPr lang="en-GB" sz="6600" dirty="0"/>
                  </a:p>
                </p:txBody>
              </p:sp>
              <p:sp>
                <p:nvSpPr>
                  <p:cNvPr id="13" name="TextBox 12">
                    <a:extLst>
                      <a:ext uri="{FF2B5EF4-FFF2-40B4-BE49-F238E27FC236}">
                        <a16:creationId xmlns:a16="http://schemas.microsoft.com/office/drawing/2014/main" id="{30AC0C40-1003-AEB7-5F20-8DD03C8F0BDE}"/>
                      </a:ext>
                    </a:extLst>
                  </p:cNvPr>
                  <p:cNvSpPr txBox="1"/>
                  <p:nvPr/>
                </p:nvSpPr>
                <p:spPr>
                  <a:xfrm>
                    <a:off x="1203634" y="3545303"/>
                    <a:ext cx="1043876" cy="772840"/>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US" sz="6600" dirty="0"/>
                      <a:t>01</a:t>
                    </a:r>
                    <a:endParaRPr lang="en-GB" sz="6600" dirty="0"/>
                  </a:p>
                </p:txBody>
              </p:sp>
              <p:cxnSp>
                <p:nvCxnSpPr>
                  <p:cNvPr id="17" name="Straight Connector 16">
                    <a:extLst>
                      <a:ext uri="{FF2B5EF4-FFF2-40B4-BE49-F238E27FC236}">
                        <a16:creationId xmlns:a16="http://schemas.microsoft.com/office/drawing/2014/main" id="{CFA1EB9F-4727-68FB-237B-FCEF9301CD13}"/>
                      </a:ext>
                    </a:extLst>
                  </p:cNvPr>
                  <p:cNvCxnSpPr>
                    <a:cxnSpLocks/>
                  </p:cNvCxnSpPr>
                  <p:nvPr/>
                </p:nvCxnSpPr>
                <p:spPr>
                  <a:xfrm>
                    <a:off x="6438553" y="3654627"/>
                    <a:ext cx="0" cy="149453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grpSp>
          <p:sp>
            <p:nvSpPr>
              <p:cNvPr id="3" name="TextBox 2">
                <a:extLst>
                  <a:ext uri="{FF2B5EF4-FFF2-40B4-BE49-F238E27FC236}">
                    <a16:creationId xmlns:a16="http://schemas.microsoft.com/office/drawing/2014/main" id="{756A0E85-544A-19F7-2DF0-C1BAC88AE41A}"/>
                  </a:ext>
                </a:extLst>
              </p:cNvPr>
              <p:cNvSpPr txBox="1"/>
              <p:nvPr/>
            </p:nvSpPr>
            <p:spPr>
              <a:xfrm>
                <a:off x="339205" y="1853661"/>
                <a:ext cx="8851700" cy="587212"/>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ctr"/>
                <a:r>
                  <a:rPr lang="en-GB" sz="4800" dirty="0"/>
                  <a:t>Here are the next steps</a:t>
                </a:r>
              </a:p>
            </p:txBody>
          </p:sp>
        </p:grpSp>
      </p:grpSp>
      <p:sp>
        <p:nvSpPr>
          <p:cNvPr id="4" name="TextBox 3">
            <a:extLst>
              <a:ext uri="{FF2B5EF4-FFF2-40B4-BE49-F238E27FC236}">
                <a16:creationId xmlns:a16="http://schemas.microsoft.com/office/drawing/2014/main" id="{91AAE2D0-E3F0-C73C-CE31-7EF22699504F}"/>
              </a:ext>
            </a:extLst>
          </p:cNvPr>
          <p:cNvSpPr txBox="1"/>
          <p:nvPr/>
        </p:nvSpPr>
        <p:spPr>
          <a:xfrm>
            <a:off x="990995" y="407551"/>
            <a:ext cx="912109"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Prospects</a:t>
            </a:r>
          </a:p>
        </p:txBody>
      </p:sp>
      <p:pic>
        <p:nvPicPr>
          <p:cNvPr id="18" name="Picture 17">
            <a:extLst>
              <a:ext uri="{FF2B5EF4-FFF2-40B4-BE49-F238E27FC236}">
                <a16:creationId xmlns:a16="http://schemas.microsoft.com/office/drawing/2014/main" id="{32001F51-2DB7-AB5D-3B10-39B425A633A2}"/>
              </a:ext>
            </a:extLst>
          </p:cNvPr>
          <p:cNvPicPr>
            <a:picLocks noChangeAspect="1"/>
          </p:cNvPicPr>
          <p:nvPr/>
        </p:nvPicPr>
        <p:blipFill>
          <a:blip r:embed="rId5">
            <a:clrChange>
              <a:clrFrom>
                <a:srgbClr val="FFFFFF">
                  <a:alpha val="0"/>
                </a:srgbClr>
              </a:clrFrom>
              <a:clrTo>
                <a:srgbClr val="FFFFFF">
                  <a:alpha val="0"/>
                </a:srgbClr>
              </a:clrTo>
            </a:clrChange>
            <a:alphaModFix/>
            <a:extLst>
              <a:ext uri="{BEBA8EAE-BF5A-486C-A8C5-ECC9F3942E4B}">
                <a14:imgProps xmlns:a14="http://schemas.microsoft.com/office/drawing/2010/main">
                  <a14:imgLayer r:embed="rId6">
                    <a14:imgEffect>
                      <a14:colorTemperature colorTemp="4700"/>
                    </a14:imgEffect>
                    <a14:imgEffect>
                      <a14:saturation sat="0"/>
                    </a14:imgEffect>
                  </a14:imgLayer>
                </a14:imgProps>
              </a:ext>
            </a:extLst>
          </a:blip>
          <a:stretch>
            <a:fillRect/>
          </a:stretch>
        </p:blipFill>
        <p:spPr>
          <a:xfrm>
            <a:off x="9542360" y="1678856"/>
            <a:ext cx="2362322" cy="4555365"/>
          </a:xfrm>
          <a:prstGeom prst="rect">
            <a:avLst/>
          </a:prstGeom>
          <a:effectLst>
            <a:glow rad="16705">
              <a:schemeClr val="bg1"/>
            </a:glow>
            <a:softEdge rad="0"/>
          </a:effectLst>
        </p:spPr>
      </p:pic>
    </p:spTree>
    <p:extLst>
      <p:ext uri="{BB962C8B-B14F-4D97-AF65-F5344CB8AC3E}">
        <p14:creationId xmlns:p14="http://schemas.microsoft.com/office/powerpoint/2010/main" val="40760359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1659467" y="1173671"/>
            <a:ext cx="8873066" cy="2363724"/>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0" b="0" i="0" u="none" strike="noStrike" kern="0" cap="none" spc="0" normalizeH="0" baseline="0" noProof="0" dirty="0">
                <a:ln>
                  <a:noFill/>
                </a:ln>
                <a:solidFill>
                  <a:prstClr val="white"/>
                </a:solidFill>
                <a:effectLst/>
                <a:uLnTx/>
                <a:uFillTx/>
                <a:latin typeface="Darker Grotesque" pitchFamily="2" charset="0"/>
              </a:rPr>
              <a:t>Market</a:t>
            </a:r>
          </a:p>
        </p:txBody>
      </p:sp>
      <p:sp>
        <p:nvSpPr>
          <p:cNvPr id="2" name="TextBox 1">
            <a:extLst>
              <a:ext uri="{FF2B5EF4-FFF2-40B4-BE49-F238E27FC236}">
                <a16:creationId xmlns:a16="http://schemas.microsoft.com/office/drawing/2014/main" id="{261C56D4-6002-E420-A227-B49CA7DB3AE7}"/>
              </a:ext>
            </a:extLst>
          </p:cNvPr>
          <p:cNvSpPr txBox="1"/>
          <p:nvPr/>
        </p:nvSpPr>
        <p:spPr>
          <a:xfrm>
            <a:off x="158698" y="3136452"/>
            <a:ext cx="12212151" cy="2363724"/>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0" b="0" i="0" u="none" strike="noStrike" kern="0" cap="none" spc="0" normalizeH="0" baseline="0" noProof="0" dirty="0">
                <a:ln>
                  <a:noFill/>
                </a:ln>
                <a:solidFill>
                  <a:prstClr val="white"/>
                </a:solidFill>
                <a:effectLst/>
                <a:uLnTx/>
                <a:uFillTx/>
                <a:latin typeface="Darker Grotesque" pitchFamily="2" charset="0"/>
              </a:rPr>
              <a:t>Justification</a:t>
            </a:r>
          </a:p>
        </p:txBody>
      </p:sp>
      <p:grpSp>
        <p:nvGrpSpPr>
          <p:cNvPr id="3" name="Group 2">
            <a:extLst>
              <a:ext uri="{FF2B5EF4-FFF2-40B4-BE49-F238E27FC236}">
                <a16:creationId xmlns:a16="http://schemas.microsoft.com/office/drawing/2014/main" id="{36E987EB-5F1E-C387-6748-B8688D0A71E9}"/>
              </a:ext>
            </a:extLst>
          </p:cNvPr>
          <p:cNvGrpSpPr/>
          <p:nvPr/>
        </p:nvGrpSpPr>
        <p:grpSpPr>
          <a:xfrm>
            <a:off x="183998" y="7879150"/>
            <a:ext cx="11824004" cy="5997655"/>
            <a:chOff x="248093" y="369986"/>
            <a:chExt cx="11824004" cy="5997655"/>
          </a:xfrm>
        </p:grpSpPr>
        <p:grpSp>
          <p:nvGrpSpPr>
            <p:cNvPr id="5" name="Group 4">
              <a:extLst>
                <a:ext uri="{FF2B5EF4-FFF2-40B4-BE49-F238E27FC236}">
                  <a16:creationId xmlns:a16="http://schemas.microsoft.com/office/drawing/2014/main" id="{1BD46076-E692-B23E-28DE-31FD946C025A}"/>
                </a:ext>
              </a:extLst>
            </p:cNvPr>
            <p:cNvGrpSpPr/>
            <p:nvPr/>
          </p:nvGrpSpPr>
          <p:grpSpPr>
            <a:xfrm>
              <a:off x="248093" y="369986"/>
              <a:ext cx="11695814" cy="2784960"/>
              <a:chOff x="248093" y="369986"/>
              <a:chExt cx="11695814" cy="2784960"/>
            </a:xfrm>
          </p:grpSpPr>
          <p:cxnSp>
            <p:nvCxnSpPr>
              <p:cNvPr id="4026" name="Straight Connector 4025">
                <a:extLst>
                  <a:ext uri="{FF2B5EF4-FFF2-40B4-BE49-F238E27FC236}">
                    <a16:creationId xmlns:a16="http://schemas.microsoft.com/office/drawing/2014/main" id="{EB4ECB59-84DC-A1DB-6C3F-5A8BA8B0759B}"/>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4027" name="TextBox 4026">
                <a:extLst>
                  <a:ext uri="{FF2B5EF4-FFF2-40B4-BE49-F238E27FC236}">
                    <a16:creationId xmlns:a16="http://schemas.microsoft.com/office/drawing/2014/main" id="{28773A9B-578B-7AFA-47E6-A2D230D5D8A8}"/>
                  </a:ext>
                </a:extLst>
              </p:cNvPr>
              <p:cNvSpPr txBox="1">
                <a:spLocks/>
              </p:cNvSpPr>
              <p:nvPr/>
            </p:nvSpPr>
            <p:spPr>
              <a:xfrm>
                <a:off x="248093" y="1163311"/>
                <a:ext cx="6826475" cy="1991635"/>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6600" dirty="0"/>
                  <a:t>Our market is large and rapidly growing</a:t>
                </a:r>
              </a:p>
            </p:txBody>
          </p:sp>
          <p:grpSp>
            <p:nvGrpSpPr>
              <p:cNvPr id="4028" name="!!potential">
                <a:extLst>
                  <a:ext uri="{FF2B5EF4-FFF2-40B4-BE49-F238E27FC236}">
                    <a16:creationId xmlns:a16="http://schemas.microsoft.com/office/drawing/2014/main" id="{C5CE8EE7-333A-2744-C81E-69E2B88BC7B8}"/>
                  </a:ext>
                </a:extLst>
              </p:cNvPr>
              <p:cNvGrpSpPr/>
              <p:nvPr/>
            </p:nvGrpSpPr>
            <p:grpSpPr>
              <a:xfrm>
                <a:off x="5842207" y="369986"/>
                <a:ext cx="507586" cy="507586"/>
                <a:chOff x="4797684" y="4481585"/>
                <a:chExt cx="507586" cy="507586"/>
              </a:xfrm>
            </p:grpSpPr>
            <p:sp useBgFill="1">
              <p:nvSpPr>
                <p:cNvPr id="4029" name="Oval 4028">
                  <a:extLst>
                    <a:ext uri="{FF2B5EF4-FFF2-40B4-BE49-F238E27FC236}">
                      <a16:creationId xmlns:a16="http://schemas.microsoft.com/office/drawing/2014/main" id="{4CEE5289-0561-BFF9-242E-246F7CDCF04C}"/>
                    </a:ext>
                  </a:extLst>
                </p:cNvPr>
                <p:cNvSpPr/>
                <p:nvPr/>
              </p:nvSpPr>
              <p:spPr>
                <a:xfrm>
                  <a:off x="4797684" y="4481585"/>
                  <a:ext cx="507586" cy="507586"/>
                </a:xfrm>
                <a:prstGeom prst="ellipse">
                  <a:avLst/>
                </a:prstGeom>
                <a:blipFill dpi="0" rotWithShape="0">
                  <a:blip r:embed="rId2">
                    <a:lum/>
                  </a:blip>
                  <a:srcRect/>
                  <a:stretch>
                    <a:fillRect l="-1310688" t="-556512" r="-991269" b="-694589"/>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4030" name="Graphic 4029">
                  <a:extLst>
                    <a:ext uri="{FF2B5EF4-FFF2-40B4-BE49-F238E27FC236}">
                      <a16:creationId xmlns:a16="http://schemas.microsoft.com/office/drawing/2014/main" id="{9F38E42D-D981-2C27-E288-BF270CEFD9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25477" y="4609378"/>
                  <a:ext cx="252000" cy="252000"/>
                </a:xfrm>
                <a:prstGeom prst="rect">
                  <a:avLst/>
                </a:prstGeom>
              </p:spPr>
            </p:pic>
          </p:grpSp>
        </p:grpSp>
        <p:sp>
          <p:nvSpPr>
            <p:cNvPr id="6" name="Google Shape;544;p34">
              <a:extLst>
                <a:ext uri="{FF2B5EF4-FFF2-40B4-BE49-F238E27FC236}">
                  <a16:creationId xmlns:a16="http://schemas.microsoft.com/office/drawing/2014/main" id="{9421E36E-060A-DFC3-912E-6E5C000E952E}"/>
                </a:ext>
              </a:extLst>
            </p:cNvPr>
            <p:cNvSpPr txBox="1">
              <a:spLocks/>
            </p:cNvSpPr>
            <p:nvPr/>
          </p:nvSpPr>
          <p:spPr>
            <a:xfrm>
              <a:off x="931161" y="3718315"/>
              <a:ext cx="2811000" cy="103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marR="0" lvl="0" indent="0" algn="l" defTabSz="914400" rtl="0" eaLnBrk="1" fontAlgn="auto" latinLnBrk="0" hangingPunct="1">
                <a:lnSpc>
                  <a:spcPct val="100000"/>
                </a:lnSpc>
                <a:spcBef>
                  <a:spcPts val="0"/>
                </a:spcBef>
                <a:spcAft>
                  <a:spcPts val="0"/>
                </a:spcAft>
                <a:buClr>
                  <a:srgbClr val="FFFFFF"/>
                </a:buClr>
                <a:buSzPts val="1200"/>
                <a:buFont typeface="Rubik"/>
                <a:buNone/>
                <a:tabLst/>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Retail investors, financial beginners, and institutional investors (hedge/mutual fund managers).</a:t>
              </a:r>
            </a:p>
            <a:p>
              <a:pPr marL="0" marR="0" lvl="0" indent="0" algn="l" defTabSz="914400" rtl="0" eaLnBrk="1" fontAlgn="auto" latinLnBrk="0" hangingPunct="1">
                <a:lnSpc>
                  <a:spcPct val="100000"/>
                </a:lnSpc>
                <a:spcBef>
                  <a:spcPts val="0"/>
                </a:spcBef>
                <a:spcAft>
                  <a:spcPts val="0"/>
                </a:spcAft>
                <a:buClr>
                  <a:srgbClr val="FFFFFF"/>
                </a:buClr>
                <a:buSzPts val="1200"/>
                <a:buFont typeface="Rubik"/>
                <a:buNone/>
                <a:tabLst/>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Age: 22–60 | Markets: US, Canada, UK, India, Nigeria</a:t>
              </a:r>
            </a:p>
          </p:txBody>
        </p:sp>
        <p:sp>
          <p:nvSpPr>
            <p:cNvPr id="8" name="Google Shape;548;p34">
              <a:extLst>
                <a:ext uri="{FF2B5EF4-FFF2-40B4-BE49-F238E27FC236}">
                  <a16:creationId xmlns:a16="http://schemas.microsoft.com/office/drawing/2014/main" id="{4510DEDB-22BA-5DF2-841B-DD85B4D4436E}"/>
                </a:ext>
              </a:extLst>
            </p:cNvPr>
            <p:cNvSpPr txBox="1">
              <a:spLocks/>
            </p:cNvSpPr>
            <p:nvPr/>
          </p:nvSpPr>
          <p:spPr>
            <a:xfrm>
              <a:off x="931161" y="3153215"/>
              <a:ext cx="28110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defRPr/>
              </a:pPr>
              <a:r>
                <a:rPr kumimoji="0" lang="en-CA" sz="1800" b="1" i="0" u="none" strike="noStrike" kern="0" cap="none" spc="0" normalizeH="0" baseline="0" noProof="0" dirty="0">
                  <a:ln>
                    <a:noFill/>
                  </a:ln>
                  <a:solidFill>
                    <a:srgbClr val="FFFFFF"/>
                  </a:solidFill>
                  <a:effectLst/>
                  <a:uLnTx/>
                  <a:uFillTx/>
                  <a:latin typeface="Raleway"/>
                  <a:sym typeface="Raleway"/>
                </a:rPr>
                <a:t>Target Audience</a:t>
              </a:r>
            </a:p>
          </p:txBody>
        </p:sp>
        <p:grpSp>
          <p:nvGrpSpPr>
            <p:cNvPr id="9" name="Google Shape;551;p34">
              <a:extLst>
                <a:ext uri="{FF2B5EF4-FFF2-40B4-BE49-F238E27FC236}">
                  <a16:creationId xmlns:a16="http://schemas.microsoft.com/office/drawing/2014/main" id="{BED856AB-DB61-2A3F-6684-E376161B0338}"/>
                </a:ext>
              </a:extLst>
            </p:cNvPr>
            <p:cNvGrpSpPr/>
            <p:nvPr/>
          </p:nvGrpSpPr>
          <p:grpSpPr>
            <a:xfrm>
              <a:off x="504622" y="3390869"/>
              <a:ext cx="335410" cy="335046"/>
              <a:chOff x="1784064" y="230842"/>
              <a:chExt cx="305363" cy="305031"/>
            </a:xfrm>
            <a:solidFill>
              <a:schemeClr val="bg1"/>
            </a:solidFill>
          </p:grpSpPr>
          <p:sp>
            <p:nvSpPr>
              <p:cNvPr id="4024" name="Google Shape;552;p34">
                <a:extLst>
                  <a:ext uri="{FF2B5EF4-FFF2-40B4-BE49-F238E27FC236}">
                    <a16:creationId xmlns:a16="http://schemas.microsoft.com/office/drawing/2014/main" id="{71B1574A-7355-FDF4-9406-5F884C527F01}"/>
                  </a:ext>
                </a:extLst>
              </p:cNvPr>
              <p:cNvSpPr/>
              <p:nvPr/>
            </p:nvSpPr>
            <p:spPr>
              <a:xfrm>
                <a:off x="1784064" y="230842"/>
                <a:ext cx="305363" cy="305031"/>
              </a:xfrm>
              <a:custGeom>
                <a:avLst/>
                <a:gdLst/>
                <a:ahLst/>
                <a:cxnLst/>
                <a:rect l="l" t="t" r="r" b="b"/>
                <a:pathLst>
                  <a:path w="112369" h="112247" extrusionOk="0">
                    <a:moveTo>
                      <a:pt x="106061" y="6775"/>
                    </a:moveTo>
                    <a:lnTo>
                      <a:pt x="106061" y="6775"/>
                    </a:lnTo>
                    <a:cubicBezTo>
                      <a:pt x="105360" y="10045"/>
                      <a:pt x="104425" y="15652"/>
                      <a:pt x="102790" y="22660"/>
                    </a:cubicBezTo>
                    <a:cubicBezTo>
                      <a:pt x="102089" y="25230"/>
                      <a:pt x="101155" y="27800"/>
                      <a:pt x="100220" y="30837"/>
                    </a:cubicBezTo>
                    <a:lnTo>
                      <a:pt x="81765" y="12381"/>
                    </a:lnTo>
                    <a:cubicBezTo>
                      <a:pt x="89241" y="9345"/>
                      <a:pt x="97417" y="7476"/>
                      <a:pt x="106061" y="6775"/>
                    </a:cubicBezTo>
                    <a:close/>
                    <a:moveTo>
                      <a:pt x="22428" y="40882"/>
                    </a:moveTo>
                    <a:lnTo>
                      <a:pt x="35977" y="41583"/>
                    </a:lnTo>
                    <a:cubicBezTo>
                      <a:pt x="32239" y="46489"/>
                      <a:pt x="29202" y="51628"/>
                      <a:pt x="26399" y="56768"/>
                    </a:cubicBezTo>
                    <a:lnTo>
                      <a:pt x="10046" y="53264"/>
                    </a:lnTo>
                    <a:lnTo>
                      <a:pt x="22428" y="40882"/>
                    </a:lnTo>
                    <a:close/>
                    <a:moveTo>
                      <a:pt x="28735" y="65879"/>
                    </a:moveTo>
                    <a:lnTo>
                      <a:pt x="35276" y="72186"/>
                    </a:lnTo>
                    <a:lnTo>
                      <a:pt x="30370" y="77559"/>
                    </a:lnTo>
                    <a:lnTo>
                      <a:pt x="25231" y="72420"/>
                    </a:lnTo>
                    <a:cubicBezTo>
                      <a:pt x="26165" y="71018"/>
                      <a:pt x="27333" y="68448"/>
                      <a:pt x="28735" y="65879"/>
                    </a:cubicBezTo>
                    <a:close/>
                    <a:moveTo>
                      <a:pt x="75224" y="15185"/>
                    </a:moveTo>
                    <a:lnTo>
                      <a:pt x="97417" y="37378"/>
                    </a:lnTo>
                    <a:cubicBezTo>
                      <a:pt x="93446" y="44854"/>
                      <a:pt x="88073" y="53030"/>
                      <a:pt x="80831" y="60506"/>
                    </a:cubicBezTo>
                    <a:cubicBezTo>
                      <a:pt x="75224" y="66112"/>
                      <a:pt x="62609" y="74055"/>
                      <a:pt x="52564" y="80129"/>
                    </a:cubicBezTo>
                    <a:lnTo>
                      <a:pt x="44854" y="72420"/>
                    </a:lnTo>
                    <a:lnTo>
                      <a:pt x="55600" y="61674"/>
                    </a:lnTo>
                    <a:cubicBezTo>
                      <a:pt x="56769" y="60506"/>
                      <a:pt x="56769" y="58169"/>
                      <a:pt x="55600" y="57001"/>
                    </a:cubicBezTo>
                    <a:cubicBezTo>
                      <a:pt x="55016" y="56417"/>
                      <a:pt x="54257" y="56125"/>
                      <a:pt x="53440" y="56125"/>
                    </a:cubicBezTo>
                    <a:cubicBezTo>
                      <a:pt x="52622" y="56125"/>
                      <a:pt x="51746" y="56417"/>
                      <a:pt x="50928" y="57001"/>
                    </a:cubicBezTo>
                    <a:lnTo>
                      <a:pt x="40182" y="67748"/>
                    </a:lnTo>
                    <a:lnTo>
                      <a:pt x="32239" y="59805"/>
                    </a:lnTo>
                    <a:cubicBezTo>
                      <a:pt x="32707" y="59337"/>
                      <a:pt x="32940" y="58637"/>
                      <a:pt x="33174" y="58403"/>
                    </a:cubicBezTo>
                    <a:cubicBezTo>
                      <a:pt x="39948" y="46489"/>
                      <a:pt x="46723" y="37378"/>
                      <a:pt x="52096" y="31771"/>
                    </a:cubicBezTo>
                    <a:cubicBezTo>
                      <a:pt x="58871" y="25230"/>
                      <a:pt x="66814" y="19623"/>
                      <a:pt x="75224" y="15185"/>
                    </a:cubicBezTo>
                    <a:close/>
                    <a:moveTo>
                      <a:pt x="39948" y="76858"/>
                    </a:moveTo>
                    <a:lnTo>
                      <a:pt x="46256" y="83400"/>
                    </a:lnTo>
                    <a:cubicBezTo>
                      <a:pt x="43686" y="85035"/>
                      <a:pt x="41350" y="86203"/>
                      <a:pt x="39715" y="87137"/>
                    </a:cubicBezTo>
                    <a:lnTo>
                      <a:pt x="34575" y="82231"/>
                    </a:lnTo>
                    <a:lnTo>
                      <a:pt x="39948" y="76858"/>
                    </a:lnTo>
                    <a:close/>
                    <a:moveTo>
                      <a:pt x="24238" y="82991"/>
                    </a:moveTo>
                    <a:cubicBezTo>
                      <a:pt x="25523" y="82991"/>
                      <a:pt x="26749" y="83516"/>
                      <a:pt x="27567" y="84568"/>
                    </a:cubicBezTo>
                    <a:cubicBezTo>
                      <a:pt x="29670" y="86436"/>
                      <a:pt x="29670" y="89473"/>
                      <a:pt x="28034" y="91576"/>
                    </a:cubicBezTo>
                    <a:lnTo>
                      <a:pt x="27100" y="92277"/>
                    </a:lnTo>
                    <a:cubicBezTo>
                      <a:pt x="26866" y="92277"/>
                      <a:pt x="26866" y="92744"/>
                      <a:pt x="26399" y="92744"/>
                    </a:cubicBezTo>
                    <a:lnTo>
                      <a:pt x="26165" y="92744"/>
                    </a:lnTo>
                    <a:lnTo>
                      <a:pt x="11915" y="100220"/>
                    </a:lnTo>
                    <a:lnTo>
                      <a:pt x="19391" y="86203"/>
                    </a:lnTo>
                    <a:lnTo>
                      <a:pt x="19391" y="85969"/>
                    </a:lnTo>
                    <a:cubicBezTo>
                      <a:pt x="19858" y="85268"/>
                      <a:pt x="20091" y="84801"/>
                      <a:pt x="20559" y="84568"/>
                    </a:cubicBezTo>
                    <a:cubicBezTo>
                      <a:pt x="21610" y="83516"/>
                      <a:pt x="22953" y="82991"/>
                      <a:pt x="24238" y="82991"/>
                    </a:cubicBezTo>
                    <a:close/>
                    <a:moveTo>
                      <a:pt x="70552" y="76391"/>
                    </a:moveTo>
                    <a:lnTo>
                      <a:pt x="71253" y="89707"/>
                    </a:lnTo>
                    <a:lnTo>
                      <a:pt x="58871" y="102088"/>
                    </a:lnTo>
                    <a:lnTo>
                      <a:pt x="55367" y="85736"/>
                    </a:lnTo>
                    <a:cubicBezTo>
                      <a:pt x="60039" y="82699"/>
                      <a:pt x="65646" y="79428"/>
                      <a:pt x="70552" y="76391"/>
                    </a:cubicBezTo>
                    <a:close/>
                    <a:moveTo>
                      <a:pt x="109098" y="0"/>
                    </a:moveTo>
                    <a:cubicBezTo>
                      <a:pt x="82232" y="1168"/>
                      <a:pt x="56535" y="14017"/>
                      <a:pt x="40182" y="35509"/>
                    </a:cubicBezTo>
                    <a:lnTo>
                      <a:pt x="21260" y="34575"/>
                    </a:lnTo>
                    <a:cubicBezTo>
                      <a:pt x="20325" y="34575"/>
                      <a:pt x="19391" y="34808"/>
                      <a:pt x="18923" y="35509"/>
                    </a:cubicBezTo>
                    <a:lnTo>
                      <a:pt x="1403" y="53030"/>
                    </a:lnTo>
                    <a:cubicBezTo>
                      <a:pt x="468" y="53731"/>
                      <a:pt x="234" y="54899"/>
                      <a:pt x="468" y="56067"/>
                    </a:cubicBezTo>
                    <a:cubicBezTo>
                      <a:pt x="935" y="57235"/>
                      <a:pt x="1636" y="58169"/>
                      <a:pt x="2804" y="58403"/>
                    </a:cubicBezTo>
                    <a:lnTo>
                      <a:pt x="23128" y="62842"/>
                    </a:lnTo>
                    <a:lnTo>
                      <a:pt x="18456" y="72186"/>
                    </a:lnTo>
                    <a:cubicBezTo>
                      <a:pt x="17755" y="73354"/>
                      <a:pt x="17989" y="74756"/>
                      <a:pt x="18923" y="75924"/>
                    </a:cubicBezTo>
                    <a:lnTo>
                      <a:pt x="20325" y="77559"/>
                    </a:lnTo>
                    <a:cubicBezTo>
                      <a:pt x="18923" y="78026"/>
                      <a:pt x="17288" y="78961"/>
                      <a:pt x="16120" y="80129"/>
                    </a:cubicBezTo>
                    <a:cubicBezTo>
                      <a:pt x="15186" y="81063"/>
                      <a:pt x="14251" y="82231"/>
                      <a:pt x="13784" y="83633"/>
                    </a:cubicBezTo>
                    <a:lnTo>
                      <a:pt x="468" y="107228"/>
                    </a:lnTo>
                    <a:cubicBezTo>
                      <a:pt x="1" y="108396"/>
                      <a:pt x="1" y="110265"/>
                      <a:pt x="1169" y="110966"/>
                    </a:cubicBezTo>
                    <a:cubicBezTo>
                      <a:pt x="1636" y="111667"/>
                      <a:pt x="2571" y="111900"/>
                      <a:pt x="3505" y="111900"/>
                    </a:cubicBezTo>
                    <a:cubicBezTo>
                      <a:pt x="3972" y="111900"/>
                      <a:pt x="4673" y="111900"/>
                      <a:pt x="4907" y="111667"/>
                    </a:cubicBezTo>
                    <a:lnTo>
                      <a:pt x="28969" y="98818"/>
                    </a:lnTo>
                    <a:cubicBezTo>
                      <a:pt x="29202" y="98584"/>
                      <a:pt x="29436" y="98584"/>
                      <a:pt x="30137" y="98117"/>
                    </a:cubicBezTo>
                    <a:cubicBezTo>
                      <a:pt x="30838" y="97650"/>
                      <a:pt x="31538" y="96949"/>
                      <a:pt x="32473" y="96482"/>
                    </a:cubicBezTo>
                    <a:cubicBezTo>
                      <a:pt x="33641" y="95314"/>
                      <a:pt x="34342" y="93912"/>
                      <a:pt x="35043" y="92043"/>
                    </a:cubicBezTo>
                    <a:lnTo>
                      <a:pt x="36678" y="93912"/>
                    </a:lnTo>
                    <a:cubicBezTo>
                      <a:pt x="37362" y="94459"/>
                      <a:pt x="38207" y="94686"/>
                      <a:pt x="39024" y="94686"/>
                    </a:cubicBezTo>
                    <a:cubicBezTo>
                      <a:pt x="39602" y="94686"/>
                      <a:pt x="40165" y="94573"/>
                      <a:pt x="40649" y="94379"/>
                    </a:cubicBezTo>
                    <a:cubicBezTo>
                      <a:pt x="40883" y="94146"/>
                      <a:pt x="44387" y="92277"/>
                      <a:pt x="49293" y="89473"/>
                    </a:cubicBezTo>
                    <a:lnTo>
                      <a:pt x="53732" y="109564"/>
                    </a:lnTo>
                    <a:cubicBezTo>
                      <a:pt x="54040" y="111262"/>
                      <a:pt x="55574" y="112247"/>
                      <a:pt x="57118" y="112247"/>
                    </a:cubicBezTo>
                    <a:cubicBezTo>
                      <a:pt x="57910" y="112247"/>
                      <a:pt x="58705" y="111987"/>
                      <a:pt x="59338" y="111433"/>
                    </a:cubicBezTo>
                    <a:lnTo>
                      <a:pt x="76859" y="93912"/>
                    </a:lnTo>
                    <a:cubicBezTo>
                      <a:pt x="77326" y="93211"/>
                      <a:pt x="77560" y="92277"/>
                      <a:pt x="77560" y="91576"/>
                    </a:cubicBezTo>
                    <a:lnTo>
                      <a:pt x="76859" y="72420"/>
                    </a:lnTo>
                    <a:cubicBezTo>
                      <a:pt x="80363" y="70084"/>
                      <a:pt x="83167" y="67514"/>
                      <a:pt x="85269" y="65411"/>
                    </a:cubicBezTo>
                    <a:cubicBezTo>
                      <a:pt x="98118" y="52096"/>
                      <a:pt x="104659" y="39013"/>
                      <a:pt x="109098" y="24062"/>
                    </a:cubicBezTo>
                    <a:cubicBezTo>
                      <a:pt x="112368" y="12148"/>
                      <a:pt x="112368" y="3504"/>
                      <a:pt x="112368" y="3271"/>
                    </a:cubicBezTo>
                    <a:cubicBezTo>
                      <a:pt x="112368" y="2336"/>
                      <a:pt x="112135" y="1635"/>
                      <a:pt x="111434" y="934"/>
                    </a:cubicBezTo>
                    <a:cubicBezTo>
                      <a:pt x="110967" y="467"/>
                      <a:pt x="110032" y="0"/>
                      <a:pt x="109098"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25" name="Google Shape;553;p34">
                <a:extLst>
                  <a:ext uri="{FF2B5EF4-FFF2-40B4-BE49-F238E27FC236}">
                    <a16:creationId xmlns:a16="http://schemas.microsoft.com/office/drawing/2014/main" id="{98393D6C-7642-5D2B-8BC7-AFEFAF16261D}"/>
                  </a:ext>
                </a:extLst>
              </p:cNvPr>
              <p:cNvSpPr/>
              <p:nvPr/>
            </p:nvSpPr>
            <p:spPr>
              <a:xfrm>
                <a:off x="1938331" y="306913"/>
                <a:ext cx="87609" cy="74389"/>
              </a:xfrm>
              <a:custGeom>
                <a:avLst/>
                <a:gdLst/>
                <a:ahLst/>
                <a:cxnLst/>
                <a:rect l="l" t="t" r="r" b="b"/>
                <a:pathLst>
                  <a:path w="32239" h="27374" extrusionOk="0">
                    <a:moveTo>
                      <a:pt x="13930" y="6114"/>
                    </a:moveTo>
                    <a:cubicBezTo>
                      <a:pt x="15769" y="6114"/>
                      <a:pt x="17638" y="6815"/>
                      <a:pt x="19157" y="8217"/>
                    </a:cubicBezTo>
                    <a:cubicBezTo>
                      <a:pt x="21960" y="11254"/>
                      <a:pt x="21960" y="15926"/>
                      <a:pt x="19157" y="18496"/>
                    </a:cubicBezTo>
                    <a:cubicBezTo>
                      <a:pt x="17755" y="20014"/>
                      <a:pt x="15828" y="20774"/>
                      <a:pt x="13930" y="20774"/>
                    </a:cubicBezTo>
                    <a:cubicBezTo>
                      <a:pt x="12032" y="20774"/>
                      <a:pt x="10163" y="20014"/>
                      <a:pt x="8878" y="18496"/>
                    </a:cubicBezTo>
                    <a:cubicBezTo>
                      <a:pt x="5841" y="15926"/>
                      <a:pt x="5841" y="11020"/>
                      <a:pt x="8878" y="8217"/>
                    </a:cubicBezTo>
                    <a:cubicBezTo>
                      <a:pt x="10279" y="6815"/>
                      <a:pt x="12090" y="6114"/>
                      <a:pt x="13930" y="6114"/>
                    </a:cubicBezTo>
                    <a:close/>
                    <a:moveTo>
                      <a:pt x="14305" y="1"/>
                    </a:moveTo>
                    <a:cubicBezTo>
                      <a:pt x="7247" y="1"/>
                      <a:pt x="468" y="5504"/>
                      <a:pt x="468" y="13590"/>
                    </a:cubicBezTo>
                    <a:cubicBezTo>
                      <a:pt x="1" y="20832"/>
                      <a:pt x="6775" y="27373"/>
                      <a:pt x="14251" y="27373"/>
                    </a:cubicBezTo>
                    <a:cubicBezTo>
                      <a:pt x="26165" y="27373"/>
                      <a:pt x="32239" y="12422"/>
                      <a:pt x="23829" y="4012"/>
                    </a:cubicBezTo>
                    <a:cubicBezTo>
                      <a:pt x="21052" y="1234"/>
                      <a:pt x="17647" y="1"/>
                      <a:pt x="14305"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0" name="Google Shape;542;p34">
              <a:extLst>
                <a:ext uri="{FF2B5EF4-FFF2-40B4-BE49-F238E27FC236}">
                  <a16:creationId xmlns:a16="http://schemas.microsoft.com/office/drawing/2014/main" id="{DB8D6D36-18F2-E9DB-38B4-8E189043A8B1}"/>
                </a:ext>
              </a:extLst>
            </p:cNvPr>
            <p:cNvSpPr txBox="1">
              <a:spLocks/>
            </p:cNvSpPr>
            <p:nvPr/>
          </p:nvSpPr>
          <p:spPr>
            <a:xfrm>
              <a:off x="863975" y="4756546"/>
              <a:ext cx="28110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pPr>
              <a:r>
                <a:rPr kumimoji="0" lang="en-CA" sz="1800" b="1" i="0" u="none" strike="noStrike" kern="0" cap="none" spc="0" normalizeH="0" baseline="0" noProof="0" dirty="0">
                  <a:ln>
                    <a:noFill/>
                  </a:ln>
                  <a:solidFill>
                    <a:srgbClr val="FFFFFF"/>
                  </a:solidFill>
                  <a:effectLst/>
                  <a:uLnTx/>
                  <a:uFillTx/>
                  <a:latin typeface="Raleway"/>
                  <a:sym typeface="Raleway"/>
                </a:rPr>
                <a:t>Market Trends</a:t>
              </a:r>
            </a:p>
          </p:txBody>
        </p:sp>
        <p:sp>
          <p:nvSpPr>
            <p:cNvPr id="11" name="Google Shape;545;p34">
              <a:extLst>
                <a:ext uri="{FF2B5EF4-FFF2-40B4-BE49-F238E27FC236}">
                  <a16:creationId xmlns:a16="http://schemas.microsoft.com/office/drawing/2014/main" id="{61F6E553-4285-D898-5965-DC07C920F943}"/>
                </a:ext>
              </a:extLst>
            </p:cNvPr>
            <p:cNvSpPr txBox="1">
              <a:spLocks/>
            </p:cNvSpPr>
            <p:nvPr/>
          </p:nvSpPr>
          <p:spPr>
            <a:xfrm>
              <a:off x="4328348" y="3730500"/>
              <a:ext cx="2811000" cy="103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Emotional bias in investing</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Lack of transparency in mutual funds</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Limited access to institutional-grade tools</a:t>
              </a:r>
            </a:p>
          </p:txBody>
        </p:sp>
        <p:sp>
          <p:nvSpPr>
            <p:cNvPr id="12" name="Google Shape;546;p34">
              <a:extLst>
                <a:ext uri="{FF2B5EF4-FFF2-40B4-BE49-F238E27FC236}">
                  <a16:creationId xmlns:a16="http://schemas.microsoft.com/office/drawing/2014/main" id="{B6B688D5-DB6F-91CE-AFE0-2CAEDA71589C}"/>
                </a:ext>
              </a:extLst>
            </p:cNvPr>
            <p:cNvSpPr txBox="1">
              <a:spLocks/>
            </p:cNvSpPr>
            <p:nvPr/>
          </p:nvSpPr>
          <p:spPr>
            <a:xfrm>
              <a:off x="863975" y="5321621"/>
              <a:ext cx="2811000" cy="103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35% rise in algorithmic investing among millennials and Gen Z.</a:t>
              </a:r>
            </a:p>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Retail investing apps (e.g., Robinhood) show growing interest in DIY investing.</a:t>
              </a:r>
            </a:p>
          </p:txBody>
        </p:sp>
        <p:sp>
          <p:nvSpPr>
            <p:cNvPr id="13" name="Google Shape;547;p34">
              <a:extLst>
                <a:ext uri="{FF2B5EF4-FFF2-40B4-BE49-F238E27FC236}">
                  <a16:creationId xmlns:a16="http://schemas.microsoft.com/office/drawing/2014/main" id="{2A2B9E92-11F4-B32C-EB5E-1FF2E703151F}"/>
                </a:ext>
              </a:extLst>
            </p:cNvPr>
            <p:cNvSpPr txBox="1">
              <a:spLocks/>
            </p:cNvSpPr>
            <p:nvPr/>
          </p:nvSpPr>
          <p:spPr>
            <a:xfrm>
              <a:off x="4354697" y="5329041"/>
              <a:ext cx="2811000" cy="103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Combines real-time data with risk profiling</a:t>
              </a:r>
            </a:p>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Offers education + execution in one seamless platform</a:t>
              </a:r>
            </a:p>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Accessible, low-cost, and scalable</a:t>
              </a:r>
            </a:p>
            <a:p>
              <a:pPr marL="0" indent="0">
                <a:buClr>
                  <a:srgbClr val="FFFFFF"/>
                </a:buClr>
                <a:defRPr/>
              </a:pPr>
              <a:endParaRPr kumimoji="0" lang="en-CA" sz="1200" b="0" i="0" u="none" strike="noStrike" kern="0" cap="none" spc="0" normalizeH="0" baseline="0" noProof="0" dirty="0">
                <a:ln>
                  <a:noFill/>
                </a:ln>
                <a:solidFill>
                  <a:srgbClr val="FFFFFF"/>
                </a:solidFill>
                <a:effectLst/>
                <a:uLnTx/>
                <a:uFillTx/>
                <a:latin typeface="Rubik"/>
                <a:cs typeface="Rubik"/>
                <a:sym typeface="Rubik"/>
              </a:endParaRPr>
            </a:p>
          </p:txBody>
        </p:sp>
        <p:sp>
          <p:nvSpPr>
            <p:cNvPr id="14" name="Google Shape;549;p34">
              <a:extLst>
                <a:ext uri="{FF2B5EF4-FFF2-40B4-BE49-F238E27FC236}">
                  <a16:creationId xmlns:a16="http://schemas.microsoft.com/office/drawing/2014/main" id="{0AFE66E7-497B-DCF1-4C44-D29128F13F63}"/>
                </a:ext>
              </a:extLst>
            </p:cNvPr>
            <p:cNvSpPr txBox="1">
              <a:spLocks/>
            </p:cNvSpPr>
            <p:nvPr/>
          </p:nvSpPr>
          <p:spPr>
            <a:xfrm>
              <a:off x="4341523" y="3153215"/>
              <a:ext cx="28110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marR="0" lvl="0" indent="0" algn="l" defTabSz="914400" rtl="0" eaLnBrk="1" fontAlgn="auto" latinLnBrk="0" hangingPunct="1">
                <a:lnSpc>
                  <a:spcPct val="100000"/>
                </a:lnSpc>
                <a:spcBef>
                  <a:spcPts val="0"/>
                </a:spcBef>
                <a:spcAft>
                  <a:spcPts val="0"/>
                </a:spcAft>
                <a:buClr>
                  <a:srgbClr val="FFFFFF"/>
                </a:buClr>
                <a:buSzPts val="2400"/>
                <a:buFont typeface="Raleway"/>
                <a:buNone/>
                <a:tabLst/>
                <a:defRPr/>
              </a:pPr>
              <a:r>
                <a:rPr lang="en-US" sz="1800" b="1" dirty="0">
                  <a:solidFill>
                    <a:schemeClr val="bg1"/>
                  </a:solidFill>
                </a:rPr>
                <a:t>Pain Points Solved</a:t>
              </a:r>
              <a:endParaRPr kumimoji="0" lang="en-CA" sz="1800" b="1" i="0" u="none" strike="noStrike" kern="0" cap="none" spc="0" normalizeH="0" baseline="0" noProof="0" dirty="0">
                <a:ln>
                  <a:noFill/>
                </a:ln>
                <a:solidFill>
                  <a:schemeClr val="bg1"/>
                </a:solidFill>
                <a:effectLst/>
                <a:uLnTx/>
                <a:uFillTx/>
                <a:latin typeface="Raleway"/>
                <a:sym typeface="Raleway"/>
              </a:endParaRPr>
            </a:p>
          </p:txBody>
        </p:sp>
        <p:sp>
          <p:nvSpPr>
            <p:cNvPr id="15" name="Google Shape;550;p34">
              <a:extLst>
                <a:ext uri="{FF2B5EF4-FFF2-40B4-BE49-F238E27FC236}">
                  <a16:creationId xmlns:a16="http://schemas.microsoft.com/office/drawing/2014/main" id="{672A3FB0-926B-AA69-0CCE-9D10FF664464}"/>
                </a:ext>
              </a:extLst>
            </p:cNvPr>
            <p:cNvSpPr txBox="1">
              <a:spLocks/>
            </p:cNvSpPr>
            <p:nvPr/>
          </p:nvSpPr>
          <p:spPr>
            <a:xfrm>
              <a:off x="4354697" y="4729552"/>
              <a:ext cx="28110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defRPr/>
              </a:pPr>
              <a:r>
                <a:rPr lang="en-US" sz="1800" b="1" dirty="0">
                  <a:solidFill>
                    <a:schemeClr val="bg1"/>
                  </a:solidFill>
                </a:rPr>
                <a:t>Why This App?</a:t>
              </a:r>
              <a:endParaRPr lang="en-US" sz="1800" dirty="0">
                <a:solidFill>
                  <a:schemeClr val="bg1"/>
                </a:solidFill>
              </a:endParaRPr>
            </a:p>
          </p:txBody>
        </p:sp>
        <p:grpSp>
          <p:nvGrpSpPr>
            <p:cNvPr id="16" name="Google Shape;554;p34">
              <a:extLst>
                <a:ext uri="{FF2B5EF4-FFF2-40B4-BE49-F238E27FC236}">
                  <a16:creationId xmlns:a16="http://schemas.microsoft.com/office/drawing/2014/main" id="{37BF8043-DD90-8BCE-5F00-AD9881D71A62}"/>
                </a:ext>
              </a:extLst>
            </p:cNvPr>
            <p:cNvGrpSpPr/>
            <p:nvPr/>
          </p:nvGrpSpPr>
          <p:grpSpPr>
            <a:xfrm>
              <a:off x="4029106" y="4940732"/>
              <a:ext cx="323724" cy="334273"/>
              <a:chOff x="1784700" y="976779"/>
              <a:chExt cx="304727" cy="304091"/>
            </a:xfrm>
            <a:solidFill>
              <a:schemeClr val="bg1"/>
            </a:solidFill>
          </p:grpSpPr>
          <p:sp>
            <p:nvSpPr>
              <p:cNvPr id="4016" name="Google Shape;555;p34">
                <a:extLst>
                  <a:ext uri="{FF2B5EF4-FFF2-40B4-BE49-F238E27FC236}">
                    <a16:creationId xmlns:a16="http://schemas.microsoft.com/office/drawing/2014/main" id="{D15E3AD2-ACBC-9829-60F3-7FAABFBA7F40}"/>
                  </a:ext>
                </a:extLst>
              </p:cNvPr>
              <p:cNvSpPr/>
              <p:nvPr/>
            </p:nvSpPr>
            <p:spPr>
              <a:xfrm>
                <a:off x="1784700" y="976779"/>
                <a:ext cx="304727" cy="304091"/>
              </a:xfrm>
              <a:custGeom>
                <a:avLst/>
                <a:gdLst/>
                <a:ahLst/>
                <a:cxnLst/>
                <a:rect l="l" t="t" r="r" b="b"/>
                <a:pathLst>
                  <a:path w="112135" h="111901" extrusionOk="0">
                    <a:moveTo>
                      <a:pt x="82699" y="6308"/>
                    </a:moveTo>
                    <a:lnTo>
                      <a:pt x="82699" y="13783"/>
                    </a:lnTo>
                    <a:lnTo>
                      <a:pt x="29436" y="13783"/>
                    </a:lnTo>
                    <a:lnTo>
                      <a:pt x="29436" y="6308"/>
                    </a:lnTo>
                    <a:close/>
                    <a:moveTo>
                      <a:pt x="22661" y="10980"/>
                    </a:moveTo>
                    <a:lnTo>
                      <a:pt x="22661" y="21726"/>
                    </a:lnTo>
                    <a:lnTo>
                      <a:pt x="11447" y="21726"/>
                    </a:lnTo>
                    <a:lnTo>
                      <a:pt x="22661" y="10980"/>
                    </a:lnTo>
                    <a:close/>
                    <a:moveTo>
                      <a:pt x="86149" y="32701"/>
                    </a:moveTo>
                    <a:cubicBezTo>
                      <a:pt x="96932" y="32701"/>
                      <a:pt x="105359" y="41718"/>
                      <a:pt x="105359" y="52329"/>
                    </a:cubicBezTo>
                    <a:cubicBezTo>
                      <a:pt x="105097" y="64951"/>
                      <a:pt x="95362" y="71949"/>
                      <a:pt x="85568" y="71949"/>
                    </a:cubicBezTo>
                    <a:cubicBezTo>
                      <a:pt x="77959" y="71949"/>
                      <a:pt x="70315" y="67727"/>
                      <a:pt x="67047" y="58637"/>
                    </a:cubicBezTo>
                    <a:cubicBezTo>
                      <a:pt x="67047" y="58403"/>
                      <a:pt x="67047" y="58170"/>
                      <a:pt x="66813" y="57936"/>
                    </a:cubicBezTo>
                    <a:cubicBezTo>
                      <a:pt x="63109" y="45664"/>
                      <a:pt x="72716" y="32703"/>
                      <a:pt x="85397" y="32703"/>
                    </a:cubicBezTo>
                    <a:cubicBezTo>
                      <a:pt x="85510" y="32703"/>
                      <a:pt x="85623" y="32704"/>
                      <a:pt x="85736" y="32706"/>
                    </a:cubicBezTo>
                    <a:cubicBezTo>
                      <a:pt x="85874" y="32703"/>
                      <a:pt x="86012" y="32701"/>
                      <a:pt x="86149" y="32701"/>
                    </a:cubicBezTo>
                    <a:close/>
                    <a:moveTo>
                      <a:pt x="82465" y="20324"/>
                    </a:moveTo>
                    <a:lnTo>
                      <a:pt x="82465" y="26165"/>
                    </a:lnTo>
                    <a:cubicBezTo>
                      <a:pt x="73588" y="27333"/>
                      <a:pt x="66346" y="32472"/>
                      <a:pt x="62608" y="39714"/>
                    </a:cubicBezTo>
                    <a:lnTo>
                      <a:pt x="35743" y="39714"/>
                    </a:lnTo>
                    <a:cubicBezTo>
                      <a:pt x="31304" y="40181"/>
                      <a:pt x="31304" y="46255"/>
                      <a:pt x="35743" y="46255"/>
                    </a:cubicBezTo>
                    <a:lnTo>
                      <a:pt x="60272" y="46255"/>
                    </a:lnTo>
                    <a:cubicBezTo>
                      <a:pt x="59572" y="49059"/>
                      <a:pt x="59338" y="52563"/>
                      <a:pt x="59805" y="55600"/>
                    </a:cubicBezTo>
                    <a:lnTo>
                      <a:pt x="35977" y="55600"/>
                    </a:lnTo>
                    <a:cubicBezTo>
                      <a:pt x="31538" y="55833"/>
                      <a:pt x="31538" y="61907"/>
                      <a:pt x="35977" y="61907"/>
                    </a:cubicBezTo>
                    <a:lnTo>
                      <a:pt x="61908" y="61907"/>
                    </a:lnTo>
                    <a:cubicBezTo>
                      <a:pt x="65412" y="70317"/>
                      <a:pt x="73355" y="76625"/>
                      <a:pt x="82933" y="77793"/>
                    </a:cubicBezTo>
                    <a:lnTo>
                      <a:pt x="82933" y="83867"/>
                    </a:lnTo>
                    <a:lnTo>
                      <a:pt x="79195" y="83867"/>
                    </a:lnTo>
                    <a:lnTo>
                      <a:pt x="79195" y="84568"/>
                    </a:lnTo>
                    <a:cubicBezTo>
                      <a:pt x="77326" y="84568"/>
                      <a:pt x="75924" y="85969"/>
                      <a:pt x="75924" y="87605"/>
                    </a:cubicBezTo>
                    <a:lnTo>
                      <a:pt x="75924" y="105126"/>
                    </a:lnTo>
                    <a:lnTo>
                      <a:pt x="6542" y="105126"/>
                    </a:lnTo>
                    <a:lnTo>
                      <a:pt x="6542" y="27800"/>
                    </a:lnTo>
                    <a:lnTo>
                      <a:pt x="25931" y="27800"/>
                    </a:lnTo>
                    <a:cubicBezTo>
                      <a:pt x="27800" y="27800"/>
                      <a:pt x="29202" y="26398"/>
                      <a:pt x="29202" y="24529"/>
                    </a:cubicBezTo>
                    <a:lnTo>
                      <a:pt x="29202" y="20324"/>
                    </a:lnTo>
                    <a:close/>
                    <a:moveTo>
                      <a:pt x="89007" y="91109"/>
                    </a:moveTo>
                    <a:lnTo>
                      <a:pt x="89007" y="105359"/>
                    </a:lnTo>
                    <a:lnTo>
                      <a:pt x="82465" y="105359"/>
                    </a:lnTo>
                    <a:lnTo>
                      <a:pt x="82465" y="91109"/>
                    </a:lnTo>
                    <a:close/>
                    <a:moveTo>
                      <a:pt x="25931" y="0"/>
                    </a:moveTo>
                    <a:cubicBezTo>
                      <a:pt x="25464" y="0"/>
                      <a:pt x="24530" y="234"/>
                      <a:pt x="23595" y="935"/>
                    </a:cubicBezTo>
                    <a:lnTo>
                      <a:pt x="935" y="22661"/>
                    </a:lnTo>
                    <a:cubicBezTo>
                      <a:pt x="234" y="23128"/>
                      <a:pt x="0" y="24062"/>
                      <a:pt x="0" y="24997"/>
                    </a:cubicBezTo>
                    <a:lnTo>
                      <a:pt x="0" y="108630"/>
                    </a:lnTo>
                    <a:cubicBezTo>
                      <a:pt x="0" y="110499"/>
                      <a:pt x="1402" y="111900"/>
                      <a:pt x="3271" y="111900"/>
                    </a:cubicBezTo>
                    <a:lnTo>
                      <a:pt x="92277" y="111900"/>
                    </a:lnTo>
                    <a:cubicBezTo>
                      <a:pt x="94146" y="111900"/>
                      <a:pt x="95548" y="110499"/>
                      <a:pt x="95548" y="108630"/>
                    </a:cubicBezTo>
                    <a:lnTo>
                      <a:pt x="95548" y="87838"/>
                    </a:lnTo>
                    <a:cubicBezTo>
                      <a:pt x="95548" y="86203"/>
                      <a:pt x="94146" y="84801"/>
                      <a:pt x="92277" y="84801"/>
                    </a:cubicBezTo>
                    <a:lnTo>
                      <a:pt x="89007" y="84801"/>
                    </a:lnTo>
                    <a:lnTo>
                      <a:pt x="89007" y="78727"/>
                    </a:lnTo>
                    <a:cubicBezTo>
                      <a:pt x="102089" y="76859"/>
                      <a:pt x="112134" y="65879"/>
                      <a:pt x="112134" y="52329"/>
                    </a:cubicBezTo>
                    <a:cubicBezTo>
                      <a:pt x="112134" y="39013"/>
                      <a:pt x="102089" y="27800"/>
                      <a:pt x="89007" y="26398"/>
                    </a:cubicBezTo>
                    <a:lnTo>
                      <a:pt x="89007" y="3271"/>
                    </a:lnTo>
                    <a:cubicBezTo>
                      <a:pt x="89007" y="2336"/>
                      <a:pt x="88773" y="1635"/>
                      <a:pt x="88306" y="935"/>
                    </a:cubicBezTo>
                    <a:cubicBezTo>
                      <a:pt x="87605" y="234"/>
                      <a:pt x="86671" y="0"/>
                      <a:pt x="85970"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17" name="Google Shape;556;p34">
                <a:extLst>
                  <a:ext uri="{FF2B5EF4-FFF2-40B4-BE49-F238E27FC236}">
                    <a16:creationId xmlns:a16="http://schemas.microsoft.com/office/drawing/2014/main" id="{4A95FEF6-FF64-BF91-A74A-C715538E10DF}"/>
                  </a:ext>
                </a:extLst>
              </p:cNvPr>
              <p:cNvSpPr/>
              <p:nvPr/>
            </p:nvSpPr>
            <p:spPr>
              <a:xfrm>
                <a:off x="1836756" y="1085971"/>
                <a:ext cx="18414" cy="17302"/>
              </a:xfrm>
              <a:custGeom>
                <a:avLst/>
                <a:gdLst/>
                <a:ahLst/>
                <a:cxnLst/>
                <a:rect l="l" t="t" r="r" b="b"/>
                <a:pathLst>
                  <a:path w="6776" h="6367" extrusionOk="0">
                    <a:moveTo>
                      <a:pt x="3271" y="0"/>
                    </a:moveTo>
                    <a:cubicBezTo>
                      <a:pt x="1636" y="0"/>
                      <a:pt x="1" y="1402"/>
                      <a:pt x="1" y="3037"/>
                    </a:cubicBezTo>
                    <a:cubicBezTo>
                      <a:pt x="234" y="5257"/>
                      <a:pt x="1870" y="6366"/>
                      <a:pt x="3476" y="6366"/>
                    </a:cubicBezTo>
                    <a:cubicBezTo>
                      <a:pt x="5082" y="6366"/>
                      <a:pt x="6659" y="5257"/>
                      <a:pt x="6775" y="3037"/>
                    </a:cubicBezTo>
                    <a:cubicBezTo>
                      <a:pt x="6542" y="1402"/>
                      <a:pt x="5140" y="0"/>
                      <a:pt x="3271"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18" name="Google Shape;557;p34">
                <a:extLst>
                  <a:ext uri="{FF2B5EF4-FFF2-40B4-BE49-F238E27FC236}">
                    <a16:creationId xmlns:a16="http://schemas.microsoft.com/office/drawing/2014/main" id="{E23A88EB-4F7D-AF2D-FDC8-48436C328A35}"/>
                  </a:ext>
                </a:extLst>
              </p:cNvPr>
              <p:cNvSpPr/>
              <p:nvPr/>
            </p:nvSpPr>
            <p:spPr>
              <a:xfrm>
                <a:off x="1836756" y="1128506"/>
                <a:ext cx="18414" cy="17460"/>
              </a:xfrm>
              <a:custGeom>
                <a:avLst/>
                <a:gdLst/>
                <a:ahLst/>
                <a:cxnLst/>
                <a:rect l="l" t="t" r="r" b="b"/>
                <a:pathLst>
                  <a:path w="6776" h="6425" extrusionOk="0">
                    <a:moveTo>
                      <a:pt x="3271" y="0"/>
                    </a:moveTo>
                    <a:cubicBezTo>
                      <a:pt x="1636" y="0"/>
                      <a:pt x="1" y="1402"/>
                      <a:pt x="1" y="3271"/>
                    </a:cubicBezTo>
                    <a:cubicBezTo>
                      <a:pt x="234" y="5374"/>
                      <a:pt x="1870" y="6425"/>
                      <a:pt x="3476" y="6425"/>
                    </a:cubicBezTo>
                    <a:cubicBezTo>
                      <a:pt x="5082" y="6425"/>
                      <a:pt x="6659" y="5374"/>
                      <a:pt x="6775" y="3271"/>
                    </a:cubicBezTo>
                    <a:cubicBezTo>
                      <a:pt x="6542" y="1402"/>
                      <a:pt x="5140" y="0"/>
                      <a:pt x="3271"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19" name="Google Shape;558;p34">
                <a:extLst>
                  <a:ext uri="{FF2B5EF4-FFF2-40B4-BE49-F238E27FC236}">
                    <a16:creationId xmlns:a16="http://schemas.microsoft.com/office/drawing/2014/main" id="{E6E821DC-BAE3-E5A2-DFDE-CD5C22BEFEAD}"/>
                  </a:ext>
                </a:extLst>
              </p:cNvPr>
              <p:cNvSpPr/>
              <p:nvPr/>
            </p:nvSpPr>
            <p:spPr>
              <a:xfrm>
                <a:off x="1869768" y="1172309"/>
                <a:ext cx="76182" cy="17145"/>
              </a:xfrm>
              <a:custGeom>
                <a:avLst/>
                <a:gdLst/>
                <a:ahLst/>
                <a:cxnLst/>
                <a:rect l="l" t="t" r="r" b="b"/>
                <a:pathLst>
                  <a:path w="28034" h="6309" extrusionOk="0">
                    <a:moveTo>
                      <a:pt x="4205" y="1"/>
                    </a:moveTo>
                    <a:cubicBezTo>
                      <a:pt x="0" y="234"/>
                      <a:pt x="0" y="6308"/>
                      <a:pt x="4205" y="6308"/>
                    </a:cubicBezTo>
                    <a:lnTo>
                      <a:pt x="23595" y="6308"/>
                    </a:lnTo>
                    <a:cubicBezTo>
                      <a:pt x="28034" y="6308"/>
                      <a:pt x="28034" y="1"/>
                      <a:pt x="23595"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20" name="Google Shape;559;p34">
                <a:extLst>
                  <a:ext uri="{FF2B5EF4-FFF2-40B4-BE49-F238E27FC236}">
                    <a16:creationId xmlns:a16="http://schemas.microsoft.com/office/drawing/2014/main" id="{5368C81F-A8A1-CC55-CEBA-F8AC12D45CE3}"/>
                  </a:ext>
                </a:extLst>
              </p:cNvPr>
              <p:cNvSpPr/>
              <p:nvPr/>
            </p:nvSpPr>
            <p:spPr>
              <a:xfrm>
                <a:off x="1836756" y="1172309"/>
                <a:ext cx="18414" cy="17302"/>
              </a:xfrm>
              <a:custGeom>
                <a:avLst/>
                <a:gdLst/>
                <a:ahLst/>
                <a:cxnLst/>
                <a:rect l="l" t="t" r="r" b="b"/>
                <a:pathLst>
                  <a:path w="6776" h="6367" extrusionOk="0">
                    <a:moveTo>
                      <a:pt x="3271" y="1"/>
                    </a:moveTo>
                    <a:cubicBezTo>
                      <a:pt x="1636" y="1"/>
                      <a:pt x="1" y="1402"/>
                      <a:pt x="1" y="3038"/>
                    </a:cubicBezTo>
                    <a:cubicBezTo>
                      <a:pt x="234" y="5257"/>
                      <a:pt x="1870" y="6367"/>
                      <a:pt x="3476" y="6367"/>
                    </a:cubicBezTo>
                    <a:cubicBezTo>
                      <a:pt x="5082" y="6367"/>
                      <a:pt x="6659" y="5257"/>
                      <a:pt x="6775" y="3038"/>
                    </a:cubicBezTo>
                    <a:cubicBezTo>
                      <a:pt x="6542" y="1402"/>
                      <a:pt x="5140" y="1"/>
                      <a:pt x="3271"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21" name="Google Shape;560;p34">
                <a:extLst>
                  <a:ext uri="{FF2B5EF4-FFF2-40B4-BE49-F238E27FC236}">
                    <a16:creationId xmlns:a16="http://schemas.microsoft.com/office/drawing/2014/main" id="{977CBA2B-9431-3D9C-366E-05CEC61FD76C}"/>
                  </a:ext>
                </a:extLst>
              </p:cNvPr>
              <p:cNvSpPr/>
              <p:nvPr/>
            </p:nvSpPr>
            <p:spPr>
              <a:xfrm>
                <a:off x="1869768" y="1214843"/>
                <a:ext cx="57138" cy="17778"/>
              </a:xfrm>
              <a:custGeom>
                <a:avLst/>
                <a:gdLst/>
                <a:ahLst/>
                <a:cxnLst/>
                <a:rect l="l" t="t" r="r" b="b"/>
                <a:pathLst>
                  <a:path w="21026" h="6542" extrusionOk="0">
                    <a:moveTo>
                      <a:pt x="4205" y="1"/>
                    </a:moveTo>
                    <a:cubicBezTo>
                      <a:pt x="0" y="234"/>
                      <a:pt x="0" y="6542"/>
                      <a:pt x="4205" y="6542"/>
                    </a:cubicBezTo>
                    <a:lnTo>
                      <a:pt x="16587" y="6542"/>
                    </a:lnTo>
                    <a:cubicBezTo>
                      <a:pt x="21026" y="6542"/>
                      <a:pt x="21026" y="234"/>
                      <a:pt x="16587"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22" name="Google Shape;561;p34">
                <a:extLst>
                  <a:ext uri="{FF2B5EF4-FFF2-40B4-BE49-F238E27FC236}">
                    <a16:creationId xmlns:a16="http://schemas.microsoft.com/office/drawing/2014/main" id="{C85AC735-5B61-9A8E-271F-CB932F01D0C9}"/>
                  </a:ext>
                </a:extLst>
              </p:cNvPr>
              <p:cNvSpPr/>
              <p:nvPr/>
            </p:nvSpPr>
            <p:spPr>
              <a:xfrm>
                <a:off x="1836756" y="1214843"/>
                <a:ext cx="18414" cy="17938"/>
              </a:xfrm>
              <a:custGeom>
                <a:avLst/>
                <a:gdLst/>
                <a:ahLst/>
                <a:cxnLst/>
                <a:rect l="l" t="t" r="r" b="b"/>
                <a:pathLst>
                  <a:path w="6776" h="6601" extrusionOk="0">
                    <a:moveTo>
                      <a:pt x="3271" y="1"/>
                    </a:moveTo>
                    <a:cubicBezTo>
                      <a:pt x="1636" y="1"/>
                      <a:pt x="1" y="1636"/>
                      <a:pt x="1" y="3271"/>
                    </a:cubicBezTo>
                    <a:cubicBezTo>
                      <a:pt x="234" y="5491"/>
                      <a:pt x="1870" y="6600"/>
                      <a:pt x="3476" y="6600"/>
                    </a:cubicBezTo>
                    <a:cubicBezTo>
                      <a:pt x="5082" y="6600"/>
                      <a:pt x="6659" y="5491"/>
                      <a:pt x="6775" y="3271"/>
                    </a:cubicBezTo>
                    <a:cubicBezTo>
                      <a:pt x="6542" y="1636"/>
                      <a:pt x="5140" y="1"/>
                      <a:pt x="3271"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23" name="Google Shape;562;p34">
                <a:extLst>
                  <a:ext uri="{FF2B5EF4-FFF2-40B4-BE49-F238E27FC236}">
                    <a16:creationId xmlns:a16="http://schemas.microsoft.com/office/drawing/2014/main" id="{F36EE2DE-6525-5B4C-229C-D8B435912E64}"/>
                  </a:ext>
                </a:extLst>
              </p:cNvPr>
              <p:cNvSpPr/>
              <p:nvPr/>
            </p:nvSpPr>
            <p:spPr>
              <a:xfrm>
                <a:off x="1986539" y="1098192"/>
                <a:ext cx="58448" cy="41445"/>
              </a:xfrm>
              <a:custGeom>
                <a:avLst/>
                <a:gdLst/>
                <a:ahLst/>
                <a:cxnLst/>
                <a:rect l="l" t="t" r="r" b="b"/>
                <a:pathLst>
                  <a:path w="21508" h="15251" extrusionOk="0">
                    <a:moveTo>
                      <a:pt x="18003" y="0"/>
                    </a:moveTo>
                    <a:cubicBezTo>
                      <a:pt x="17127" y="0"/>
                      <a:pt x="16251" y="293"/>
                      <a:pt x="15667" y="877"/>
                    </a:cubicBezTo>
                    <a:lnTo>
                      <a:pt x="9126" y="7418"/>
                    </a:lnTo>
                    <a:lnTo>
                      <a:pt x="6790" y="5082"/>
                    </a:lnTo>
                    <a:cubicBezTo>
                      <a:pt x="6055" y="4493"/>
                      <a:pt x="5299" y="4245"/>
                      <a:pt x="4593" y="4245"/>
                    </a:cubicBezTo>
                    <a:cubicBezTo>
                      <a:pt x="1938" y="4245"/>
                      <a:pt x="1" y="7772"/>
                      <a:pt x="2585" y="9987"/>
                    </a:cubicBezTo>
                    <a:lnTo>
                      <a:pt x="7491" y="14426"/>
                    </a:lnTo>
                    <a:cubicBezTo>
                      <a:pt x="8026" y="14961"/>
                      <a:pt x="8757" y="15251"/>
                      <a:pt x="9504" y="15251"/>
                    </a:cubicBezTo>
                    <a:cubicBezTo>
                      <a:pt x="10389" y="15251"/>
                      <a:pt x="11296" y="14845"/>
                      <a:pt x="11929" y="13959"/>
                    </a:cubicBezTo>
                    <a:lnTo>
                      <a:pt x="20339" y="5549"/>
                    </a:lnTo>
                    <a:cubicBezTo>
                      <a:pt x="21507" y="4381"/>
                      <a:pt x="21507" y="2045"/>
                      <a:pt x="20339" y="877"/>
                    </a:cubicBezTo>
                    <a:cubicBezTo>
                      <a:pt x="19755" y="293"/>
                      <a:pt x="18879" y="0"/>
                      <a:pt x="18003"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7" name="Google Shape;563;p34">
              <a:extLst>
                <a:ext uri="{FF2B5EF4-FFF2-40B4-BE49-F238E27FC236}">
                  <a16:creationId xmlns:a16="http://schemas.microsoft.com/office/drawing/2014/main" id="{5673C78A-CD41-8483-69B0-43C1C907D933}"/>
                </a:ext>
              </a:extLst>
            </p:cNvPr>
            <p:cNvSpPr/>
            <p:nvPr/>
          </p:nvSpPr>
          <p:spPr>
            <a:xfrm>
              <a:off x="503402" y="4940497"/>
              <a:ext cx="336630" cy="334508"/>
            </a:xfrm>
            <a:custGeom>
              <a:avLst/>
              <a:gdLst/>
              <a:ahLst/>
              <a:cxnLst/>
              <a:rect l="l" t="t" r="r" b="b"/>
              <a:pathLst>
                <a:path w="112774" h="112063" extrusionOk="0">
                  <a:moveTo>
                    <a:pt x="89941" y="17404"/>
                  </a:moveTo>
                  <a:lnTo>
                    <a:pt x="104892" y="30720"/>
                  </a:lnTo>
                  <a:lnTo>
                    <a:pt x="104892" y="37729"/>
                  </a:lnTo>
                  <a:lnTo>
                    <a:pt x="99519" y="37729"/>
                  </a:lnTo>
                  <a:cubicBezTo>
                    <a:pt x="97650" y="37729"/>
                    <a:pt x="96249" y="39130"/>
                    <a:pt x="96249" y="40999"/>
                  </a:cubicBezTo>
                  <a:lnTo>
                    <a:pt x="96249" y="106644"/>
                  </a:lnTo>
                  <a:lnTo>
                    <a:pt x="83867" y="106644"/>
                  </a:lnTo>
                  <a:lnTo>
                    <a:pt x="83867" y="41233"/>
                  </a:lnTo>
                  <a:cubicBezTo>
                    <a:pt x="83867" y="39597"/>
                    <a:pt x="82466" y="37962"/>
                    <a:pt x="80597" y="37962"/>
                  </a:cubicBezTo>
                  <a:lnTo>
                    <a:pt x="75224" y="37962"/>
                  </a:lnTo>
                  <a:lnTo>
                    <a:pt x="75224" y="30720"/>
                  </a:lnTo>
                  <a:lnTo>
                    <a:pt x="89941" y="17404"/>
                  </a:lnTo>
                  <a:close/>
                  <a:moveTo>
                    <a:pt x="31538" y="77443"/>
                  </a:moveTo>
                  <a:lnTo>
                    <a:pt x="31538" y="106878"/>
                  </a:lnTo>
                  <a:lnTo>
                    <a:pt x="19390" y="106878"/>
                  </a:lnTo>
                  <a:lnTo>
                    <a:pt x="19390" y="77443"/>
                  </a:lnTo>
                  <a:close/>
                  <a:moveTo>
                    <a:pt x="64010" y="64127"/>
                  </a:moveTo>
                  <a:lnTo>
                    <a:pt x="64010" y="106878"/>
                  </a:lnTo>
                  <a:lnTo>
                    <a:pt x="51863" y="106878"/>
                  </a:lnTo>
                  <a:lnTo>
                    <a:pt x="51863" y="64127"/>
                  </a:lnTo>
                  <a:close/>
                  <a:moveTo>
                    <a:pt x="3184" y="0"/>
                  </a:moveTo>
                  <a:cubicBezTo>
                    <a:pt x="1578" y="0"/>
                    <a:pt x="1" y="1052"/>
                    <a:pt x="1" y="3154"/>
                  </a:cubicBezTo>
                  <a:lnTo>
                    <a:pt x="1" y="108747"/>
                  </a:lnTo>
                  <a:cubicBezTo>
                    <a:pt x="1" y="110382"/>
                    <a:pt x="1636" y="111784"/>
                    <a:pt x="3271" y="111784"/>
                  </a:cubicBezTo>
                  <a:lnTo>
                    <a:pt x="109097" y="111784"/>
                  </a:lnTo>
                  <a:cubicBezTo>
                    <a:pt x="109539" y="111977"/>
                    <a:pt x="109928" y="112062"/>
                    <a:pt x="110264" y="112062"/>
                  </a:cubicBezTo>
                  <a:cubicBezTo>
                    <a:pt x="112773" y="112062"/>
                    <a:pt x="112311" y="107290"/>
                    <a:pt x="108397" y="106878"/>
                  </a:cubicBezTo>
                  <a:lnTo>
                    <a:pt x="102790" y="106878"/>
                  </a:lnTo>
                  <a:lnTo>
                    <a:pt x="102790" y="44503"/>
                  </a:lnTo>
                  <a:lnTo>
                    <a:pt x="108397" y="44503"/>
                  </a:lnTo>
                  <a:cubicBezTo>
                    <a:pt x="110266" y="44503"/>
                    <a:pt x="111667" y="43102"/>
                    <a:pt x="111667" y="41233"/>
                  </a:cubicBezTo>
                  <a:lnTo>
                    <a:pt x="111667" y="29319"/>
                  </a:lnTo>
                  <a:cubicBezTo>
                    <a:pt x="111667" y="28384"/>
                    <a:pt x="111434" y="27450"/>
                    <a:pt x="110499" y="26982"/>
                  </a:cubicBezTo>
                  <a:lnTo>
                    <a:pt x="92277" y="10396"/>
                  </a:lnTo>
                  <a:cubicBezTo>
                    <a:pt x="91693" y="9812"/>
                    <a:pt x="90934" y="9520"/>
                    <a:pt x="90175" y="9520"/>
                  </a:cubicBezTo>
                  <a:cubicBezTo>
                    <a:pt x="89416" y="9520"/>
                    <a:pt x="88656" y="9812"/>
                    <a:pt x="88072" y="10396"/>
                  </a:cubicBezTo>
                  <a:lnTo>
                    <a:pt x="69851" y="26982"/>
                  </a:lnTo>
                  <a:cubicBezTo>
                    <a:pt x="69383" y="27450"/>
                    <a:pt x="68683" y="28384"/>
                    <a:pt x="68683" y="29319"/>
                  </a:cubicBezTo>
                  <a:lnTo>
                    <a:pt x="68683" y="41233"/>
                  </a:lnTo>
                  <a:cubicBezTo>
                    <a:pt x="68683" y="43102"/>
                    <a:pt x="70084" y="44503"/>
                    <a:pt x="71953" y="44503"/>
                  </a:cubicBezTo>
                  <a:lnTo>
                    <a:pt x="77560" y="44503"/>
                  </a:lnTo>
                  <a:lnTo>
                    <a:pt x="77560" y="106878"/>
                  </a:lnTo>
                  <a:lnTo>
                    <a:pt x="70552" y="106878"/>
                  </a:lnTo>
                  <a:lnTo>
                    <a:pt x="70552" y="60856"/>
                  </a:lnTo>
                  <a:cubicBezTo>
                    <a:pt x="70552" y="58987"/>
                    <a:pt x="68916" y="57586"/>
                    <a:pt x="67281" y="57586"/>
                  </a:cubicBezTo>
                  <a:lnTo>
                    <a:pt x="48592" y="57586"/>
                  </a:lnTo>
                  <a:cubicBezTo>
                    <a:pt x="46723" y="57586"/>
                    <a:pt x="45321" y="58987"/>
                    <a:pt x="45321" y="60856"/>
                  </a:cubicBezTo>
                  <a:lnTo>
                    <a:pt x="45321" y="106878"/>
                  </a:lnTo>
                  <a:lnTo>
                    <a:pt x="38313" y="106878"/>
                  </a:lnTo>
                  <a:lnTo>
                    <a:pt x="38313" y="74172"/>
                  </a:lnTo>
                  <a:cubicBezTo>
                    <a:pt x="38313" y="72537"/>
                    <a:pt x="36911" y="71135"/>
                    <a:pt x="35042" y="71135"/>
                  </a:cubicBezTo>
                  <a:lnTo>
                    <a:pt x="16354" y="71135"/>
                  </a:lnTo>
                  <a:cubicBezTo>
                    <a:pt x="14718" y="71135"/>
                    <a:pt x="13317" y="72537"/>
                    <a:pt x="13317" y="74172"/>
                  </a:cubicBezTo>
                  <a:lnTo>
                    <a:pt x="13317" y="106878"/>
                  </a:lnTo>
                  <a:lnTo>
                    <a:pt x="6542" y="106878"/>
                  </a:lnTo>
                  <a:lnTo>
                    <a:pt x="6542" y="64594"/>
                  </a:lnTo>
                  <a:lnTo>
                    <a:pt x="17054" y="64594"/>
                  </a:lnTo>
                  <a:cubicBezTo>
                    <a:pt x="21493" y="64360"/>
                    <a:pt x="21493" y="58286"/>
                    <a:pt x="17054" y="57819"/>
                  </a:cubicBezTo>
                  <a:lnTo>
                    <a:pt x="6542" y="57819"/>
                  </a:lnTo>
                  <a:lnTo>
                    <a:pt x="6542" y="51979"/>
                  </a:lnTo>
                  <a:lnTo>
                    <a:pt x="12849" y="51979"/>
                  </a:lnTo>
                  <a:cubicBezTo>
                    <a:pt x="17288" y="51745"/>
                    <a:pt x="17288" y="45671"/>
                    <a:pt x="12849" y="45204"/>
                  </a:cubicBezTo>
                  <a:lnTo>
                    <a:pt x="6542" y="45204"/>
                  </a:lnTo>
                  <a:lnTo>
                    <a:pt x="6542" y="39364"/>
                  </a:lnTo>
                  <a:lnTo>
                    <a:pt x="12849" y="39364"/>
                  </a:lnTo>
                  <a:cubicBezTo>
                    <a:pt x="17288" y="39130"/>
                    <a:pt x="17288" y="33056"/>
                    <a:pt x="12849" y="32823"/>
                  </a:cubicBezTo>
                  <a:lnTo>
                    <a:pt x="6542" y="32823"/>
                  </a:lnTo>
                  <a:lnTo>
                    <a:pt x="6542" y="26982"/>
                  </a:lnTo>
                  <a:lnTo>
                    <a:pt x="12849" y="26982"/>
                  </a:lnTo>
                  <a:cubicBezTo>
                    <a:pt x="17288" y="26515"/>
                    <a:pt x="17288" y="20441"/>
                    <a:pt x="12849" y="20208"/>
                  </a:cubicBezTo>
                  <a:lnTo>
                    <a:pt x="6542" y="20208"/>
                  </a:lnTo>
                  <a:lnTo>
                    <a:pt x="6542" y="14367"/>
                  </a:lnTo>
                  <a:lnTo>
                    <a:pt x="17054" y="14367"/>
                  </a:lnTo>
                  <a:cubicBezTo>
                    <a:pt x="21493" y="14134"/>
                    <a:pt x="21493" y="7826"/>
                    <a:pt x="17054" y="7593"/>
                  </a:cubicBezTo>
                  <a:lnTo>
                    <a:pt x="6542" y="7593"/>
                  </a:lnTo>
                  <a:lnTo>
                    <a:pt x="6542" y="3154"/>
                  </a:lnTo>
                  <a:cubicBezTo>
                    <a:pt x="6425" y="1052"/>
                    <a:pt x="4790" y="0"/>
                    <a:pt x="3184" y="0"/>
                  </a:cubicBezTo>
                  <a:close/>
                </a:path>
              </a:pathLst>
            </a:custGeom>
            <a:solidFill>
              <a:schemeClr val="bg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14" name="Google Shape;564;p34">
              <a:extLst>
                <a:ext uri="{FF2B5EF4-FFF2-40B4-BE49-F238E27FC236}">
                  <a16:creationId xmlns:a16="http://schemas.microsoft.com/office/drawing/2014/main" id="{21EDC89F-8395-65F0-9895-56E104F1D161}"/>
                </a:ext>
              </a:extLst>
            </p:cNvPr>
            <p:cNvSpPr/>
            <p:nvPr/>
          </p:nvSpPr>
          <p:spPr>
            <a:xfrm>
              <a:off x="3992444" y="3439624"/>
              <a:ext cx="336812" cy="286641"/>
            </a:xfrm>
            <a:custGeom>
              <a:avLst/>
              <a:gdLst/>
              <a:ahLst/>
              <a:cxnLst/>
              <a:rect l="l" t="t" r="r" b="b"/>
              <a:pathLst>
                <a:path w="112835" h="96027" extrusionOk="0">
                  <a:moveTo>
                    <a:pt x="85736" y="7721"/>
                  </a:moveTo>
                  <a:lnTo>
                    <a:pt x="104892" y="27111"/>
                  </a:lnTo>
                  <a:lnTo>
                    <a:pt x="96482" y="42529"/>
                  </a:lnTo>
                  <a:cubicBezTo>
                    <a:pt x="96482" y="42529"/>
                    <a:pt x="96482" y="42763"/>
                    <a:pt x="96248" y="42763"/>
                  </a:cubicBezTo>
                  <a:cubicBezTo>
                    <a:pt x="95080" y="46033"/>
                    <a:pt x="92978" y="48836"/>
                    <a:pt x="90408" y="51173"/>
                  </a:cubicBezTo>
                  <a:lnTo>
                    <a:pt x="83867" y="57480"/>
                  </a:lnTo>
                  <a:lnTo>
                    <a:pt x="64010" y="37623"/>
                  </a:lnTo>
                  <a:cubicBezTo>
                    <a:pt x="63426" y="37039"/>
                    <a:pt x="62550" y="36747"/>
                    <a:pt x="61674" y="36747"/>
                  </a:cubicBezTo>
                  <a:cubicBezTo>
                    <a:pt x="60798" y="36747"/>
                    <a:pt x="59922" y="37039"/>
                    <a:pt x="59338" y="37623"/>
                  </a:cubicBezTo>
                  <a:lnTo>
                    <a:pt x="54665" y="42295"/>
                  </a:lnTo>
                  <a:cubicBezTo>
                    <a:pt x="53848" y="43113"/>
                    <a:pt x="52680" y="43522"/>
                    <a:pt x="51512" y="43522"/>
                  </a:cubicBezTo>
                  <a:cubicBezTo>
                    <a:pt x="50344" y="43522"/>
                    <a:pt x="49176" y="43113"/>
                    <a:pt x="48358" y="42295"/>
                  </a:cubicBezTo>
                  <a:cubicBezTo>
                    <a:pt x="46489" y="40426"/>
                    <a:pt x="46489" y="37623"/>
                    <a:pt x="48358" y="35754"/>
                  </a:cubicBezTo>
                  <a:lnTo>
                    <a:pt x="62608" y="21971"/>
                  </a:lnTo>
                  <a:cubicBezTo>
                    <a:pt x="64711" y="20102"/>
                    <a:pt x="67047" y="18467"/>
                    <a:pt x="69617" y="17299"/>
                  </a:cubicBezTo>
                  <a:cubicBezTo>
                    <a:pt x="69617" y="17299"/>
                    <a:pt x="69850" y="17299"/>
                    <a:pt x="69850" y="17065"/>
                  </a:cubicBezTo>
                  <a:lnTo>
                    <a:pt x="85736" y="7721"/>
                  </a:lnTo>
                  <a:close/>
                  <a:moveTo>
                    <a:pt x="28501" y="48311"/>
                  </a:moveTo>
                  <a:cubicBezTo>
                    <a:pt x="29435" y="48311"/>
                    <a:pt x="30370" y="48720"/>
                    <a:pt x="31071" y="49537"/>
                  </a:cubicBezTo>
                  <a:lnTo>
                    <a:pt x="32005" y="50472"/>
                  </a:lnTo>
                  <a:cubicBezTo>
                    <a:pt x="32940" y="51173"/>
                    <a:pt x="32940" y="53041"/>
                    <a:pt x="32005" y="53742"/>
                  </a:cubicBezTo>
                  <a:lnTo>
                    <a:pt x="31071" y="54677"/>
                  </a:lnTo>
                  <a:lnTo>
                    <a:pt x="21960" y="63788"/>
                  </a:lnTo>
                  <a:cubicBezTo>
                    <a:pt x="21259" y="64488"/>
                    <a:pt x="20324" y="64839"/>
                    <a:pt x="19390" y="64839"/>
                  </a:cubicBezTo>
                  <a:cubicBezTo>
                    <a:pt x="18456" y="64839"/>
                    <a:pt x="17521" y="64488"/>
                    <a:pt x="16820" y="63788"/>
                  </a:cubicBezTo>
                  <a:cubicBezTo>
                    <a:pt x="15419" y="62386"/>
                    <a:pt x="15419" y="60050"/>
                    <a:pt x="16820" y="58648"/>
                  </a:cubicBezTo>
                  <a:lnTo>
                    <a:pt x="25931" y="49537"/>
                  </a:lnTo>
                  <a:cubicBezTo>
                    <a:pt x="26632" y="48720"/>
                    <a:pt x="27566" y="48311"/>
                    <a:pt x="28501" y="48311"/>
                  </a:cubicBezTo>
                  <a:close/>
                  <a:moveTo>
                    <a:pt x="38342" y="58298"/>
                  </a:moveTo>
                  <a:cubicBezTo>
                    <a:pt x="39305" y="58298"/>
                    <a:pt x="40298" y="58648"/>
                    <a:pt x="41116" y="59349"/>
                  </a:cubicBezTo>
                  <a:lnTo>
                    <a:pt x="41817" y="60283"/>
                  </a:lnTo>
                  <a:cubicBezTo>
                    <a:pt x="42751" y="61218"/>
                    <a:pt x="42751" y="62853"/>
                    <a:pt x="41817" y="63788"/>
                  </a:cubicBezTo>
                  <a:lnTo>
                    <a:pt x="32239" y="73366"/>
                  </a:lnTo>
                  <a:cubicBezTo>
                    <a:pt x="31538" y="74067"/>
                    <a:pt x="30603" y="74417"/>
                    <a:pt x="29669" y="74417"/>
                  </a:cubicBezTo>
                  <a:cubicBezTo>
                    <a:pt x="28734" y="74417"/>
                    <a:pt x="27800" y="74067"/>
                    <a:pt x="27099" y="73366"/>
                  </a:cubicBezTo>
                  <a:cubicBezTo>
                    <a:pt x="25230" y="72198"/>
                    <a:pt x="25230" y="69862"/>
                    <a:pt x="26632" y="68460"/>
                  </a:cubicBezTo>
                  <a:lnTo>
                    <a:pt x="35743" y="59349"/>
                  </a:lnTo>
                  <a:cubicBezTo>
                    <a:pt x="36444" y="58648"/>
                    <a:pt x="37378" y="58298"/>
                    <a:pt x="38342" y="58298"/>
                  </a:cubicBezTo>
                  <a:close/>
                  <a:moveTo>
                    <a:pt x="48592" y="68343"/>
                  </a:moveTo>
                  <a:cubicBezTo>
                    <a:pt x="49526" y="68343"/>
                    <a:pt x="50460" y="68693"/>
                    <a:pt x="51161" y="69394"/>
                  </a:cubicBezTo>
                  <a:cubicBezTo>
                    <a:pt x="52797" y="70796"/>
                    <a:pt x="52797" y="73132"/>
                    <a:pt x="51161" y="74534"/>
                  </a:cubicBezTo>
                  <a:lnTo>
                    <a:pt x="42284" y="83645"/>
                  </a:lnTo>
                  <a:cubicBezTo>
                    <a:pt x="41466" y="84345"/>
                    <a:pt x="40474" y="84696"/>
                    <a:pt x="39510" y="84696"/>
                  </a:cubicBezTo>
                  <a:cubicBezTo>
                    <a:pt x="38546" y="84696"/>
                    <a:pt x="37612" y="84345"/>
                    <a:pt x="36911" y="83645"/>
                  </a:cubicBezTo>
                  <a:cubicBezTo>
                    <a:pt x="35509" y="82243"/>
                    <a:pt x="35509" y="79907"/>
                    <a:pt x="36911" y="78505"/>
                  </a:cubicBezTo>
                  <a:lnTo>
                    <a:pt x="46022" y="69394"/>
                  </a:lnTo>
                  <a:cubicBezTo>
                    <a:pt x="46723" y="68693"/>
                    <a:pt x="47657" y="68343"/>
                    <a:pt x="48592" y="68343"/>
                  </a:cubicBezTo>
                  <a:close/>
                  <a:moveTo>
                    <a:pt x="27099" y="8188"/>
                  </a:moveTo>
                  <a:lnTo>
                    <a:pt x="51862" y="23373"/>
                  </a:lnTo>
                  <a:lnTo>
                    <a:pt x="43919" y="31082"/>
                  </a:lnTo>
                  <a:cubicBezTo>
                    <a:pt x="39481" y="35053"/>
                    <a:pt x="39481" y="42763"/>
                    <a:pt x="43919" y="46734"/>
                  </a:cubicBezTo>
                  <a:cubicBezTo>
                    <a:pt x="46022" y="48953"/>
                    <a:pt x="48884" y="50063"/>
                    <a:pt x="51774" y="50063"/>
                  </a:cubicBezTo>
                  <a:cubicBezTo>
                    <a:pt x="54665" y="50063"/>
                    <a:pt x="57586" y="48953"/>
                    <a:pt x="59805" y="46734"/>
                  </a:cubicBezTo>
                  <a:lnTo>
                    <a:pt x="62141" y="44398"/>
                  </a:lnTo>
                  <a:lnTo>
                    <a:pt x="81998" y="64255"/>
                  </a:lnTo>
                  <a:lnTo>
                    <a:pt x="82465" y="64956"/>
                  </a:lnTo>
                  <a:cubicBezTo>
                    <a:pt x="83633" y="66124"/>
                    <a:pt x="83633" y="67993"/>
                    <a:pt x="82465" y="69394"/>
                  </a:cubicBezTo>
                  <a:cubicBezTo>
                    <a:pt x="81881" y="69978"/>
                    <a:pt x="81064" y="70270"/>
                    <a:pt x="80246" y="70270"/>
                  </a:cubicBezTo>
                  <a:cubicBezTo>
                    <a:pt x="79428" y="70270"/>
                    <a:pt x="78611" y="69978"/>
                    <a:pt x="78027" y="69394"/>
                  </a:cubicBezTo>
                  <a:cubicBezTo>
                    <a:pt x="77484" y="68580"/>
                    <a:pt x="76388" y="68081"/>
                    <a:pt x="75291" y="68081"/>
                  </a:cubicBezTo>
                  <a:cubicBezTo>
                    <a:pt x="74500" y="68081"/>
                    <a:pt x="73708" y="68340"/>
                    <a:pt x="73121" y="68927"/>
                  </a:cubicBezTo>
                  <a:cubicBezTo>
                    <a:pt x="71953" y="70095"/>
                    <a:pt x="71953" y="72431"/>
                    <a:pt x="73121" y="73833"/>
                  </a:cubicBezTo>
                  <a:cubicBezTo>
                    <a:pt x="74522" y="75235"/>
                    <a:pt x="74522" y="77571"/>
                    <a:pt x="73121" y="78739"/>
                  </a:cubicBezTo>
                  <a:cubicBezTo>
                    <a:pt x="72420" y="79440"/>
                    <a:pt x="71486" y="79790"/>
                    <a:pt x="70580" y="79790"/>
                  </a:cubicBezTo>
                  <a:cubicBezTo>
                    <a:pt x="69675" y="79790"/>
                    <a:pt x="68799" y="79440"/>
                    <a:pt x="68215" y="78739"/>
                  </a:cubicBezTo>
                  <a:cubicBezTo>
                    <a:pt x="67631" y="78155"/>
                    <a:pt x="66755" y="77863"/>
                    <a:pt x="65879" y="77863"/>
                  </a:cubicBezTo>
                  <a:cubicBezTo>
                    <a:pt x="65003" y="77863"/>
                    <a:pt x="64127" y="78155"/>
                    <a:pt x="63543" y="78739"/>
                  </a:cubicBezTo>
                  <a:cubicBezTo>
                    <a:pt x="62375" y="79907"/>
                    <a:pt x="62375" y="82243"/>
                    <a:pt x="63543" y="83411"/>
                  </a:cubicBezTo>
                  <a:cubicBezTo>
                    <a:pt x="64944" y="84813"/>
                    <a:pt x="64944" y="87149"/>
                    <a:pt x="63543" y="88317"/>
                  </a:cubicBezTo>
                  <a:cubicBezTo>
                    <a:pt x="62842" y="89018"/>
                    <a:pt x="61907" y="89368"/>
                    <a:pt x="61002" y="89368"/>
                  </a:cubicBezTo>
                  <a:cubicBezTo>
                    <a:pt x="60097" y="89368"/>
                    <a:pt x="59221" y="89018"/>
                    <a:pt x="58637" y="88317"/>
                  </a:cubicBezTo>
                  <a:lnTo>
                    <a:pt x="52797" y="82477"/>
                  </a:lnTo>
                  <a:lnTo>
                    <a:pt x="55600" y="79673"/>
                  </a:lnTo>
                  <a:cubicBezTo>
                    <a:pt x="61674" y="73366"/>
                    <a:pt x="57936" y="62620"/>
                    <a:pt x="49292" y="62152"/>
                  </a:cubicBezTo>
                  <a:cubicBezTo>
                    <a:pt x="49292" y="59583"/>
                    <a:pt x="48358" y="57714"/>
                    <a:pt x="46489" y="55845"/>
                  </a:cubicBezTo>
                  <a:lnTo>
                    <a:pt x="45788" y="54910"/>
                  </a:lnTo>
                  <a:cubicBezTo>
                    <a:pt x="43919" y="53275"/>
                    <a:pt x="41583" y="52107"/>
                    <a:pt x="39247" y="52107"/>
                  </a:cubicBezTo>
                  <a:cubicBezTo>
                    <a:pt x="39247" y="49771"/>
                    <a:pt x="38313" y="47668"/>
                    <a:pt x="36677" y="46033"/>
                  </a:cubicBezTo>
                  <a:lnTo>
                    <a:pt x="35743" y="45099"/>
                  </a:lnTo>
                  <a:cubicBezTo>
                    <a:pt x="33757" y="42996"/>
                    <a:pt x="31129" y="41945"/>
                    <a:pt x="28501" y="41945"/>
                  </a:cubicBezTo>
                  <a:cubicBezTo>
                    <a:pt x="25873" y="41945"/>
                    <a:pt x="23245" y="42996"/>
                    <a:pt x="21259" y="45099"/>
                  </a:cubicBezTo>
                  <a:lnTo>
                    <a:pt x="18456" y="47668"/>
                  </a:lnTo>
                  <a:lnTo>
                    <a:pt x="7709" y="27578"/>
                  </a:lnTo>
                  <a:lnTo>
                    <a:pt x="27099" y="8188"/>
                  </a:lnTo>
                  <a:close/>
                  <a:moveTo>
                    <a:pt x="86478" y="0"/>
                  </a:moveTo>
                  <a:cubicBezTo>
                    <a:pt x="85836" y="0"/>
                    <a:pt x="85180" y="173"/>
                    <a:pt x="84568" y="479"/>
                  </a:cubicBezTo>
                  <a:lnTo>
                    <a:pt x="66813" y="11225"/>
                  </a:lnTo>
                  <a:cubicBezTo>
                    <a:pt x="63543" y="12627"/>
                    <a:pt x="60506" y="14729"/>
                    <a:pt x="57936" y="17065"/>
                  </a:cubicBezTo>
                  <a:lnTo>
                    <a:pt x="56534" y="18467"/>
                  </a:lnTo>
                  <a:lnTo>
                    <a:pt x="28034" y="946"/>
                  </a:lnTo>
                  <a:cubicBezTo>
                    <a:pt x="27596" y="683"/>
                    <a:pt x="27059" y="552"/>
                    <a:pt x="26498" y="552"/>
                  </a:cubicBezTo>
                  <a:cubicBezTo>
                    <a:pt x="25562" y="552"/>
                    <a:pt x="24559" y="917"/>
                    <a:pt x="23829" y="1647"/>
                  </a:cubicBezTo>
                  <a:lnTo>
                    <a:pt x="1168" y="24307"/>
                  </a:lnTo>
                  <a:cubicBezTo>
                    <a:pt x="234" y="25242"/>
                    <a:pt x="0" y="27111"/>
                    <a:pt x="467" y="28279"/>
                  </a:cubicBezTo>
                  <a:lnTo>
                    <a:pt x="13316" y="52341"/>
                  </a:lnTo>
                  <a:lnTo>
                    <a:pt x="11914" y="53976"/>
                  </a:lnTo>
                  <a:cubicBezTo>
                    <a:pt x="7709" y="57947"/>
                    <a:pt x="7709" y="64488"/>
                    <a:pt x="11914" y="68460"/>
                  </a:cubicBezTo>
                  <a:cubicBezTo>
                    <a:pt x="14017" y="70562"/>
                    <a:pt x="16353" y="71497"/>
                    <a:pt x="18923" y="71497"/>
                  </a:cubicBezTo>
                  <a:cubicBezTo>
                    <a:pt x="18923" y="74067"/>
                    <a:pt x="20091" y="76403"/>
                    <a:pt x="21726" y="78505"/>
                  </a:cubicBezTo>
                  <a:cubicBezTo>
                    <a:pt x="23829" y="80374"/>
                    <a:pt x="26165" y="81309"/>
                    <a:pt x="28734" y="81309"/>
                  </a:cubicBezTo>
                  <a:cubicBezTo>
                    <a:pt x="29048" y="87422"/>
                    <a:pt x="33990" y="91432"/>
                    <a:pt x="39114" y="91432"/>
                  </a:cubicBezTo>
                  <a:cubicBezTo>
                    <a:pt x="41625" y="91432"/>
                    <a:pt x="44181" y="90469"/>
                    <a:pt x="46255" y="88317"/>
                  </a:cubicBezTo>
                  <a:lnTo>
                    <a:pt x="47423" y="87149"/>
                  </a:lnTo>
                  <a:lnTo>
                    <a:pt x="53264" y="92989"/>
                  </a:lnTo>
                  <a:cubicBezTo>
                    <a:pt x="55366" y="95092"/>
                    <a:pt x="57702" y="96026"/>
                    <a:pt x="60506" y="96026"/>
                  </a:cubicBezTo>
                  <a:cubicBezTo>
                    <a:pt x="65879" y="96026"/>
                    <a:pt x="70551" y="91587"/>
                    <a:pt x="70785" y="86214"/>
                  </a:cubicBezTo>
                  <a:cubicBezTo>
                    <a:pt x="73121" y="86214"/>
                    <a:pt x="75924" y="85046"/>
                    <a:pt x="77559" y="83411"/>
                  </a:cubicBezTo>
                  <a:cubicBezTo>
                    <a:pt x="79195" y="81542"/>
                    <a:pt x="80363" y="79206"/>
                    <a:pt x="80363" y="76870"/>
                  </a:cubicBezTo>
                  <a:cubicBezTo>
                    <a:pt x="82699" y="76870"/>
                    <a:pt x="85035" y="75702"/>
                    <a:pt x="86904" y="74067"/>
                  </a:cubicBezTo>
                  <a:cubicBezTo>
                    <a:pt x="90174" y="71030"/>
                    <a:pt x="90642" y="65890"/>
                    <a:pt x="88306" y="62386"/>
                  </a:cubicBezTo>
                  <a:lnTo>
                    <a:pt x="94847" y="56312"/>
                  </a:lnTo>
                  <a:cubicBezTo>
                    <a:pt x="98117" y="53275"/>
                    <a:pt x="100453" y="49771"/>
                    <a:pt x="102089" y="45566"/>
                  </a:cubicBezTo>
                  <a:lnTo>
                    <a:pt x="111667" y="27811"/>
                  </a:lnTo>
                  <a:cubicBezTo>
                    <a:pt x="112835" y="26410"/>
                    <a:pt x="112601" y="24541"/>
                    <a:pt x="111667" y="23840"/>
                  </a:cubicBezTo>
                  <a:lnTo>
                    <a:pt x="88773" y="946"/>
                  </a:lnTo>
                  <a:cubicBezTo>
                    <a:pt x="88115" y="288"/>
                    <a:pt x="87308" y="0"/>
                    <a:pt x="86478" y="0"/>
                  </a:cubicBezTo>
                  <a:close/>
                </a:path>
              </a:pathLst>
            </a:custGeom>
            <a:solidFill>
              <a:schemeClr val="bg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4015" name="Picture 4014" descr="A map of the world&#10;&#10;AI-generated content may be incorrect.">
              <a:extLst>
                <a:ext uri="{FF2B5EF4-FFF2-40B4-BE49-F238E27FC236}">
                  <a16:creationId xmlns:a16="http://schemas.microsoft.com/office/drawing/2014/main" id="{FE6E50D0-4860-5623-8B3F-B44B1E07DC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60197" y="2128448"/>
              <a:ext cx="6311900" cy="3124200"/>
            </a:xfrm>
            <a:prstGeom prst="rect">
              <a:avLst/>
            </a:prstGeom>
          </p:spPr>
        </p:pic>
      </p:grpSp>
    </p:spTree>
    <p:extLst>
      <p:ext uri="{BB962C8B-B14F-4D97-AF65-F5344CB8AC3E}">
        <p14:creationId xmlns:p14="http://schemas.microsoft.com/office/powerpoint/2010/main" val="3576960306"/>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03E04DF-AB99-4673-B660-11736184BE61}"/>
              </a:ext>
            </a:extLst>
          </p:cNvPr>
          <p:cNvSpPr txBox="1"/>
          <p:nvPr/>
        </p:nvSpPr>
        <p:spPr>
          <a:xfrm>
            <a:off x="299484" y="407551"/>
            <a:ext cx="578685" cy="185115"/>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Market</a:t>
            </a:r>
          </a:p>
        </p:txBody>
      </p:sp>
      <p:sp>
        <p:nvSpPr>
          <p:cNvPr id="10" name="TextBox 9">
            <a:extLst>
              <a:ext uri="{FF2B5EF4-FFF2-40B4-BE49-F238E27FC236}">
                <a16:creationId xmlns:a16="http://schemas.microsoft.com/office/drawing/2014/main" id="{F3C15845-C6CF-CA5F-2830-0AFF9266F2F3}"/>
              </a:ext>
            </a:extLst>
          </p:cNvPr>
          <p:cNvSpPr txBox="1"/>
          <p:nvPr/>
        </p:nvSpPr>
        <p:spPr>
          <a:xfrm>
            <a:off x="1036959" y="405221"/>
            <a:ext cx="1120500"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Justification</a:t>
            </a:r>
          </a:p>
        </p:txBody>
      </p:sp>
      <p:grpSp>
        <p:nvGrpSpPr>
          <p:cNvPr id="3" name="Group 2">
            <a:extLst>
              <a:ext uri="{FF2B5EF4-FFF2-40B4-BE49-F238E27FC236}">
                <a16:creationId xmlns:a16="http://schemas.microsoft.com/office/drawing/2014/main" id="{0ECB57B6-611A-5A97-0C7A-E8158F9F4AA8}"/>
              </a:ext>
            </a:extLst>
          </p:cNvPr>
          <p:cNvGrpSpPr/>
          <p:nvPr/>
        </p:nvGrpSpPr>
        <p:grpSpPr>
          <a:xfrm>
            <a:off x="248093" y="369986"/>
            <a:ext cx="11824004" cy="5997655"/>
            <a:chOff x="248093" y="369986"/>
            <a:chExt cx="11824004" cy="5997655"/>
          </a:xfrm>
        </p:grpSpPr>
        <p:grpSp>
          <p:nvGrpSpPr>
            <p:cNvPr id="2" name="Group 1">
              <a:extLst>
                <a:ext uri="{FF2B5EF4-FFF2-40B4-BE49-F238E27FC236}">
                  <a16:creationId xmlns:a16="http://schemas.microsoft.com/office/drawing/2014/main" id="{B534559A-1E5B-321C-CC10-EDD304FCD722}"/>
                </a:ext>
              </a:extLst>
            </p:cNvPr>
            <p:cNvGrpSpPr/>
            <p:nvPr/>
          </p:nvGrpSpPr>
          <p:grpSpPr>
            <a:xfrm>
              <a:off x="248093" y="369986"/>
              <a:ext cx="11695814" cy="2784960"/>
              <a:chOff x="248093" y="369986"/>
              <a:chExt cx="11695814" cy="2784960"/>
            </a:xfrm>
          </p:grpSpPr>
          <p:cxnSp>
            <p:nvCxnSpPr>
              <p:cNvPr id="9" name="Straight Connector 8">
                <a:extLst>
                  <a:ext uri="{FF2B5EF4-FFF2-40B4-BE49-F238E27FC236}">
                    <a16:creationId xmlns:a16="http://schemas.microsoft.com/office/drawing/2014/main" id="{DD3237BC-BEFD-32BD-F27B-ABFA0C63003E}"/>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15" name="TextBox 14">
                <a:extLst>
                  <a:ext uri="{FF2B5EF4-FFF2-40B4-BE49-F238E27FC236}">
                    <a16:creationId xmlns:a16="http://schemas.microsoft.com/office/drawing/2014/main" id="{D8A83AD7-0691-8BA1-610C-61E10C28478B}"/>
                  </a:ext>
                </a:extLst>
              </p:cNvPr>
              <p:cNvSpPr txBox="1">
                <a:spLocks/>
              </p:cNvSpPr>
              <p:nvPr/>
            </p:nvSpPr>
            <p:spPr>
              <a:xfrm>
                <a:off x="248093" y="1163311"/>
                <a:ext cx="6826475" cy="1991635"/>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6600" dirty="0"/>
                  <a:t>Our market is large and rapidly growing</a:t>
                </a:r>
              </a:p>
            </p:txBody>
          </p:sp>
          <p:grpSp>
            <p:nvGrpSpPr>
              <p:cNvPr id="22" name="!!potential">
                <a:extLst>
                  <a:ext uri="{FF2B5EF4-FFF2-40B4-BE49-F238E27FC236}">
                    <a16:creationId xmlns:a16="http://schemas.microsoft.com/office/drawing/2014/main" id="{694D1488-DFF1-676F-66D3-FFC325542115}"/>
                  </a:ext>
                </a:extLst>
              </p:cNvPr>
              <p:cNvGrpSpPr/>
              <p:nvPr/>
            </p:nvGrpSpPr>
            <p:grpSpPr>
              <a:xfrm>
                <a:off x="5842207" y="369986"/>
                <a:ext cx="507586" cy="507586"/>
                <a:chOff x="4797684" y="4481585"/>
                <a:chExt cx="507586" cy="507586"/>
              </a:xfrm>
            </p:grpSpPr>
            <p:sp useBgFill="1">
              <p:nvSpPr>
                <p:cNvPr id="23" name="Oval 22">
                  <a:extLst>
                    <a:ext uri="{FF2B5EF4-FFF2-40B4-BE49-F238E27FC236}">
                      <a16:creationId xmlns:a16="http://schemas.microsoft.com/office/drawing/2014/main" id="{D7F15562-73D6-A77C-2494-60C05D751A4B}"/>
                    </a:ext>
                  </a:extLst>
                </p:cNvPr>
                <p:cNvSpPr/>
                <p:nvPr/>
              </p:nvSpPr>
              <p:spPr>
                <a:xfrm>
                  <a:off x="4797684" y="4481585"/>
                  <a:ext cx="507586" cy="507586"/>
                </a:xfrm>
                <a:prstGeom prst="ellipse">
                  <a:avLst/>
                </a:prstGeom>
                <a:blipFill dpi="0" rotWithShape="0">
                  <a:blip r:embed="rId2">
                    <a:lum/>
                  </a:blip>
                  <a:srcRect/>
                  <a:stretch>
                    <a:fillRect l="-1310688" t="-556512" r="-991269" b="-694589"/>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4" name="Graphic 23">
                  <a:extLst>
                    <a:ext uri="{FF2B5EF4-FFF2-40B4-BE49-F238E27FC236}">
                      <a16:creationId xmlns:a16="http://schemas.microsoft.com/office/drawing/2014/main" id="{7E26FE28-9C5B-0BD9-94DA-B3B73633E7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25477" y="4609378"/>
                  <a:ext cx="252000" cy="252000"/>
                </a:xfrm>
                <a:prstGeom prst="rect">
                  <a:avLst/>
                </a:prstGeom>
              </p:spPr>
            </p:pic>
          </p:grpSp>
        </p:grpSp>
        <p:sp>
          <p:nvSpPr>
            <p:cNvPr id="53" name="Google Shape;544;p34">
              <a:extLst>
                <a:ext uri="{FF2B5EF4-FFF2-40B4-BE49-F238E27FC236}">
                  <a16:creationId xmlns:a16="http://schemas.microsoft.com/office/drawing/2014/main" id="{0DBFB82C-54A7-F739-4688-F6E4650FDCAF}"/>
                </a:ext>
              </a:extLst>
            </p:cNvPr>
            <p:cNvSpPr txBox="1">
              <a:spLocks/>
            </p:cNvSpPr>
            <p:nvPr/>
          </p:nvSpPr>
          <p:spPr>
            <a:xfrm>
              <a:off x="931161" y="3718315"/>
              <a:ext cx="2811000" cy="103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marR="0" lvl="0" indent="0" algn="l" defTabSz="914400" rtl="0" eaLnBrk="1" fontAlgn="auto" latinLnBrk="0" hangingPunct="1">
                <a:lnSpc>
                  <a:spcPct val="100000"/>
                </a:lnSpc>
                <a:spcBef>
                  <a:spcPts val="0"/>
                </a:spcBef>
                <a:spcAft>
                  <a:spcPts val="0"/>
                </a:spcAft>
                <a:buClr>
                  <a:srgbClr val="FFFFFF"/>
                </a:buClr>
                <a:buSzPts val="1200"/>
                <a:buFont typeface="Rubik"/>
                <a:buNone/>
                <a:tabLst/>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Retail investors, financial beginners, and institutional investors (hedge/mutual fund managers).</a:t>
              </a:r>
            </a:p>
            <a:p>
              <a:pPr marL="0" marR="0" lvl="0" indent="0" algn="l" defTabSz="914400" rtl="0" eaLnBrk="1" fontAlgn="auto" latinLnBrk="0" hangingPunct="1">
                <a:lnSpc>
                  <a:spcPct val="100000"/>
                </a:lnSpc>
                <a:spcBef>
                  <a:spcPts val="0"/>
                </a:spcBef>
                <a:spcAft>
                  <a:spcPts val="0"/>
                </a:spcAft>
                <a:buClr>
                  <a:srgbClr val="FFFFFF"/>
                </a:buClr>
                <a:buSzPts val="1200"/>
                <a:buFont typeface="Rubik"/>
                <a:buNone/>
                <a:tabLst/>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Age: 22–60 | Markets: US, Canada, UK, India, Nigeria</a:t>
              </a:r>
            </a:p>
          </p:txBody>
        </p:sp>
        <p:sp>
          <p:nvSpPr>
            <p:cNvPr id="54" name="Google Shape;548;p34">
              <a:extLst>
                <a:ext uri="{FF2B5EF4-FFF2-40B4-BE49-F238E27FC236}">
                  <a16:creationId xmlns:a16="http://schemas.microsoft.com/office/drawing/2014/main" id="{0AF68C10-C9E5-1E68-7FC6-DE4844732DF8}"/>
                </a:ext>
              </a:extLst>
            </p:cNvPr>
            <p:cNvSpPr txBox="1">
              <a:spLocks/>
            </p:cNvSpPr>
            <p:nvPr/>
          </p:nvSpPr>
          <p:spPr>
            <a:xfrm>
              <a:off x="931161" y="3153215"/>
              <a:ext cx="28110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defRPr/>
              </a:pPr>
              <a:r>
                <a:rPr kumimoji="0" lang="en-CA" sz="1800" b="1" i="0" u="none" strike="noStrike" kern="0" cap="none" spc="0" normalizeH="0" baseline="0" noProof="0" dirty="0">
                  <a:ln>
                    <a:noFill/>
                  </a:ln>
                  <a:solidFill>
                    <a:srgbClr val="FFFFFF"/>
                  </a:solidFill>
                  <a:effectLst/>
                  <a:uLnTx/>
                  <a:uFillTx/>
                  <a:latin typeface="Raleway"/>
                  <a:sym typeface="Raleway"/>
                </a:rPr>
                <a:t>Target Audience</a:t>
              </a:r>
            </a:p>
          </p:txBody>
        </p:sp>
        <p:grpSp>
          <p:nvGrpSpPr>
            <p:cNvPr id="55" name="Google Shape;551;p34">
              <a:extLst>
                <a:ext uri="{FF2B5EF4-FFF2-40B4-BE49-F238E27FC236}">
                  <a16:creationId xmlns:a16="http://schemas.microsoft.com/office/drawing/2014/main" id="{64481BED-BE13-3DD8-D02A-90FD3002EF51}"/>
                </a:ext>
              </a:extLst>
            </p:cNvPr>
            <p:cNvGrpSpPr/>
            <p:nvPr/>
          </p:nvGrpSpPr>
          <p:grpSpPr>
            <a:xfrm>
              <a:off x="504622" y="3390869"/>
              <a:ext cx="335410" cy="335046"/>
              <a:chOff x="1784064" y="230842"/>
              <a:chExt cx="305363" cy="305031"/>
            </a:xfrm>
            <a:solidFill>
              <a:schemeClr val="bg1"/>
            </a:solidFill>
          </p:grpSpPr>
          <p:sp>
            <p:nvSpPr>
              <p:cNvPr id="56" name="Google Shape;552;p34">
                <a:extLst>
                  <a:ext uri="{FF2B5EF4-FFF2-40B4-BE49-F238E27FC236}">
                    <a16:creationId xmlns:a16="http://schemas.microsoft.com/office/drawing/2014/main" id="{8E872D20-830E-EB4B-0DE9-1FDE376E841B}"/>
                  </a:ext>
                </a:extLst>
              </p:cNvPr>
              <p:cNvSpPr/>
              <p:nvPr/>
            </p:nvSpPr>
            <p:spPr>
              <a:xfrm>
                <a:off x="1784064" y="230842"/>
                <a:ext cx="305363" cy="305031"/>
              </a:xfrm>
              <a:custGeom>
                <a:avLst/>
                <a:gdLst/>
                <a:ahLst/>
                <a:cxnLst/>
                <a:rect l="l" t="t" r="r" b="b"/>
                <a:pathLst>
                  <a:path w="112369" h="112247" extrusionOk="0">
                    <a:moveTo>
                      <a:pt x="106061" y="6775"/>
                    </a:moveTo>
                    <a:lnTo>
                      <a:pt x="106061" y="6775"/>
                    </a:lnTo>
                    <a:cubicBezTo>
                      <a:pt x="105360" y="10045"/>
                      <a:pt x="104425" y="15652"/>
                      <a:pt x="102790" y="22660"/>
                    </a:cubicBezTo>
                    <a:cubicBezTo>
                      <a:pt x="102089" y="25230"/>
                      <a:pt x="101155" y="27800"/>
                      <a:pt x="100220" y="30837"/>
                    </a:cubicBezTo>
                    <a:lnTo>
                      <a:pt x="81765" y="12381"/>
                    </a:lnTo>
                    <a:cubicBezTo>
                      <a:pt x="89241" y="9345"/>
                      <a:pt x="97417" y="7476"/>
                      <a:pt x="106061" y="6775"/>
                    </a:cubicBezTo>
                    <a:close/>
                    <a:moveTo>
                      <a:pt x="22428" y="40882"/>
                    </a:moveTo>
                    <a:lnTo>
                      <a:pt x="35977" y="41583"/>
                    </a:lnTo>
                    <a:cubicBezTo>
                      <a:pt x="32239" y="46489"/>
                      <a:pt x="29202" y="51628"/>
                      <a:pt x="26399" y="56768"/>
                    </a:cubicBezTo>
                    <a:lnTo>
                      <a:pt x="10046" y="53264"/>
                    </a:lnTo>
                    <a:lnTo>
                      <a:pt x="22428" y="40882"/>
                    </a:lnTo>
                    <a:close/>
                    <a:moveTo>
                      <a:pt x="28735" y="65879"/>
                    </a:moveTo>
                    <a:lnTo>
                      <a:pt x="35276" y="72186"/>
                    </a:lnTo>
                    <a:lnTo>
                      <a:pt x="30370" y="77559"/>
                    </a:lnTo>
                    <a:lnTo>
                      <a:pt x="25231" y="72420"/>
                    </a:lnTo>
                    <a:cubicBezTo>
                      <a:pt x="26165" y="71018"/>
                      <a:pt x="27333" y="68448"/>
                      <a:pt x="28735" y="65879"/>
                    </a:cubicBezTo>
                    <a:close/>
                    <a:moveTo>
                      <a:pt x="75224" y="15185"/>
                    </a:moveTo>
                    <a:lnTo>
                      <a:pt x="97417" y="37378"/>
                    </a:lnTo>
                    <a:cubicBezTo>
                      <a:pt x="93446" y="44854"/>
                      <a:pt x="88073" y="53030"/>
                      <a:pt x="80831" y="60506"/>
                    </a:cubicBezTo>
                    <a:cubicBezTo>
                      <a:pt x="75224" y="66112"/>
                      <a:pt x="62609" y="74055"/>
                      <a:pt x="52564" y="80129"/>
                    </a:cubicBezTo>
                    <a:lnTo>
                      <a:pt x="44854" y="72420"/>
                    </a:lnTo>
                    <a:lnTo>
                      <a:pt x="55600" y="61674"/>
                    </a:lnTo>
                    <a:cubicBezTo>
                      <a:pt x="56769" y="60506"/>
                      <a:pt x="56769" y="58169"/>
                      <a:pt x="55600" y="57001"/>
                    </a:cubicBezTo>
                    <a:cubicBezTo>
                      <a:pt x="55016" y="56417"/>
                      <a:pt x="54257" y="56125"/>
                      <a:pt x="53440" y="56125"/>
                    </a:cubicBezTo>
                    <a:cubicBezTo>
                      <a:pt x="52622" y="56125"/>
                      <a:pt x="51746" y="56417"/>
                      <a:pt x="50928" y="57001"/>
                    </a:cubicBezTo>
                    <a:lnTo>
                      <a:pt x="40182" y="67748"/>
                    </a:lnTo>
                    <a:lnTo>
                      <a:pt x="32239" y="59805"/>
                    </a:lnTo>
                    <a:cubicBezTo>
                      <a:pt x="32707" y="59337"/>
                      <a:pt x="32940" y="58637"/>
                      <a:pt x="33174" y="58403"/>
                    </a:cubicBezTo>
                    <a:cubicBezTo>
                      <a:pt x="39948" y="46489"/>
                      <a:pt x="46723" y="37378"/>
                      <a:pt x="52096" y="31771"/>
                    </a:cubicBezTo>
                    <a:cubicBezTo>
                      <a:pt x="58871" y="25230"/>
                      <a:pt x="66814" y="19623"/>
                      <a:pt x="75224" y="15185"/>
                    </a:cubicBezTo>
                    <a:close/>
                    <a:moveTo>
                      <a:pt x="39948" y="76858"/>
                    </a:moveTo>
                    <a:lnTo>
                      <a:pt x="46256" y="83400"/>
                    </a:lnTo>
                    <a:cubicBezTo>
                      <a:pt x="43686" y="85035"/>
                      <a:pt x="41350" y="86203"/>
                      <a:pt x="39715" y="87137"/>
                    </a:cubicBezTo>
                    <a:lnTo>
                      <a:pt x="34575" y="82231"/>
                    </a:lnTo>
                    <a:lnTo>
                      <a:pt x="39948" y="76858"/>
                    </a:lnTo>
                    <a:close/>
                    <a:moveTo>
                      <a:pt x="24238" y="82991"/>
                    </a:moveTo>
                    <a:cubicBezTo>
                      <a:pt x="25523" y="82991"/>
                      <a:pt x="26749" y="83516"/>
                      <a:pt x="27567" y="84568"/>
                    </a:cubicBezTo>
                    <a:cubicBezTo>
                      <a:pt x="29670" y="86436"/>
                      <a:pt x="29670" y="89473"/>
                      <a:pt x="28034" y="91576"/>
                    </a:cubicBezTo>
                    <a:lnTo>
                      <a:pt x="27100" y="92277"/>
                    </a:lnTo>
                    <a:cubicBezTo>
                      <a:pt x="26866" y="92277"/>
                      <a:pt x="26866" y="92744"/>
                      <a:pt x="26399" y="92744"/>
                    </a:cubicBezTo>
                    <a:lnTo>
                      <a:pt x="26165" y="92744"/>
                    </a:lnTo>
                    <a:lnTo>
                      <a:pt x="11915" y="100220"/>
                    </a:lnTo>
                    <a:lnTo>
                      <a:pt x="19391" y="86203"/>
                    </a:lnTo>
                    <a:lnTo>
                      <a:pt x="19391" y="85969"/>
                    </a:lnTo>
                    <a:cubicBezTo>
                      <a:pt x="19858" y="85268"/>
                      <a:pt x="20091" y="84801"/>
                      <a:pt x="20559" y="84568"/>
                    </a:cubicBezTo>
                    <a:cubicBezTo>
                      <a:pt x="21610" y="83516"/>
                      <a:pt x="22953" y="82991"/>
                      <a:pt x="24238" y="82991"/>
                    </a:cubicBezTo>
                    <a:close/>
                    <a:moveTo>
                      <a:pt x="70552" y="76391"/>
                    </a:moveTo>
                    <a:lnTo>
                      <a:pt x="71253" y="89707"/>
                    </a:lnTo>
                    <a:lnTo>
                      <a:pt x="58871" y="102088"/>
                    </a:lnTo>
                    <a:lnTo>
                      <a:pt x="55367" y="85736"/>
                    </a:lnTo>
                    <a:cubicBezTo>
                      <a:pt x="60039" y="82699"/>
                      <a:pt x="65646" y="79428"/>
                      <a:pt x="70552" y="76391"/>
                    </a:cubicBezTo>
                    <a:close/>
                    <a:moveTo>
                      <a:pt x="109098" y="0"/>
                    </a:moveTo>
                    <a:cubicBezTo>
                      <a:pt x="82232" y="1168"/>
                      <a:pt x="56535" y="14017"/>
                      <a:pt x="40182" y="35509"/>
                    </a:cubicBezTo>
                    <a:lnTo>
                      <a:pt x="21260" y="34575"/>
                    </a:lnTo>
                    <a:cubicBezTo>
                      <a:pt x="20325" y="34575"/>
                      <a:pt x="19391" y="34808"/>
                      <a:pt x="18923" y="35509"/>
                    </a:cubicBezTo>
                    <a:lnTo>
                      <a:pt x="1403" y="53030"/>
                    </a:lnTo>
                    <a:cubicBezTo>
                      <a:pt x="468" y="53731"/>
                      <a:pt x="234" y="54899"/>
                      <a:pt x="468" y="56067"/>
                    </a:cubicBezTo>
                    <a:cubicBezTo>
                      <a:pt x="935" y="57235"/>
                      <a:pt x="1636" y="58169"/>
                      <a:pt x="2804" y="58403"/>
                    </a:cubicBezTo>
                    <a:lnTo>
                      <a:pt x="23128" y="62842"/>
                    </a:lnTo>
                    <a:lnTo>
                      <a:pt x="18456" y="72186"/>
                    </a:lnTo>
                    <a:cubicBezTo>
                      <a:pt x="17755" y="73354"/>
                      <a:pt x="17989" y="74756"/>
                      <a:pt x="18923" y="75924"/>
                    </a:cubicBezTo>
                    <a:lnTo>
                      <a:pt x="20325" y="77559"/>
                    </a:lnTo>
                    <a:cubicBezTo>
                      <a:pt x="18923" y="78026"/>
                      <a:pt x="17288" y="78961"/>
                      <a:pt x="16120" y="80129"/>
                    </a:cubicBezTo>
                    <a:cubicBezTo>
                      <a:pt x="15186" y="81063"/>
                      <a:pt x="14251" y="82231"/>
                      <a:pt x="13784" y="83633"/>
                    </a:cubicBezTo>
                    <a:lnTo>
                      <a:pt x="468" y="107228"/>
                    </a:lnTo>
                    <a:cubicBezTo>
                      <a:pt x="1" y="108396"/>
                      <a:pt x="1" y="110265"/>
                      <a:pt x="1169" y="110966"/>
                    </a:cubicBezTo>
                    <a:cubicBezTo>
                      <a:pt x="1636" y="111667"/>
                      <a:pt x="2571" y="111900"/>
                      <a:pt x="3505" y="111900"/>
                    </a:cubicBezTo>
                    <a:cubicBezTo>
                      <a:pt x="3972" y="111900"/>
                      <a:pt x="4673" y="111900"/>
                      <a:pt x="4907" y="111667"/>
                    </a:cubicBezTo>
                    <a:lnTo>
                      <a:pt x="28969" y="98818"/>
                    </a:lnTo>
                    <a:cubicBezTo>
                      <a:pt x="29202" y="98584"/>
                      <a:pt x="29436" y="98584"/>
                      <a:pt x="30137" y="98117"/>
                    </a:cubicBezTo>
                    <a:cubicBezTo>
                      <a:pt x="30838" y="97650"/>
                      <a:pt x="31538" y="96949"/>
                      <a:pt x="32473" y="96482"/>
                    </a:cubicBezTo>
                    <a:cubicBezTo>
                      <a:pt x="33641" y="95314"/>
                      <a:pt x="34342" y="93912"/>
                      <a:pt x="35043" y="92043"/>
                    </a:cubicBezTo>
                    <a:lnTo>
                      <a:pt x="36678" y="93912"/>
                    </a:lnTo>
                    <a:cubicBezTo>
                      <a:pt x="37362" y="94459"/>
                      <a:pt x="38207" y="94686"/>
                      <a:pt x="39024" y="94686"/>
                    </a:cubicBezTo>
                    <a:cubicBezTo>
                      <a:pt x="39602" y="94686"/>
                      <a:pt x="40165" y="94573"/>
                      <a:pt x="40649" y="94379"/>
                    </a:cubicBezTo>
                    <a:cubicBezTo>
                      <a:pt x="40883" y="94146"/>
                      <a:pt x="44387" y="92277"/>
                      <a:pt x="49293" y="89473"/>
                    </a:cubicBezTo>
                    <a:lnTo>
                      <a:pt x="53732" y="109564"/>
                    </a:lnTo>
                    <a:cubicBezTo>
                      <a:pt x="54040" y="111262"/>
                      <a:pt x="55574" y="112247"/>
                      <a:pt x="57118" y="112247"/>
                    </a:cubicBezTo>
                    <a:cubicBezTo>
                      <a:pt x="57910" y="112247"/>
                      <a:pt x="58705" y="111987"/>
                      <a:pt x="59338" y="111433"/>
                    </a:cubicBezTo>
                    <a:lnTo>
                      <a:pt x="76859" y="93912"/>
                    </a:lnTo>
                    <a:cubicBezTo>
                      <a:pt x="77326" y="93211"/>
                      <a:pt x="77560" y="92277"/>
                      <a:pt x="77560" y="91576"/>
                    </a:cubicBezTo>
                    <a:lnTo>
                      <a:pt x="76859" y="72420"/>
                    </a:lnTo>
                    <a:cubicBezTo>
                      <a:pt x="80363" y="70084"/>
                      <a:pt x="83167" y="67514"/>
                      <a:pt x="85269" y="65411"/>
                    </a:cubicBezTo>
                    <a:cubicBezTo>
                      <a:pt x="98118" y="52096"/>
                      <a:pt x="104659" y="39013"/>
                      <a:pt x="109098" y="24062"/>
                    </a:cubicBezTo>
                    <a:cubicBezTo>
                      <a:pt x="112368" y="12148"/>
                      <a:pt x="112368" y="3504"/>
                      <a:pt x="112368" y="3271"/>
                    </a:cubicBezTo>
                    <a:cubicBezTo>
                      <a:pt x="112368" y="2336"/>
                      <a:pt x="112135" y="1635"/>
                      <a:pt x="111434" y="934"/>
                    </a:cubicBezTo>
                    <a:cubicBezTo>
                      <a:pt x="110967" y="467"/>
                      <a:pt x="110032" y="0"/>
                      <a:pt x="109098"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553;p34">
                <a:extLst>
                  <a:ext uri="{FF2B5EF4-FFF2-40B4-BE49-F238E27FC236}">
                    <a16:creationId xmlns:a16="http://schemas.microsoft.com/office/drawing/2014/main" id="{422BBB57-68BE-6C7C-5F04-0BEF5168F2C1}"/>
                  </a:ext>
                </a:extLst>
              </p:cNvPr>
              <p:cNvSpPr/>
              <p:nvPr/>
            </p:nvSpPr>
            <p:spPr>
              <a:xfrm>
                <a:off x="1938331" y="306913"/>
                <a:ext cx="87609" cy="74389"/>
              </a:xfrm>
              <a:custGeom>
                <a:avLst/>
                <a:gdLst/>
                <a:ahLst/>
                <a:cxnLst/>
                <a:rect l="l" t="t" r="r" b="b"/>
                <a:pathLst>
                  <a:path w="32239" h="27374" extrusionOk="0">
                    <a:moveTo>
                      <a:pt x="13930" y="6114"/>
                    </a:moveTo>
                    <a:cubicBezTo>
                      <a:pt x="15769" y="6114"/>
                      <a:pt x="17638" y="6815"/>
                      <a:pt x="19157" y="8217"/>
                    </a:cubicBezTo>
                    <a:cubicBezTo>
                      <a:pt x="21960" y="11254"/>
                      <a:pt x="21960" y="15926"/>
                      <a:pt x="19157" y="18496"/>
                    </a:cubicBezTo>
                    <a:cubicBezTo>
                      <a:pt x="17755" y="20014"/>
                      <a:pt x="15828" y="20774"/>
                      <a:pt x="13930" y="20774"/>
                    </a:cubicBezTo>
                    <a:cubicBezTo>
                      <a:pt x="12032" y="20774"/>
                      <a:pt x="10163" y="20014"/>
                      <a:pt x="8878" y="18496"/>
                    </a:cubicBezTo>
                    <a:cubicBezTo>
                      <a:pt x="5841" y="15926"/>
                      <a:pt x="5841" y="11020"/>
                      <a:pt x="8878" y="8217"/>
                    </a:cubicBezTo>
                    <a:cubicBezTo>
                      <a:pt x="10279" y="6815"/>
                      <a:pt x="12090" y="6114"/>
                      <a:pt x="13930" y="6114"/>
                    </a:cubicBezTo>
                    <a:close/>
                    <a:moveTo>
                      <a:pt x="14305" y="1"/>
                    </a:moveTo>
                    <a:cubicBezTo>
                      <a:pt x="7247" y="1"/>
                      <a:pt x="468" y="5504"/>
                      <a:pt x="468" y="13590"/>
                    </a:cubicBezTo>
                    <a:cubicBezTo>
                      <a:pt x="1" y="20832"/>
                      <a:pt x="6775" y="27373"/>
                      <a:pt x="14251" y="27373"/>
                    </a:cubicBezTo>
                    <a:cubicBezTo>
                      <a:pt x="26165" y="27373"/>
                      <a:pt x="32239" y="12422"/>
                      <a:pt x="23829" y="4012"/>
                    </a:cubicBezTo>
                    <a:cubicBezTo>
                      <a:pt x="21052" y="1234"/>
                      <a:pt x="17647" y="1"/>
                      <a:pt x="14305"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75" name="Google Shape;542;p34">
              <a:extLst>
                <a:ext uri="{FF2B5EF4-FFF2-40B4-BE49-F238E27FC236}">
                  <a16:creationId xmlns:a16="http://schemas.microsoft.com/office/drawing/2014/main" id="{E5AB109C-6115-0D34-CE2A-04B9386330AA}"/>
                </a:ext>
              </a:extLst>
            </p:cNvPr>
            <p:cNvSpPr txBox="1">
              <a:spLocks/>
            </p:cNvSpPr>
            <p:nvPr/>
          </p:nvSpPr>
          <p:spPr>
            <a:xfrm>
              <a:off x="863975" y="4756546"/>
              <a:ext cx="28110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pPr>
              <a:r>
                <a:rPr kumimoji="0" lang="en-CA" sz="1800" b="1" i="0" u="none" strike="noStrike" kern="0" cap="none" spc="0" normalizeH="0" baseline="0" noProof="0" dirty="0">
                  <a:ln>
                    <a:noFill/>
                  </a:ln>
                  <a:solidFill>
                    <a:srgbClr val="FFFFFF"/>
                  </a:solidFill>
                  <a:effectLst/>
                  <a:uLnTx/>
                  <a:uFillTx/>
                  <a:latin typeface="Raleway"/>
                  <a:sym typeface="Raleway"/>
                </a:rPr>
                <a:t>Market Trends</a:t>
              </a:r>
            </a:p>
          </p:txBody>
        </p:sp>
        <p:sp>
          <p:nvSpPr>
            <p:cNvPr id="76" name="Google Shape;545;p34">
              <a:extLst>
                <a:ext uri="{FF2B5EF4-FFF2-40B4-BE49-F238E27FC236}">
                  <a16:creationId xmlns:a16="http://schemas.microsoft.com/office/drawing/2014/main" id="{2C5B1FDE-4D09-728F-3613-38D0F23AD50F}"/>
                </a:ext>
              </a:extLst>
            </p:cNvPr>
            <p:cNvSpPr txBox="1">
              <a:spLocks/>
            </p:cNvSpPr>
            <p:nvPr/>
          </p:nvSpPr>
          <p:spPr>
            <a:xfrm>
              <a:off x="4328348" y="3730500"/>
              <a:ext cx="2811000" cy="103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Emotional bias in investing</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Lack of transparency in mutual funds</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Limited access to institutional-grade tools</a:t>
              </a:r>
            </a:p>
          </p:txBody>
        </p:sp>
        <p:sp>
          <p:nvSpPr>
            <p:cNvPr id="77" name="Google Shape;546;p34">
              <a:extLst>
                <a:ext uri="{FF2B5EF4-FFF2-40B4-BE49-F238E27FC236}">
                  <a16:creationId xmlns:a16="http://schemas.microsoft.com/office/drawing/2014/main" id="{151BE960-4BBC-4690-8E2E-286D3DB281DE}"/>
                </a:ext>
              </a:extLst>
            </p:cNvPr>
            <p:cNvSpPr txBox="1">
              <a:spLocks/>
            </p:cNvSpPr>
            <p:nvPr/>
          </p:nvSpPr>
          <p:spPr>
            <a:xfrm>
              <a:off x="863975" y="5321621"/>
              <a:ext cx="2811000" cy="103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35% rise in algorithmic investing among millennials and Gen Z.</a:t>
              </a:r>
            </a:p>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Retail investing apps (e.g., Robinhood) show growing interest in DIY investing.</a:t>
              </a:r>
            </a:p>
          </p:txBody>
        </p:sp>
        <p:sp>
          <p:nvSpPr>
            <p:cNvPr id="78" name="Google Shape;547;p34">
              <a:extLst>
                <a:ext uri="{FF2B5EF4-FFF2-40B4-BE49-F238E27FC236}">
                  <a16:creationId xmlns:a16="http://schemas.microsoft.com/office/drawing/2014/main" id="{A8639B10-2582-DF6E-4272-1E6407C19A13}"/>
                </a:ext>
              </a:extLst>
            </p:cNvPr>
            <p:cNvSpPr txBox="1">
              <a:spLocks/>
            </p:cNvSpPr>
            <p:nvPr/>
          </p:nvSpPr>
          <p:spPr>
            <a:xfrm>
              <a:off x="4354697" y="5329041"/>
              <a:ext cx="2811000" cy="103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Combines real-time data with risk profiling</a:t>
              </a:r>
            </a:p>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Offers education + execution in one seamless platform</a:t>
              </a:r>
            </a:p>
            <a:p>
              <a:pPr marL="0" indent="0">
                <a:buClr>
                  <a:srgbClr val="FFFFFF"/>
                </a:buClr>
                <a:defRPr/>
              </a:pPr>
              <a:r>
                <a:rPr kumimoji="0" lang="en-CA" sz="1200" b="0" i="0" u="none" strike="noStrike" kern="0" cap="none" spc="0" normalizeH="0" baseline="0" noProof="0" dirty="0">
                  <a:ln>
                    <a:noFill/>
                  </a:ln>
                  <a:solidFill>
                    <a:srgbClr val="FFFFFF"/>
                  </a:solidFill>
                  <a:effectLst/>
                  <a:uLnTx/>
                  <a:uFillTx/>
                  <a:latin typeface="Rubik"/>
                  <a:cs typeface="Rubik"/>
                  <a:sym typeface="Rubik"/>
                </a:rPr>
                <a:t>Accessible, low-cost, and scalable</a:t>
              </a:r>
            </a:p>
            <a:p>
              <a:pPr marL="0" indent="0">
                <a:buClr>
                  <a:srgbClr val="FFFFFF"/>
                </a:buClr>
                <a:defRPr/>
              </a:pPr>
              <a:endParaRPr kumimoji="0" lang="en-CA" sz="1200" b="0" i="0" u="none" strike="noStrike" kern="0" cap="none" spc="0" normalizeH="0" baseline="0" noProof="0" dirty="0">
                <a:ln>
                  <a:noFill/>
                </a:ln>
                <a:solidFill>
                  <a:srgbClr val="FFFFFF"/>
                </a:solidFill>
                <a:effectLst/>
                <a:uLnTx/>
                <a:uFillTx/>
                <a:latin typeface="Rubik"/>
                <a:cs typeface="Rubik"/>
                <a:sym typeface="Rubik"/>
              </a:endParaRPr>
            </a:p>
          </p:txBody>
        </p:sp>
        <p:sp>
          <p:nvSpPr>
            <p:cNvPr id="79" name="Google Shape;549;p34">
              <a:extLst>
                <a:ext uri="{FF2B5EF4-FFF2-40B4-BE49-F238E27FC236}">
                  <a16:creationId xmlns:a16="http://schemas.microsoft.com/office/drawing/2014/main" id="{3650A21A-B453-E9D0-4372-DF08DF561A86}"/>
                </a:ext>
              </a:extLst>
            </p:cNvPr>
            <p:cNvSpPr txBox="1">
              <a:spLocks/>
            </p:cNvSpPr>
            <p:nvPr/>
          </p:nvSpPr>
          <p:spPr>
            <a:xfrm>
              <a:off x="4341523" y="3153215"/>
              <a:ext cx="28110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marR="0" lvl="0" indent="0" algn="l" defTabSz="914400" rtl="0" eaLnBrk="1" fontAlgn="auto" latinLnBrk="0" hangingPunct="1">
                <a:lnSpc>
                  <a:spcPct val="100000"/>
                </a:lnSpc>
                <a:spcBef>
                  <a:spcPts val="0"/>
                </a:spcBef>
                <a:spcAft>
                  <a:spcPts val="0"/>
                </a:spcAft>
                <a:buClr>
                  <a:srgbClr val="FFFFFF"/>
                </a:buClr>
                <a:buSzPts val="2400"/>
                <a:buFont typeface="Raleway"/>
                <a:buNone/>
                <a:tabLst/>
                <a:defRPr/>
              </a:pPr>
              <a:r>
                <a:rPr lang="en-US" sz="1800" b="1" dirty="0">
                  <a:solidFill>
                    <a:schemeClr val="bg1"/>
                  </a:solidFill>
                </a:rPr>
                <a:t>Pain Points Solved</a:t>
              </a:r>
              <a:endParaRPr kumimoji="0" lang="en-CA" sz="1800" b="1" i="0" u="none" strike="noStrike" kern="0" cap="none" spc="0" normalizeH="0" baseline="0" noProof="0" dirty="0">
                <a:ln>
                  <a:noFill/>
                </a:ln>
                <a:solidFill>
                  <a:schemeClr val="bg1"/>
                </a:solidFill>
                <a:effectLst/>
                <a:uLnTx/>
                <a:uFillTx/>
                <a:latin typeface="Raleway"/>
                <a:sym typeface="Raleway"/>
              </a:endParaRPr>
            </a:p>
          </p:txBody>
        </p:sp>
        <p:sp>
          <p:nvSpPr>
            <p:cNvPr id="80" name="Google Shape;550;p34">
              <a:extLst>
                <a:ext uri="{FF2B5EF4-FFF2-40B4-BE49-F238E27FC236}">
                  <a16:creationId xmlns:a16="http://schemas.microsoft.com/office/drawing/2014/main" id="{78C2DBF9-9975-E925-103E-772EECB1B03E}"/>
                </a:ext>
              </a:extLst>
            </p:cNvPr>
            <p:cNvSpPr txBox="1">
              <a:spLocks/>
            </p:cNvSpPr>
            <p:nvPr/>
          </p:nvSpPr>
          <p:spPr>
            <a:xfrm>
              <a:off x="4354697" y="4729552"/>
              <a:ext cx="28110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defRPr/>
              </a:pPr>
              <a:r>
                <a:rPr lang="en-US" sz="1800" b="1" dirty="0">
                  <a:solidFill>
                    <a:schemeClr val="bg1"/>
                  </a:solidFill>
                </a:rPr>
                <a:t>Why This App?</a:t>
              </a:r>
              <a:endParaRPr lang="en-US" sz="1800" dirty="0">
                <a:solidFill>
                  <a:schemeClr val="bg1"/>
                </a:solidFill>
              </a:endParaRPr>
            </a:p>
          </p:txBody>
        </p:sp>
        <p:grpSp>
          <p:nvGrpSpPr>
            <p:cNvPr id="81" name="Google Shape;554;p34">
              <a:extLst>
                <a:ext uri="{FF2B5EF4-FFF2-40B4-BE49-F238E27FC236}">
                  <a16:creationId xmlns:a16="http://schemas.microsoft.com/office/drawing/2014/main" id="{D7B1A9B1-E93D-2853-8259-93595A5432A4}"/>
                </a:ext>
              </a:extLst>
            </p:cNvPr>
            <p:cNvGrpSpPr/>
            <p:nvPr/>
          </p:nvGrpSpPr>
          <p:grpSpPr>
            <a:xfrm>
              <a:off x="4029106" y="4940732"/>
              <a:ext cx="323724" cy="334273"/>
              <a:chOff x="1784700" y="976779"/>
              <a:chExt cx="304727" cy="304091"/>
            </a:xfrm>
            <a:solidFill>
              <a:schemeClr val="bg1"/>
            </a:solidFill>
          </p:grpSpPr>
          <p:sp>
            <p:nvSpPr>
              <p:cNvPr id="82" name="Google Shape;555;p34">
                <a:extLst>
                  <a:ext uri="{FF2B5EF4-FFF2-40B4-BE49-F238E27FC236}">
                    <a16:creationId xmlns:a16="http://schemas.microsoft.com/office/drawing/2014/main" id="{0D6F8B5A-4D32-806F-0B81-40DA4E87E0C9}"/>
                  </a:ext>
                </a:extLst>
              </p:cNvPr>
              <p:cNvSpPr/>
              <p:nvPr/>
            </p:nvSpPr>
            <p:spPr>
              <a:xfrm>
                <a:off x="1784700" y="976779"/>
                <a:ext cx="304727" cy="304091"/>
              </a:xfrm>
              <a:custGeom>
                <a:avLst/>
                <a:gdLst/>
                <a:ahLst/>
                <a:cxnLst/>
                <a:rect l="l" t="t" r="r" b="b"/>
                <a:pathLst>
                  <a:path w="112135" h="111901" extrusionOk="0">
                    <a:moveTo>
                      <a:pt x="82699" y="6308"/>
                    </a:moveTo>
                    <a:lnTo>
                      <a:pt x="82699" y="13783"/>
                    </a:lnTo>
                    <a:lnTo>
                      <a:pt x="29436" y="13783"/>
                    </a:lnTo>
                    <a:lnTo>
                      <a:pt x="29436" y="6308"/>
                    </a:lnTo>
                    <a:close/>
                    <a:moveTo>
                      <a:pt x="22661" y="10980"/>
                    </a:moveTo>
                    <a:lnTo>
                      <a:pt x="22661" y="21726"/>
                    </a:lnTo>
                    <a:lnTo>
                      <a:pt x="11447" y="21726"/>
                    </a:lnTo>
                    <a:lnTo>
                      <a:pt x="22661" y="10980"/>
                    </a:lnTo>
                    <a:close/>
                    <a:moveTo>
                      <a:pt x="86149" y="32701"/>
                    </a:moveTo>
                    <a:cubicBezTo>
                      <a:pt x="96932" y="32701"/>
                      <a:pt x="105359" y="41718"/>
                      <a:pt x="105359" y="52329"/>
                    </a:cubicBezTo>
                    <a:cubicBezTo>
                      <a:pt x="105097" y="64951"/>
                      <a:pt x="95362" y="71949"/>
                      <a:pt x="85568" y="71949"/>
                    </a:cubicBezTo>
                    <a:cubicBezTo>
                      <a:pt x="77959" y="71949"/>
                      <a:pt x="70315" y="67727"/>
                      <a:pt x="67047" y="58637"/>
                    </a:cubicBezTo>
                    <a:cubicBezTo>
                      <a:pt x="67047" y="58403"/>
                      <a:pt x="67047" y="58170"/>
                      <a:pt x="66813" y="57936"/>
                    </a:cubicBezTo>
                    <a:cubicBezTo>
                      <a:pt x="63109" y="45664"/>
                      <a:pt x="72716" y="32703"/>
                      <a:pt x="85397" y="32703"/>
                    </a:cubicBezTo>
                    <a:cubicBezTo>
                      <a:pt x="85510" y="32703"/>
                      <a:pt x="85623" y="32704"/>
                      <a:pt x="85736" y="32706"/>
                    </a:cubicBezTo>
                    <a:cubicBezTo>
                      <a:pt x="85874" y="32703"/>
                      <a:pt x="86012" y="32701"/>
                      <a:pt x="86149" y="32701"/>
                    </a:cubicBezTo>
                    <a:close/>
                    <a:moveTo>
                      <a:pt x="82465" y="20324"/>
                    </a:moveTo>
                    <a:lnTo>
                      <a:pt x="82465" y="26165"/>
                    </a:lnTo>
                    <a:cubicBezTo>
                      <a:pt x="73588" y="27333"/>
                      <a:pt x="66346" y="32472"/>
                      <a:pt x="62608" y="39714"/>
                    </a:cubicBezTo>
                    <a:lnTo>
                      <a:pt x="35743" y="39714"/>
                    </a:lnTo>
                    <a:cubicBezTo>
                      <a:pt x="31304" y="40181"/>
                      <a:pt x="31304" y="46255"/>
                      <a:pt x="35743" y="46255"/>
                    </a:cubicBezTo>
                    <a:lnTo>
                      <a:pt x="60272" y="46255"/>
                    </a:lnTo>
                    <a:cubicBezTo>
                      <a:pt x="59572" y="49059"/>
                      <a:pt x="59338" y="52563"/>
                      <a:pt x="59805" y="55600"/>
                    </a:cubicBezTo>
                    <a:lnTo>
                      <a:pt x="35977" y="55600"/>
                    </a:lnTo>
                    <a:cubicBezTo>
                      <a:pt x="31538" y="55833"/>
                      <a:pt x="31538" y="61907"/>
                      <a:pt x="35977" y="61907"/>
                    </a:cubicBezTo>
                    <a:lnTo>
                      <a:pt x="61908" y="61907"/>
                    </a:lnTo>
                    <a:cubicBezTo>
                      <a:pt x="65412" y="70317"/>
                      <a:pt x="73355" y="76625"/>
                      <a:pt x="82933" y="77793"/>
                    </a:cubicBezTo>
                    <a:lnTo>
                      <a:pt x="82933" y="83867"/>
                    </a:lnTo>
                    <a:lnTo>
                      <a:pt x="79195" y="83867"/>
                    </a:lnTo>
                    <a:lnTo>
                      <a:pt x="79195" y="84568"/>
                    </a:lnTo>
                    <a:cubicBezTo>
                      <a:pt x="77326" y="84568"/>
                      <a:pt x="75924" y="85969"/>
                      <a:pt x="75924" y="87605"/>
                    </a:cubicBezTo>
                    <a:lnTo>
                      <a:pt x="75924" y="105126"/>
                    </a:lnTo>
                    <a:lnTo>
                      <a:pt x="6542" y="105126"/>
                    </a:lnTo>
                    <a:lnTo>
                      <a:pt x="6542" y="27800"/>
                    </a:lnTo>
                    <a:lnTo>
                      <a:pt x="25931" y="27800"/>
                    </a:lnTo>
                    <a:cubicBezTo>
                      <a:pt x="27800" y="27800"/>
                      <a:pt x="29202" y="26398"/>
                      <a:pt x="29202" y="24529"/>
                    </a:cubicBezTo>
                    <a:lnTo>
                      <a:pt x="29202" y="20324"/>
                    </a:lnTo>
                    <a:close/>
                    <a:moveTo>
                      <a:pt x="89007" y="91109"/>
                    </a:moveTo>
                    <a:lnTo>
                      <a:pt x="89007" y="105359"/>
                    </a:lnTo>
                    <a:lnTo>
                      <a:pt x="82465" y="105359"/>
                    </a:lnTo>
                    <a:lnTo>
                      <a:pt x="82465" y="91109"/>
                    </a:lnTo>
                    <a:close/>
                    <a:moveTo>
                      <a:pt x="25931" y="0"/>
                    </a:moveTo>
                    <a:cubicBezTo>
                      <a:pt x="25464" y="0"/>
                      <a:pt x="24530" y="234"/>
                      <a:pt x="23595" y="935"/>
                    </a:cubicBezTo>
                    <a:lnTo>
                      <a:pt x="935" y="22661"/>
                    </a:lnTo>
                    <a:cubicBezTo>
                      <a:pt x="234" y="23128"/>
                      <a:pt x="0" y="24062"/>
                      <a:pt x="0" y="24997"/>
                    </a:cubicBezTo>
                    <a:lnTo>
                      <a:pt x="0" y="108630"/>
                    </a:lnTo>
                    <a:cubicBezTo>
                      <a:pt x="0" y="110499"/>
                      <a:pt x="1402" y="111900"/>
                      <a:pt x="3271" y="111900"/>
                    </a:cubicBezTo>
                    <a:lnTo>
                      <a:pt x="92277" y="111900"/>
                    </a:lnTo>
                    <a:cubicBezTo>
                      <a:pt x="94146" y="111900"/>
                      <a:pt x="95548" y="110499"/>
                      <a:pt x="95548" y="108630"/>
                    </a:cubicBezTo>
                    <a:lnTo>
                      <a:pt x="95548" y="87838"/>
                    </a:lnTo>
                    <a:cubicBezTo>
                      <a:pt x="95548" y="86203"/>
                      <a:pt x="94146" y="84801"/>
                      <a:pt x="92277" y="84801"/>
                    </a:cubicBezTo>
                    <a:lnTo>
                      <a:pt x="89007" y="84801"/>
                    </a:lnTo>
                    <a:lnTo>
                      <a:pt x="89007" y="78727"/>
                    </a:lnTo>
                    <a:cubicBezTo>
                      <a:pt x="102089" y="76859"/>
                      <a:pt x="112134" y="65879"/>
                      <a:pt x="112134" y="52329"/>
                    </a:cubicBezTo>
                    <a:cubicBezTo>
                      <a:pt x="112134" y="39013"/>
                      <a:pt x="102089" y="27800"/>
                      <a:pt x="89007" y="26398"/>
                    </a:cubicBezTo>
                    <a:lnTo>
                      <a:pt x="89007" y="3271"/>
                    </a:lnTo>
                    <a:cubicBezTo>
                      <a:pt x="89007" y="2336"/>
                      <a:pt x="88773" y="1635"/>
                      <a:pt x="88306" y="935"/>
                    </a:cubicBezTo>
                    <a:cubicBezTo>
                      <a:pt x="87605" y="234"/>
                      <a:pt x="86671" y="0"/>
                      <a:pt x="85970"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556;p34">
                <a:extLst>
                  <a:ext uri="{FF2B5EF4-FFF2-40B4-BE49-F238E27FC236}">
                    <a16:creationId xmlns:a16="http://schemas.microsoft.com/office/drawing/2014/main" id="{70BF4F33-61EF-16E4-D909-62BD3C24F530}"/>
                  </a:ext>
                </a:extLst>
              </p:cNvPr>
              <p:cNvSpPr/>
              <p:nvPr/>
            </p:nvSpPr>
            <p:spPr>
              <a:xfrm>
                <a:off x="1836756" y="1085971"/>
                <a:ext cx="18414" cy="17302"/>
              </a:xfrm>
              <a:custGeom>
                <a:avLst/>
                <a:gdLst/>
                <a:ahLst/>
                <a:cxnLst/>
                <a:rect l="l" t="t" r="r" b="b"/>
                <a:pathLst>
                  <a:path w="6776" h="6367" extrusionOk="0">
                    <a:moveTo>
                      <a:pt x="3271" y="0"/>
                    </a:moveTo>
                    <a:cubicBezTo>
                      <a:pt x="1636" y="0"/>
                      <a:pt x="1" y="1402"/>
                      <a:pt x="1" y="3037"/>
                    </a:cubicBezTo>
                    <a:cubicBezTo>
                      <a:pt x="234" y="5257"/>
                      <a:pt x="1870" y="6366"/>
                      <a:pt x="3476" y="6366"/>
                    </a:cubicBezTo>
                    <a:cubicBezTo>
                      <a:pt x="5082" y="6366"/>
                      <a:pt x="6659" y="5257"/>
                      <a:pt x="6775" y="3037"/>
                    </a:cubicBezTo>
                    <a:cubicBezTo>
                      <a:pt x="6542" y="1402"/>
                      <a:pt x="5140" y="0"/>
                      <a:pt x="3271"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557;p34">
                <a:extLst>
                  <a:ext uri="{FF2B5EF4-FFF2-40B4-BE49-F238E27FC236}">
                    <a16:creationId xmlns:a16="http://schemas.microsoft.com/office/drawing/2014/main" id="{7BA7F7E8-75F9-D3D9-8242-A87DA8E51E96}"/>
                  </a:ext>
                </a:extLst>
              </p:cNvPr>
              <p:cNvSpPr/>
              <p:nvPr/>
            </p:nvSpPr>
            <p:spPr>
              <a:xfrm>
                <a:off x="1836756" y="1128506"/>
                <a:ext cx="18414" cy="17460"/>
              </a:xfrm>
              <a:custGeom>
                <a:avLst/>
                <a:gdLst/>
                <a:ahLst/>
                <a:cxnLst/>
                <a:rect l="l" t="t" r="r" b="b"/>
                <a:pathLst>
                  <a:path w="6776" h="6425" extrusionOk="0">
                    <a:moveTo>
                      <a:pt x="3271" y="0"/>
                    </a:moveTo>
                    <a:cubicBezTo>
                      <a:pt x="1636" y="0"/>
                      <a:pt x="1" y="1402"/>
                      <a:pt x="1" y="3271"/>
                    </a:cubicBezTo>
                    <a:cubicBezTo>
                      <a:pt x="234" y="5374"/>
                      <a:pt x="1870" y="6425"/>
                      <a:pt x="3476" y="6425"/>
                    </a:cubicBezTo>
                    <a:cubicBezTo>
                      <a:pt x="5082" y="6425"/>
                      <a:pt x="6659" y="5374"/>
                      <a:pt x="6775" y="3271"/>
                    </a:cubicBezTo>
                    <a:cubicBezTo>
                      <a:pt x="6542" y="1402"/>
                      <a:pt x="5140" y="0"/>
                      <a:pt x="3271"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558;p34">
                <a:extLst>
                  <a:ext uri="{FF2B5EF4-FFF2-40B4-BE49-F238E27FC236}">
                    <a16:creationId xmlns:a16="http://schemas.microsoft.com/office/drawing/2014/main" id="{D0891465-FC55-A806-1E1E-07DBA711FA70}"/>
                  </a:ext>
                </a:extLst>
              </p:cNvPr>
              <p:cNvSpPr/>
              <p:nvPr/>
            </p:nvSpPr>
            <p:spPr>
              <a:xfrm>
                <a:off x="1869768" y="1172309"/>
                <a:ext cx="76182" cy="17145"/>
              </a:xfrm>
              <a:custGeom>
                <a:avLst/>
                <a:gdLst/>
                <a:ahLst/>
                <a:cxnLst/>
                <a:rect l="l" t="t" r="r" b="b"/>
                <a:pathLst>
                  <a:path w="28034" h="6309" extrusionOk="0">
                    <a:moveTo>
                      <a:pt x="4205" y="1"/>
                    </a:moveTo>
                    <a:cubicBezTo>
                      <a:pt x="0" y="234"/>
                      <a:pt x="0" y="6308"/>
                      <a:pt x="4205" y="6308"/>
                    </a:cubicBezTo>
                    <a:lnTo>
                      <a:pt x="23595" y="6308"/>
                    </a:lnTo>
                    <a:cubicBezTo>
                      <a:pt x="28034" y="6308"/>
                      <a:pt x="28034" y="1"/>
                      <a:pt x="23595"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559;p34">
                <a:extLst>
                  <a:ext uri="{FF2B5EF4-FFF2-40B4-BE49-F238E27FC236}">
                    <a16:creationId xmlns:a16="http://schemas.microsoft.com/office/drawing/2014/main" id="{00495E47-816C-1A8D-9A08-2729D2AE6CC9}"/>
                  </a:ext>
                </a:extLst>
              </p:cNvPr>
              <p:cNvSpPr/>
              <p:nvPr/>
            </p:nvSpPr>
            <p:spPr>
              <a:xfrm>
                <a:off x="1836756" y="1172309"/>
                <a:ext cx="18414" cy="17302"/>
              </a:xfrm>
              <a:custGeom>
                <a:avLst/>
                <a:gdLst/>
                <a:ahLst/>
                <a:cxnLst/>
                <a:rect l="l" t="t" r="r" b="b"/>
                <a:pathLst>
                  <a:path w="6776" h="6367" extrusionOk="0">
                    <a:moveTo>
                      <a:pt x="3271" y="1"/>
                    </a:moveTo>
                    <a:cubicBezTo>
                      <a:pt x="1636" y="1"/>
                      <a:pt x="1" y="1402"/>
                      <a:pt x="1" y="3038"/>
                    </a:cubicBezTo>
                    <a:cubicBezTo>
                      <a:pt x="234" y="5257"/>
                      <a:pt x="1870" y="6367"/>
                      <a:pt x="3476" y="6367"/>
                    </a:cubicBezTo>
                    <a:cubicBezTo>
                      <a:pt x="5082" y="6367"/>
                      <a:pt x="6659" y="5257"/>
                      <a:pt x="6775" y="3038"/>
                    </a:cubicBezTo>
                    <a:cubicBezTo>
                      <a:pt x="6542" y="1402"/>
                      <a:pt x="5140" y="1"/>
                      <a:pt x="3271"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560;p34">
                <a:extLst>
                  <a:ext uri="{FF2B5EF4-FFF2-40B4-BE49-F238E27FC236}">
                    <a16:creationId xmlns:a16="http://schemas.microsoft.com/office/drawing/2014/main" id="{050D252E-06DE-6E6D-F42F-33C5EFB0AB04}"/>
                  </a:ext>
                </a:extLst>
              </p:cNvPr>
              <p:cNvSpPr/>
              <p:nvPr/>
            </p:nvSpPr>
            <p:spPr>
              <a:xfrm>
                <a:off x="1869768" y="1214843"/>
                <a:ext cx="57138" cy="17778"/>
              </a:xfrm>
              <a:custGeom>
                <a:avLst/>
                <a:gdLst/>
                <a:ahLst/>
                <a:cxnLst/>
                <a:rect l="l" t="t" r="r" b="b"/>
                <a:pathLst>
                  <a:path w="21026" h="6542" extrusionOk="0">
                    <a:moveTo>
                      <a:pt x="4205" y="1"/>
                    </a:moveTo>
                    <a:cubicBezTo>
                      <a:pt x="0" y="234"/>
                      <a:pt x="0" y="6542"/>
                      <a:pt x="4205" y="6542"/>
                    </a:cubicBezTo>
                    <a:lnTo>
                      <a:pt x="16587" y="6542"/>
                    </a:lnTo>
                    <a:cubicBezTo>
                      <a:pt x="21026" y="6542"/>
                      <a:pt x="21026" y="234"/>
                      <a:pt x="16587"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561;p34">
                <a:extLst>
                  <a:ext uri="{FF2B5EF4-FFF2-40B4-BE49-F238E27FC236}">
                    <a16:creationId xmlns:a16="http://schemas.microsoft.com/office/drawing/2014/main" id="{1403B6BC-53DE-5FB2-7F3C-DDE978EC65A9}"/>
                  </a:ext>
                </a:extLst>
              </p:cNvPr>
              <p:cNvSpPr/>
              <p:nvPr/>
            </p:nvSpPr>
            <p:spPr>
              <a:xfrm>
                <a:off x="1836756" y="1214843"/>
                <a:ext cx="18414" cy="17938"/>
              </a:xfrm>
              <a:custGeom>
                <a:avLst/>
                <a:gdLst/>
                <a:ahLst/>
                <a:cxnLst/>
                <a:rect l="l" t="t" r="r" b="b"/>
                <a:pathLst>
                  <a:path w="6776" h="6601" extrusionOk="0">
                    <a:moveTo>
                      <a:pt x="3271" y="1"/>
                    </a:moveTo>
                    <a:cubicBezTo>
                      <a:pt x="1636" y="1"/>
                      <a:pt x="1" y="1636"/>
                      <a:pt x="1" y="3271"/>
                    </a:cubicBezTo>
                    <a:cubicBezTo>
                      <a:pt x="234" y="5491"/>
                      <a:pt x="1870" y="6600"/>
                      <a:pt x="3476" y="6600"/>
                    </a:cubicBezTo>
                    <a:cubicBezTo>
                      <a:pt x="5082" y="6600"/>
                      <a:pt x="6659" y="5491"/>
                      <a:pt x="6775" y="3271"/>
                    </a:cubicBezTo>
                    <a:cubicBezTo>
                      <a:pt x="6542" y="1636"/>
                      <a:pt x="5140" y="1"/>
                      <a:pt x="3271"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 name="Google Shape;562;p34">
                <a:extLst>
                  <a:ext uri="{FF2B5EF4-FFF2-40B4-BE49-F238E27FC236}">
                    <a16:creationId xmlns:a16="http://schemas.microsoft.com/office/drawing/2014/main" id="{E581A9D0-453F-D097-11EC-1936A7ACE2BF}"/>
                  </a:ext>
                </a:extLst>
              </p:cNvPr>
              <p:cNvSpPr/>
              <p:nvPr/>
            </p:nvSpPr>
            <p:spPr>
              <a:xfrm>
                <a:off x="1986539" y="1098192"/>
                <a:ext cx="58448" cy="41445"/>
              </a:xfrm>
              <a:custGeom>
                <a:avLst/>
                <a:gdLst/>
                <a:ahLst/>
                <a:cxnLst/>
                <a:rect l="l" t="t" r="r" b="b"/>
                <a:pathLst>
                  <a:path w="21508" h="15251" extrusionOk="0">
                    <a:moveTo>
                      <a:pt x="18003" y="0"/>
                    </a:moveTo>
                    <a:cubicBezTo>
                      <a:pt x="17127" y="0"/>
                      <a:pt x="16251" y="293"/>
                      <a:pt x="15667" y="877"/>
                    </a:cubicBezTo>
                    <a:lnTo>
                      <a:pt x="9126" y="7418"/>
                    </a:lnTo>
                    <a:lnTo>
                      <a:pt x="6790" y="5082"/>
                    </a:lnTo>
                    <a:cubicBezTo>
                      <a:pt x="6055" y="4493"/>
                      <a:pt x="5299" y="4245"/>
                      <a:pt x="4593" y="4245"/>
                    </a:cubicBezTo>
                    <a:cubicBezTo>
                      <a:pt x="1938" y="4245"/>
                      <a:pt x="1" y="7772"/>
                      <a:pt x="2585" y="9987"/>
                    </a:cubicBezTo>
                    <a:lnTo>
                      <a:pt x="7491" y="14426"/>
                    </a:lnTo>
                    <a:cubicBezTo>
                      <a:pt x="8026" y="14961"/>
                      <a:pt x="8757" y="15251"/>
                      <a:pt x="9504" y="15251"/>
                    </a:cubicBezTo>
                    <a:cubicBezTo>
                      <a:pt x="10389" y="15251"/>
                      <a:pt x="11296" y="14845"/>
                      <a:pt x="11929" y="13959"/>
                    </a:cubicBezTo>
                    <a:lnTo>
                      <a:pt x="20339" y="5549"/>
                    </a:lnTo>
                    <a:cubicBezTo>
                      <a:pt x="21507" y="4381"/>
                      <a:pt x="21507" y="2045"/>
                      <a:pt x="20339" y="877"/>
                    </a:cubicBezTo>
                    <a:cubicBezTo>
                      <a:pt x="19755" y="293"/>
                      <a:pt x="18879" y="0"/>
                      <a:pt x="18003"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90" name="Google Shape;563;p34">
              <a:extLst>
                <a:ext uri="{FF2B5EF4-FFF2-40B4-BE49-F238E27FC236}">
                  <a16:creationId xmlns:a16="http://schemas.microsoft.com/office/drawing/2014/main" id="{78E2BB46-4888-D414-B01C-B52F479EB569}"/>
                </a:ext>
              </a:extLst>
            </p:cNvPr>
            <p:cNvSpPr/>
            <p:nvPr/>
          </p:nvSpPr>
          <p:spPr>
            <a:xfrm>
              <a:off x="503402" y="4940497"/>
              <a:ext cx="336630" cy="334508"/>
            </a:xfrm>
            <a:custGeom>
              <a:avLst/>
              <a:gdLst/>
              <a:ahLst/>
              <a:cxnLst/>
              <a:rect l="l" t="t" r="r" b="b"/>
              <a:pathLst>
                <a:path w="112774" h="112063" extrusionOk="0">
                  <a:moveTo>
                    <a:pt x="89941" y="17404"/>
                  </a:moveTo>
                  <a:lnTo>
                    <a:pt x="104892" y="30720"/>
                  </a:lnTo>
                  <a:lnTo>
                    <a:pt x="104892" y="37729"/>
                  </a:lnTo>
                  <a:lnTo>
                    <a:pt x="99519" y="37729"/>
                  </a:lnTo>
                  <a:cubicBezTo>
                    <a:pt x="97650" y="37729"/>
                    <a:pt x="96249" y="39130"/>
                    <a:pt x="96249" y="40999"/>
                  </a:cubicBezTo>
                  <a:lnTo>
                    <a:pt x="96249" y="106644"/>
                  </a:lnTo>
                  <a:lnTo>
                    <a:pt x="83867" y="106644"/>
                  </a:lnTo>
                  <a:lnTo>
                    <a:pt x="83867" y="41233"/>
                  </a:lnTo>
                  <a:cubicBezTo>
                    <a:pt x="83867" y="39597"/>
                    <a:pt x="82466" y="37962"/>
                    <a:pt x="80597" y="37962"/>
                  </a:cubicBezTo>
                  <a:lnTo>
                    <a:pt x="75224" y="37962"/>
                  </a:lnTo>
                  <a:lnTo>
                    <a:pt x="75224" y="30720"/>
                  </a:lnTo>
                  <a:lnTo>
                    <a:pt x="89941" y="17404"/>
                  </a:lnTo>
                  <a:close/>
                  <a:moveTo>
                    <a:pt x="31538" y="77443"/>
                  </a:moveTo>
                  <a:lnTo>
                    <a:pt x="31538" y="106878"/>
                  </a:lnTo>
                  <a:lnTo>
                    <a:pt x="19390" y="106878"/>
                  </a:lnTo>
                  <a:lnTo>
                    <a:pt x="19390" y="77443"/>
                  </a:lnTo>
                  <a:close/>
                  <a:moveTo>
                    <a:pt x="64010" y="64127"/>
                  </a:moveTo>
                  <a:lnTo>
                    <a:pt x="64010" y="106878"/>
                  </a:lnTo>
                  <a:lnTo>
                    <a:pt x="51863" y="106878"/>
                  </a:lnTo>
                  <a:lnTo>
                    <a:pt x="51863" y="64127"/>
                  </a:lnTo>
                  <a:close/>
                  <a:moveTo>
                    <a:pt x="3184" y="0"/>
                  </a:moveTo>
                  <a:cubicBezTo>
                    <a:pt x="1578" y="0"/>
                    <a:pt x="1" y="1052"/>
                    <a:pt x="1" y="3154"/>
                  </a:cubicBezTo>
                  <a:lnTo>
                    <a:pt x="1" y="108747"/>
                  </a:lnTo>
                  <a:cubicBezTo>
                    <a:pt x="1" y="110382"/>
                    <a:pt x="1636" y="111784"/>
                    <a:pt x="3271" y="111784"/>
                  </a:cubicBezTo>
                  <a:lnTo>
                    <a:pt x="109097" y="111784"/>
                  </a:lnTo>
                  <a:cubicBezTo>
                    <a:pt x="109539" y="111977"/>
                    <a:pt x="109928" y="112062"/>
                    <a:pt x="110264" y="112062"/>
                  </a:cubicBezTo>
                  <a:cubicBezTo>
                    <a:pt x="112773" y="112062"/>
                    <a:pt x="112311" y="107290"/>
                    <a:pt x="108397" y="106878"/>
                  </a:cubicBezTo>
                  <a:lnTo>
                    <a:pt x="102790" y="106878"/>
                  </a:lnTo>
                  <a:lnTo>
                    <a:pt x="102790" y="44503"/>
                  </a:lnTo>
                  <a:lnTo>
                    <a:pt x="108397" y="44503"/>
                  </a:lnTo>
                  <a:cubicBezTo>
                    <a:pt x="110266" y="44503"/>
                    <a:pt x="111667" y="43102"/>
                    <a:pt x="111667" y="41233"/>
                  </a:cubicBezTo>
                  <a:lnTo>
                    <a:pt x="111667" y="29319"/>
                  </a:lnTo>
                  <a:cubicBezTo>
                    <a:pt x="111667" y="28384"/>
                    <a:pt x="111434" y="27450"/>
                    <a:pt x="110499" y="26982"/>
                  </a:cubicBezTo>
                  <a:lnTo>
                    <a:pt x="92277" y="10396"/>
                  </a:lnTo>
                  <a:cubicBezTo>
                    <a:pt x="91693" y="9812"/>
                    <a:pt x="90934" y="9520"/>
                    <a:pt x="90175" y="9520"/>
                  </a:cubicBezTo>
                  <a:cubicBezTo>
                    <a:pt x="89416" y="9520"/>
                    <a:pt x="88656" y="9812"/>
                    <a:pt x="88072" y="10396"/>
                  </a:cubicBezTo>
                  <a:lnTo>
                    <a:pt x="69851" y="26982"/>
                  </a:lnTo>
                  <a:cubicBezTo>
                    <a:pt x="69383" y="27450"/>
                    <a:pt x="68683" y="28384"/>
                    <a:pt x="68683" y="29319"/>
                  </a:cubicBezTo>
                  <a:lnTo>
                    <a:pt x="68683" y="41233"/>
                  </a:lnTo>
                  <a:cubicBezTo>
                    <a:pt x="68683" y="43102"/>
                    <a:pt x="70084" y="44503"/>
                    <a:pt x="71953" y="44503"/>
                  </a:cubicBezTo>
                  <a:lnTo>
                    <a:pt x="77560" y="44503"/>
                  </a:lnTo>
                  <a:lnTo>
                    <a:pt x="77560" y="106878"/>
                  </a:lnTo>
                  <a:lnTo>
                    <a:pt x="70552" y="106878"/>
                  </a:lnTo>
                  <a:lnTo>
                    <a:pt x="70552" y="60856"/>
                  </a:lnTo>
                  <a:cubicBezTo>
                    <a:pt x="70552" y="58987"/>
                    <a:pt x="68916" y="57586"/>
                    <a:pt x="67281" y="57586"/>
                  </a:cubicBezTo>
                  <a:lnTo>
                    <a:pt x="48592" y="57586"/>
                  </a:lnTo>
                  <a:cubicBezTo>
                    <a:pt x="46723" y="57586"/>
                    <a:pt x="45321" y="58987"/>
                    <a:pt x="45321" y="60856"/>
                  </a:cubicBezTo>
                  <a:lnTo>
                    <a:pt x="45321" y="106878"/>
                  </a:lnTo>
                  <a:lnTo>
                    <a:pt x="38313" y="106878"/>
                  </a:lnTo>
                  <a:lnTo>
                    <a:pt x="38313" y="74172"/>
                  </a:lnTo>
                  <a:cubicBezTo>
                    <a:pt x="38313" y="72537"/>
                    <a:pt x="36911" y="71135"/>
                    <a:pt x="35042" y="71135"/>
                  </a:cubicBezTo>
                  <a:lnTo>
                    <a:pt x="16354" y="71135"/>
                  </a:lnTo>
                  <a:cubicBezTo>
                    <a:pt x="14718" y="71135"/>
                    <a:pt x="13317" y="72537"/>
                    <a:pt x="13317" y="74172"/>
                  </a:cubicBezTo>
                  <a:lnTo>
                    <a:pt x="13317" y="106878"/>
                  </a:lnTo>
                  <a:lnTo>
                    <a:pt x="6542" y="106878"/>
                  </a:lnTo>
                  <a:lnTo>
                    <a:pt x="6542" y="64594"/>
                  </a:lnTo>
                  <a:lnTo>
                    <a:pt x="17054" y="64594"/>
                  </a:lnTo>
                  <a:cubicBezTo>
                    <a:pt x="21493" y="64360"/>
                    <a:pt x="21493" y="58286"/>
                    <a:pt x="17054" y="57819"/>
                  </a:cubicBezTo>
                  <a:lnTo>
                    <a:pt x="6542" y="57819"/>
                  </a:lnTo>
                  <a:lnTo>
                    <a:pt x="6542" y="51979"/>
                  </a:lnTo>
                  <a:lnTo>
                    <a:pt x="12849" y="51979"/>
                  </a:lnTo>
                  <a:cubicBezTo>
                    <a:pt x="17288" y="51745"/>
                    <a:pt x="17288" y="45671"/>
                    <a:pt x="12849" y="45204"/>
                  </a:cubicBezTo>
                  <a:lnTo>
                    <a:pt x="6542" y="45204"/>
                  </a:lnTo>
                  <a:lnTo>
                    <a:pt x="6542" y="39364"/>
                  </a:lnTo>
                  <a:lnTo>
                    <a:pt x="12849" y="39364"/>
                  </a:lnTo>
                  <a:cubicBezTo>
                    <a:pt x="17288" y="39130"/>
                    <a:pt x="17288" y="33056"/>
                    <a:pt x="12849" y="32823"/>
                  </a:cubicBezTo>
                  <a:lnTo>
                    <a:pt x="6542" y="32823"/>
                  </a:lnTo>
                  <a:lnTo>
                    <a:pt x="6542" y="26982"/>
                  </a:lnTo>
                  <a:lnTo>
                    <a:pt x="12849" y="26982"/>
                  </a:lnTo>
                  <a:cubicBezTo>
                    <a:pt x="17288" y="26515"/>
                    <a:pt x="17288" y="20441"/>
                    <a:pt x="12849" y="20208"/>
                  </a:cubicBezTo>
                  <a:lnTo>
                    <a:pt x="6542" y="20208"/>
                  </a:lnTo>
                  <a:lnTo>
                    <a:pt x="6542" y="14367"/>
                  </a:lnTo>
                  <a:lnTo>
                    <a:pt x="17054" y="14367"/>
                  </a:lnTo>
                  <a:cubicBezTo>
                    <a:pt x="21493" y="14134"/>
                    <a:pt x="21493" y="7826"/>
                    <a:pt x="17054" y="7593"/>
                  </a:cubicBezTo>
                  <a:lnTo>
                    <a:pt x="6542" y="7593"/>
                  </a:lnTo>
                  <a:lnTo>
                    <a:pt x="6542" y="3154"/>
                  </a:lnTo>
                  <a:cubicBezTo>
                    <a:pt x="6425" y="1052"/>
                    <a:pt x="4790" y="0"/>
                    <a:pt x="3184" y="0"/>
                  </a:cubicBezTo>
                  <a:close/>
                </a:path>
              </a:pathLst>
            </a:custGeom>
            <a:solidFill>
              <a:schemeClr val="bg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 name="Google Shape;564;p34">
              <a:extLst>
                <a:ext uri="{FF2B5EF4-FFF2-40B4-BE49-F238E27FC236}">
                  <a16:creationId xmlns:a16="http://schemas.microsoft.com/office/drawing/2014/main" id="{1731DCC4-3245-B811-61FF-CA0DE23146E5}"/>
                </a:ext>
              </a:extLst>
            </p:cNvPr>
            <p:cNvSpPr/>
            <p:nvPr/>
          </p:nvSpPr>
          <p:spPr>
            <a:xfrm>
              <a:off x="3992444" y="3439624"/>
              <a:ext cx="336812" cy="286641"/>
            </a:xfrm>
            <a:custGeom>
              <a:avLst/>
              <a:gdLst/>
              <a:ahLst/>
              <a:cxnLst/>
              <a:rect l="l" t="t" r="r" b="b"/>
              <a:pathLst>
                <a:path w="112835" h="96027" extrusionOk="0">
                  <a:moveTo>
                    <a:pt x="85736" y="7721"/>
                  </a:moveTo>
                  <a:lnTo>
                    <a:pt x="104892" y="27111"/>
                  </a:lnTo>
                  <a:lnTo>
                    <a:pt x="96482" y="42529"/>
                  </a:lnTo>
                  <a:cubicBezTo>
                    <a:pt x="96482" y="42529"/>
                    <a:pt x="96482" y="42763"/>
                    <a:pt x="96248" y="42763"/>
                  </a:cubicBezTo>
                  <a:cubicBezTo>
                    <a:pt x="95080" y="46033"/>
                    <a:pt x="92978" y="48836"/>
                    <a:pt x="90408" y="51173"/>
                  </a:cubicBezTo>
                  <a:lnTo>
                    <a:pt x="83867" y="57480"/>
                  </a:lnTo>
                  <a:lnTo>
                    <a:pt x="64010" y="37623"/>
                  </a:lnTo>
                  <a:cubicBezTo>
                    <a:pt x="63426" y="37039"/>
                    <a:pt x="62550" y="36747"/>
                    <a:pt x="61674" y="36747"/>
                  </a:cubicBezTo>
                  <a:cubicBezTo>
                    <a:pt x="60798" y="36747"/>
                    <a:pt x="59922" y="37039"/>
                    <a:pt x="59338" y="37623"/>
                  </a:cubicBezTo>
                  <a:lnTo>
                    <a:pt x="54665" y="42295"/>
                  </a:lnTo>
                  <a:cubicBezTo>
                    <a:pt x="53848" y="43113"/>
                    <a:pt x="52680" y="43522"/>
                    <a:pt x="51512" y="43522"/>
                  </a:cubicBezTo>
                  <a:cubicBezTo>
                    <a:pt x="50344" y="43522"/>
                    <a:pt x="49176" y="43113"/>
                    <a:pt x="48358" y="42295"/>
                  </a:cubicBezTo>
                  <a:cubicBezTo>
                    <a:pt x="46489" y="40426"/>
                    <a:pt x="46489" y="37623"/>
                    <a:pt x="48358" y="35754"/>
                  </a:cubicBezTo>
                  <a:lnTo>
                    <a:pt x="62608" y="21971"/>
                  </a:lnTo>
                  <a:cubicBezTo>
                    <a:pt x="64711" y="20102"/>
                    <a:pt x="67047" y="18467"/>
                    <a:pt x="69617" y="17299"/>
                  </a:cubicBezTo>
                  <a:cubicBezTo>
                    <a:pt x="69617" y="17299"/>
                    <a:pt x="69850" y="17299"/>
                    <a:pt x="69850" y="17065"/>
                  </a:cubicBezTo>
                  <a:lnTo>
                    <a:pt x="85736" y="7721"/>
                  </a:lnTo>
                  <a:close/>
                  <a:moveTo>
                    <a:pt x="28501" y="48311"/>
                  </a:moveTo>
                  <a:cubicBezTo>
                    <a:pt x="29435" y="48311"/>
                    <a:pt x="30370" y="48720"/>
                    <a:pt x="31071" y="49537"/>
                  </a:cubicBezTo>
                  <a:lnTo>
                    <a:pt x="32005" y="50472"/>
                  </a:lnTo>
                  <a:cubicBezTo>
                    <a:pt x="32940" y="51173"/>
                    <a:pt x="32940" y="53041"/>
                    <a:pt x="32005" y="53742"/>
                  </a:cubicBezTo>
                  <a:lnTo>
                    <a:pt x="31071" y="54677"/>
                  </a:lnTo>
                  <a:lnTo>
                    <a:pt x="21960" y="63788"/>
                  </a:lnTo>
                  <a:cubicBezTo>
                    <a:pt x="21259" y="64488"/>
                    <a:pt x="20324" y="64839"/>
                    <a:pt x="19390" y="64839"/>
                  </a:cubicBezTo>
                  <a:cubicBezTo>
                    <a:pt x="18456" y="64839"/>
                    <a:pt x="17521" y="64488"/>
                    <a:pt x="16820" y="63788"/>
                  </a:cubicBezTo>
                  <a:cubicBezTo>
                    <a:pt x="15419" y="62386"/>
                    <a:pt x="15419" y="60050"/>
                    <a:pt x="16820" y="58648"/>
                  </a:cubicBezTo>
                  <a:lnTo>
                    <a:pt x="25931" y="49537"/>
                  </a:lnTo>
                  <a:cubicBezTo>
                    <a:pt x="26632" y="48720"/>
                    <a:pt x="27566" y="48311"/>
                    <a:pt x="28501" y="48311"/>
                  </a:cubicBezTo>
                  <a:close/>
                  <a:moveTo>
                    <a:pt x="38342" y="58298"/>
                  </a:moveTo>
                  <a:cubicBezTo>
                    <a:pt x="39305" y="58298"/>
                    <a:pt x="40298" y="58648"/>
                    <a:pt x="41116" y="59349"/>
                  </a:cubicBezTo>
                  <a:lnTo>
                    <a:pt x="41817" y="60283"/>
                  </a:lnTo>
                  <a:cubicBezTo>
                    <a:pt x="42751" y="61218"/>
                    <a:pt x="42751" y="62853"/>
                    <a:pt x="41817" y="63788"/>
                  </a:cubicBezTo>
                  <a:lnTo>
                    <a:pt x="32239" y="73366"/>
                  </a:lnTo>
                  <a:cubicBezTo>
                    <a:pt x="31538" y="74067"/>
                    <a:pt x="30603" y="74417"/>
                    <a:pt x="29669" y="74417"/>
                  </a:cubicBezTo>
                  <a:cubicBezTo>
                    <a:pt x="28734" y="74417"/>
                    <a:pt x="27800" y="74067"/>
                    <a:pt x="27099" y="73366"/>
                  </a:cubicBezTo>
                  <a:cubicBezTo>
                    <a:pt x="25230" y="72198"/>
                    <a:pt x="25230" y="69862"/>
                    <a:pt x="26632" y="68460"/>
                  </a:cubicBezTo>
                  <a:lnTo>
                    <a:pt x="35743" y="59349"/>
                  </a:lnTo>
                  <a:cubicBezTo>
                    <a:pt x="36444" y="58648"/>
                    <a:pt x="37378" y="58298"/>
                    <a:pt x="38342" y="58298"/>
                  </a:cubicBezTo>
                  <a:close/>
                  <a:moveTo>
                    <a:pt x="48592" y="68343"/>
                  </a:moveTo>
                  <a:cubicBezTo>
                    <a:pt x="49526" y="68343"/>
                    <a:pt x="50460" y="68693"/>
                    <a:pt x="51161" y="69394"/>
                  </a:cubicBezTo>
                  <a:cubicBezTo>
                    <a:pt x="52797" y="70796"/>
                    <a:pt x="52797" y="73132"/>
                    <a:pt x="51161" y="74534"/>
                  </a:cubicBezTo>
                  <a:lnTo>
                    <a:pt x="42284" y="83645"/>
                  </a:lnTo>
                  <a:cubicBezTo>
                    <a:pt x="41466" y="84345"/>
                    <a:pt x="40474" y="84696"/>
                    <a:pt x="39510" y="84696"/>
                  </a:cubicBezTo>
                  <a:cubicBezTo>
                    <a:pt x="38546" y="84696"/>
                    <a:pt x="37612" y="84345"/>
                    <a:pt x="36911" y="83645"/>
                  </a:cubicBezTo>
                  <a:cubicBezTo>
                    <a:pt x="35509" y="82243"/>
                    <a:pt x="35509" y="79907"/>
                    <a:pt x="36911" y="78505"/>
                  </a:cubicBezTo>
                  <a:lnTo>
                    <a:pt x="46022" y="69394"/>
                  </a:lnTo>
                  <a:cubicBezTo>
                    <a:pt x="46723" y="68693"/>
                    <a:pt x="47657" y="68343"/>
                    <a:pt x="48592" y="68343"/>
                  </a:cubicBezTo>
                  <a:close/>
                  <a:moveTo>
                    <a:pt x="27099" y="8188"/>
                  </a:moveTo>
                  <a:lnTo>
                    <a:pt x="51862" y="23373"/>
                  </a:lnTo>
                  <a:lnTo>
                    <a:pt x="43919" y="31082"/>
                  </a:lnTo>
                  <a:cubicBezTo>
                    <a:pt x="39481" y="35053"/>
                    <a:pt x="39481" y="42763"/>
                    <a:pt x="43919" y="46734"/>
                  </a:cubicBezTo>
                  <a:cubicBezTo>
                    <a:pt x="46022" y="48953"/>
                    <a:pt x="48884" y="50063"/>
                    <a:pt x="51774" y="50063"/>
                  </a:cubicBezTo>
                  <a:cubicBezTo>
                    <a:pt x="54665" y="50063"/>
                    <a:pt x="57586" y="48953"/>
                    <a:pt x="59805" y="46734"/>
                  </a:cubicBezTo>
                  <a:lnTo>
                    <a:pt x="62141" y="44398"/>
                  </a:lnTo>
                  <a:lnTo>
                    <a:pt x="81998" y="64255"/>
                  </a:lnTo>
                  <a:lnTo>
                    <a:pt x="82465" y="64956"/>
                  </a:lnTo>
                  <a:cubicBezTo>
                    <a:pt x="83633" y="66124"/>
                    <a:pt x="83633" y="67993"/>
                    <a:pt x="82465" y="69394"/>
                  </a:cubicBezTo>
                  <a:cubicBezTo>
                    <a:pt x="81881" y="69978"/>
                    <a:pt x="81064" y="70270"/>
                    <a:pt x="80246" y="70270"/>
                  </a:cubicBezTo>
                  <a:cubicBezTo>
                    <a:pt x="79428" y="70270"/>
                    <a:pt x="78611" y="69978"/>
                    <a:pt x="78027" y="69394"/>
                  </a:cubicBezTo>
                  <a:cubicBezTo>
                    <a:pt x="77484" y="68580"/>
                    <a:pt x="76388" y="68081"/>
                    <a:pt x="75291" y="68081"/>
                  </a:cubicBezTo>
                  <a:cubicBezTo>
                    <a:pt x="74500" y="68081"/>
                    <a:pt x="73708" y="68340"/>
                    <a:pt x="73121" y="68927"/>
                  </a:cubicBezTo>
                  <a:cubicBezTo>
                    <a:pt x="71953" y="70095"/>
                    <a:pt x="71953" y="72431"/>
                    <a:pt x="73121" y="73833"/>
                  </a:cubicBezTo>
                  <a:cubicBezTo>
                    <a:pt x="74522" y="75235"/>
                    <a:pt x="74522" y="77571"/>
                    <a:pt x="73121" y="78739"/>
                  </a:cubicBezTo>
                  <a:cubicBezTo>
                    <a:pt x="72420" y="79440"/>
                    <a:pt x="71486" y="79790"/>
                    <a:pt x="70580" y="79790"/>
                  </a:cubicBezTo>
                  <a:cubicBezTo>
                    <a:pt x="69675" y="79790"/>
                    <a:pt x="68799" y="79440"/>
                    <a:pt x="68215" y="78739"/>
                  </a:cubicBezTo>
                  <a:cubicBezTo>
                    <a:pt x="67631" y="78155"/>
                    <a:pt x="66755" y="77863"/>
                    <a:pt x="65879" y="77863"/>
                  </a:cubicBezTo>
                  <a:cubicBezTo>
                    <a:pt x="65003" y="77863"/>
                    <a:pt x="64127" y="78155"/>
                    <a:pt x="63543" y="78739"/>
                  </a:cubicBezTo>
                  <a:cubicBezTo>
                    <a:pt x="62375" y="79907"/>
                    <a:pt x="62375" y="82243"/>
                    <a:pt x="63543" y="83411"/>
                  </a:cubicBezTo>
                  <a:cubicBezTo>
                    <a:pt x="64944" y="84813"/>
                    <a:pt x="64944" y="87149"/>
                    <a:pt x="63543" y="88317"/>
                  </a:cubicBezTo>
                  <a:cubicBezTo>
                    <a:pt x="62842" y="89018"/>
                    <a:pt x="61907" y="89368"/>
                    <a:pt x="61002" y="89368"/>
                  </a:cubicBezTo>
                  <a:cubicBezTo>
                    <a:pt x="60097" y="89368"/>
                    <a:pt x="59221" y="89018"/>
                    <a:pt x="58637" y="88317"/>
                  </a:cubicBezTo>
                  <a:lnTo>
                    <a:pt x="52797" y="82477"/>
                  </a:lnTo>
                  <a:lnTo>
                    <a:pt x="55600" y="79673"/>
                  </a:lnTo>
                  <a:cubicBezTo>
                    <a:pt x="61674" y="73366"/>
                    <a:pt x="57936" y="62620"/>
                    <a:pt x="49292" y="62152"/>
                  </a:cubicBezTo>
                  <a:cubicBezTo>
                    <a:pt x="49292" y="59583"/>
                    <a:pt x="48358" y="57714"/>
                    <a:pt x="46489" y="55845"/>
                  </a:cubicBezTo>
                  <a:lnTo>
                    <a:pt x="45788" y="54910"/>
                  </a:lnTo>
                  <a:cubicBezTo>
                    <a:pt x="43919" y="53275"/>
                    <a:pt x="41583" y="52107"/>
                    <a:pt x="39247" y="52107"/>
                  </a:cubicBezTo>
                  <a:cubicBezTo>
                    <a:pt x="39247" y="49771"/>
                    <a:pt x="38313" y="47668"/>
                    <a:pt x="36677" y="46033"/>
                  </a:cubicBezTo>
                  <a:lnTo>
                    <a:pt x="35743" y="45099"/>
                  </a:lnTo>
                  <a:cubicBezTo>
                    <a:pt x="33757" y="42996"/>
                    <a:pt x="31129" y="41945"/>
                    <a:pt x="28501" y="41945"/>
                  </a:cubicBezTo>
                  <a:cubicBezTo>
                    <a:pt x="25873" y="41945"/>
                    <a:pt x="23245" y="42996"/>
                    <a:pt x="21259" y="45099"/>
                  </a:cubicBezTo>
                  <a:lnTo>
                    <a:pt x="18456" y="47668"/>
                  </a:lnTo>
                  <a:lnTo>
                    <a:pt x="7709" y="27578"/>
                  </a:lnTo>
                  <a:lnTo>
                    <a:pt x="27099" y="8188"/>
                  </a:lnTo>
                  <a:close/>
                  <a:moveTo>
                    <a:pt x="86478" y="0"/>
                  </a:moveTo>
                  <a:cubicBezTo>
                    <a:pt x="85836" y="0"/>
                    <a:pt x="85180" y="173"/>
                    <a:pt x="84568" y="479"/>
                  </a:cubicBezTo>
                  <a:lnTo>
                    <a:pt x="66813" y="11225"/>
                  </a:lnTo>
                  <a:cubicBezTo>
                    <a:pt x="63543" y="12627"/>
                    <a:pt x="60506" y="14729"/>
                    <a:pt x="57936" y="17065"/>
                  </a:cubicBezTo>
                  <a:lnTo>
                    <a:pt x="56534" y="18467"/>
                  </a:lnTo>
                  <a:lnTo>
                    <a:pt x="28034" y="946"/>
                  </a:lnTo>
                  <a:cubicBezTo>
                    <a:pt x="27596" y="683"/>
                    <a:pt x="27059" y="552"/>
                    <a:pt x="26498" y="552"/>
                  </a:cubicBezTo>
                  <a:cubicBezTo>
                    <a:pt x="25562" y="552"/>
                    <a:pt x="24559" y="917"/>
                    <a:pt x="23829" y="1647"/>
                  </a:cubicBezTo>
                  <a:lnTo>
                    <a:pt x="1168" y="24307"/>
                  </a:lnTo>
                  <a:cubicBezTo>
                    <a:pt x="234" y="25242"/>
                    <a:pt x="0" y="27111"/>
                    <a:pt x="467" y="28279"/>
                  </a:cubicBezTo>
                  <a:lnTo>
                    <a:pt x="13316" y="52341"/>
                  </a:lnTo>
                  <a:lnTo>
                    <a:pt x="11914" y="53976"/>
                  </a:lnTo>
                  <a:cubicBezTo>
                    <a:pt x="7709" y="57947"/>
                    <a:pt x="7709" y="64488"/>
                    <a:pt x="11914" y="68460"/>
                  </a:cubicBezTo>
                  <a:cubicBezTo>
                    <a:pt x="14017" y="70562"/>
                    <a:pt x="16353" y="71497"/>
                    <a:pt x="18923" y="71497"/>
                  </a:cubicBezTo>
                  <a:cubicBezTo>
                    <a:pt x="18923" y="74067"/>
                    <a:pt x="20091" y="76403"/>
                    <a:pt x="21726" y="78505"/>
                  </a:cubicBezTo>
                  <a:cubicBezTo>
                    <a:pt x="23829" y="80374"/>
                    <a:pt x="26165" y="81309"/>
                    <a:pt x="28734" y="81309"/>
                  </a:cubicBezTo>
                  <a:cubicBezTo>
                    <a:pt x="29048" y="87422"/>
                    <a:pt x="33990" y="91432"/>
                    <a:pt x="39114" y="91432"/>
                  </a:cubicBezTo>
                  <a:cubicBezTo>
                    <a:pt x="41625" y="91432"/>
                    <a:pt x="44181" y="90469"/>
                    <a:pt x="46255" y="88317"/>
                  </a:cubicBezTo>
                  <a:lnTo>
                    <a:pt x="47423" y="87149"/>
                  </a:lnTo>
                  <a:lnTo>
                    <a:pt x="53264" y="92989"/>
                  </a:lnTo>
                  <a:cubicBezTo>
                    <a:pt x="55366" y="95092"/>
                    <a:pt x="57702" y="96026"/>
                    <a:pt x="60506" y="96026"/>
                  </a:cubicBezTo>
                  <a:cubicBezTo>
                    <a:pt x="65879" y="96026"/>
                    <a:pt x="70551" y="91587"/>
                    <a:pt x="70785" y="86214"/>
                  </a:cubicBezTo>
                  <a:cubicBezTo>
                    <a:pt x="73121" y="86214"/>
                    <a:pt x="75924" y="85046"/>
                    <a:pt x="77559" y="83411"/>
                  </a:cubicBezTo>
                  <a:cubicBezTo>
                    <a:pt x="79195" y="81542"/>
                    <a:pt x="80363" y="79206"/>
                    <a:pt x="80363" y="76870"/>
                  </a:cubicBezTo>
                  <a:cubicBezTo>
                    <a:pt x="82699" y="76870"/>
                    <a:pt x="85035" y="75702"/>
                    <a:pt x="86904" y="74067"/>
                  </a:cubicBezTo>
                  <a:cubicBezTo>
                    <a:pt x="90174" y="71030"/>
                    <a:pt x="90642" y="65890"/>
                    <a:pt x="88306" y="62386"/>
                  </a:cubicBezTo>
                  <a:lnTo>
                    <a:pt x="94847" y="56312"/>
                  </a:lnTo>
                  <a:cubicBezTo>
                    <a:pt x="98117" y="53275"/>
                    <a:pt x="100453" y="49771"/>
                    <a:pt x="102089" y="45566"/>
                  </a:cubicBezTo>
                  <a:lnTo>
                    <a:pt x="111667" y="27811"/>
                  </a:lnTo>
                  <a:cubicBezTo>
                    <a:pt x="112835" y="26410"/>
                    <a:pt x="112601" y="24541"/>
                    <a:pt x="111667" y="23840"/>
                  </a:cubicBezTo>
                  <a:lnTo>
                    <a:pt x="88773" y="946"/>
                  </a:lnTo>
                  <a:cubicBezTo>
                    <a:pt x="88115" y="288"/>
                    <a:pt x="87308" y="0"/>
                    <a:pt x="86478" y="0"/>
                  </a:cubicBezTo>
                  <a:close/>
                </a:path>
              </a:pathLst>
            </a:custGeom>
            <a:solidFill>
              <a:schemeClr val="bg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6" name="Picture 5" descr="A map of the world&#10;&#10;AI-generated content may be incorrect.">
              <a:extLst>
                <a:ext uri="{FF2B5EF4-FFF2-40B4-BE49-F238E27FC236}">
                  <a16:creationId xmlns:a16="http://schemas.microsoft.com/office/drawing/2014/main" id="{37AB1CCE-00A8-684B-892D-2B518933AF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60197" y="2128448"/>
              <a:ext cx="6311900" cy="3124200"/>
            </a:xfrm>
            <a:prstGeom prst="rect">
              <a:avLst/>
            </a:prstGeom>
          </p:spPr>
        </p:pic>
      </p:grpSp>
    </p:spTree>
    <p:extLst>
      <p:ext uri="{BB962C8B-B14F-4D97-AF65-F5344CB8AC3E}">
        <p14:creationId xmlns:p14="http://schemas.microsoft.com/office/powerpoint/2010/main" val="42106334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4BD21AB4-0B99-8212-4C32-0B1F9CF86644}"/>
              </a:ext>
            </a:extLst>
          </p:cNvPr>
          <p:cNvSpPr txBox="1"/>
          <p:nvPr/>
        </p:nvSpPr>
        <p:spPr>
          <a:xfrm>
            <a:off x="1659467" y="1173671"/>
            <a:ext cx="8873066" cy="254787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Solution</a:t>
            </a:r>
          </a:p>
        </p:txBody>
      </p:sp>
      <p:sp>
        <p:nvSpPr>
          <p:cNvPr id="36" name="TextBox 35">
            <a:extLst>
              <a:ext uri="{FF2B5EF4-FFF2-40B4-BE49-F238E27FC236}">
                <a16:creationId xmlns:a16="http://schemas.microsoft.com/office/drawing/2014/main" id="{4E6F5232-F3C8-2CC6-9C58-8C7B154858A3}"/>
              </a:ext>
            </a:extLst>
          </p:cNvPr>
          <p:cNvSpPr txBox="1"/>
          <p:nvPr/>
        </p:nvSpPr>
        <p:spPr>
          <a:xfrm>
            <a:off x="768927" y="3095084"/>
            <a:ext cx="10317557" cy="255300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Highlights</a:t>
            </a:r>
          </a:p>
        </p:txBody>
      </p:sp>
      <p:grpSp>
        <p:nvGrpSpPr>
          <p:cNvPr id="3" name="Group 2">
            <a:extLst>
              <a:ext uri="{FF2B5EF4-FFF2-40B4-BE49-F238E27FC236}">
                <a16:creationId xmlns:a16="http://schemas.microsoft.com/office/drawing/2014/main" id="{7926D731-D60B-EA3A-2167-1CD489D01154}"/>
              </a:ext>
            </a:extLst>
          </p:cNvPr>
          <p:cNvGrpSpPr/>
          <p:nvPr/>
        </p:nvGrpSpPr>
        <p:grpSpPr>
          <a:xfrm>
            <a:off x="236045" y="7569504"/>
            <a:ext cx="11719910" cy="6427413"/>
            <a:chOff x="299484" y="369986"/>
            <a:chExt cx="11719910" cy="6427413"/>
          </a:xfrm>
        </p:grpSpPr>
        <p:cxnSp>
          <p:nvCxnSpPr>
            <p:cNvPr id="4" name="Straight Connector 3">
              <a:extLst>
                <a:ext uri="{FF2B5EF4-FFF2-40B4-BE49-F238E27FC236}">
                  <a16:creationId xmlns:a16="http://schemas.microsoft.com/office/drawing/2014/main" id="{B1FFF607-29D4-DCE8-84C8-C9D348332C07}"/>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5" name="!!model">
              <a:extLst>
                <a:ext uri="{FF2B5EF4-FFF2-40B4-BE49-F238E27FC236}">
                  <a16:creationId xmlns:a16="http://schemas.microsoft.com/office/drawing/2014/main" id="{312C3B7C-C839-A3CC-CC04-4510DE481FE8}"/>
                </a:ext>
              </a:extLst>
            </p:cNvPr>
            <p:cNvGrpSpPr/>
            <p:nvPr/>
          </p:nvGrpSpPr>
          <p:grpSpPr>
            <a:xfrm>
              <a:off x="5842207" y="369986"/>
              <a:ext cx="507586" cy="507586"/>
              <a:chOff x="5832785" y="1868829"/>
              <a:chExt cx="507586" cy="507586"/>
            </a:xfrm>
          </p:grpSpPr>
          <p:sp useBgFill="1">
            <p:nvSpPr>
              <p:cNvPr id="12" name="Oval 11">
                <a:extLst>
                  <a:ext uri="{FF2B5EF4-FFF2-40B4-BE49-F238E27FC236}">
                    <a16:creationId xmlns:a16="http://schemas.microsoft.com/office/drawing/2014/main" id="{31936615-69DA-C38A-F999-06AA0F6B55A3}"/>
                  </a:ext>
                </a:extLst>
              </p:cNvPr>
              <p:cNvSpPr/>
              <p:nvPr/>
            </p:nvSpPr>
            <p:spPr>
              <a:xfrm>
                <a:off x="5832785" y="1868829"/>
                <a:ext cx="507586" cy="507586"/>
              </a:xfrm>
              <a:prstGeom prst="ellipse">
                <a:avLst/>
              </a:prstGeom>
              <a:blipFill dpi="0" rotWithShape="0">
                <a:blip r:embed="rId2">
                  <a:lum/>
                </a:blip>
                <a:srcRect/>
                <a:stretch>
                  <a:fillRect l="-1150979" t="-367961" r="-1150979"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3" name="Graphic 12">
                <a:extLst>
                  <a:ext uri="{FF2B5EF4-FFF2-40B4-BE49-F238E27FC236}">
                    <a16:creationId xmlns:a16="http://schemas.microsoft.com/office/drawing/2014/main" id="{D484A9F4-D459-FF2F-2440-636CC5C72F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0578" y="1996622"/>
                <a:ext cx="252000" cy="252000"/>
              </a:xfrm>
              <a:prstGeom prst="rect">
                <a:avLst/>
              </a:prstGeom>
            </p:spPr>
          </p:pic>
        </p:grpSp>
        <p:sp>
          <p:nvSpPr>
            <p:cNvPr id="6" name="TextBox 5">
              <a:extLst>
                <a:ext uri="{FF2B5EF4-FFF2-40B4-BE49-F238E27FC236}">
                  <a16:creationId xmlns:a16="http://schemas.microsoft.com/office/drawing/2014/main" id="{907DB833-0AF2-962A-9C68-4A05868815EB}"/>
                </a:ext>
              </a:extLst>
            </p:cNvPr>
            <p:cNvSpPr txBox="1"/>
            <p:nvPr/>
          </p:nvSpPr>
          <p:spPr>
            <a:xfrm>
              <a:off x="299484" y="764433"/>
              <a:ext cx="4757048" cy="1029128"/>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Overview of our</a:t>
              </a:r>
            </a:p>
            <a:p>
              <a:r>
                <a:rPr lang="en-GB" sz="4800" dirty="0"/>
                <a:t>business model</a:t>
              </a:r>
            </a:p>
          </p:txBody>
        </p:sp>
        <p:cxnSp>
          <p:nvCxnSpPr>
            <p:cNvPr id="7" name="Straight Connector 6">
              <a:extLst>
                <a:ext uri="{FF2B5EF4-FFF2-40B4-BE49-F238E27FC236}">
                  <a16:creationId xmlns:a16="http://schemas.microsoft.com/office/drawing/2014/main" id="{BB59A09B-9264-5CBF-035D-6B9BC212EC0F}"/>
                </a:ext>
              </a:extLst>
            </p:cNvPr>
            <p:cNvCxnSpPr/>
            <p:nvPr/>
          </p:nvCxnSpPr>
          <p:spPr>
            <a:xfrm>
              <a:off x="6096000" y="1056986"/>
              <a:ext cx="0" cy="540836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3488F6B-9578-81C1-C65F-1161DDA49490}"/>
                </a:ext>
              </a:extLst>
            </p:cNvPr>
            <p:cNvSpPr txBox="1"/>
            <p:nvPr/>
          </p:nvSpPr>
          <p:spPr>
            <a:xfrm>
              <a:off x="299484" y="1780641"/>
              <a:ext cx="5670513" cy="5016758"/>
            </a:xfrm>
            <a:prstGeom prst="rect">
              <a:avLst/>
            </a:prstGeom>
            <a:noFill/>
          </p:spPr>
          <p:txBody>
            <a:bodyPr wrap="square" rtlCol="0">
              <a:spAutoFit/>
            </a:bodyPr>
            <a:lstStyle/>
            <a:p>
              <a:r>
                <a:rPr lang="en-US" sz="2000" dirty="0">
                  <a:solidFill>
                    <a:schemeClr val="bg1"/>
                  </a:solidFill>
                </a:rPr>
                <a:t>The application focuses on High Quantitative Momentum (HQM) Analysis.</a:t>
              </a:r>
            </a:p>
            <a:p>
              <a:pPr marL="342900" indent="-342900">
                <a:buFont typeface="+mj-lt"/>
                <a:buAutoNum type="arabicPeriod"/>
              </a:pPr>
              <a:endParaRPr lang="en-US" sz="2000" dirty="0">
                <a:solidFill>
                  <a:schemeClr val="bg1"/>
                </a:solidFill>
              </a:endParaRPr>
            </a:p>
            <a:p>
              <a:pPr marL="342900" indent="-342900">
                <a:buFont typeface="+mj-lt"/>
                <a:buAutoNum type="arabicPeriod"/>
              </a:pPr>
              <a:r>
                <a:rPr lang="en-US" sz="2000" dirty="0">
                  <a:solidFill>
                    <a:schemeClr val="bg1"/>
                  </a:solidFill>
                </a:rPr>
                <a:t>Set parameters: choose a 6 or 12-month lookback period and the number of top stocks (e.g., 10).</a:t>
              </a:r>
            </a:p>
            <a:p>
              <a:pPr marL="342900" indent="-342900">
                <a:buFont typeface="+mj-lt"/>
                <a:buAutoNum type="arabicPeriod"/>
              </a:pPr>
              <a:r>
                <a:rPr lang="en-US" sz="2000" dirty="0">
                  <a:solidFill>
                    <a:schemeClr val="bg1"/>
                  </a:solidFill>
                </a:rPr>
                <a:t>Collect data: gather historical adjusted close prices.</a:t>
              </a:r>
            </a:p>
            <a:p>
              <a:pPr marL="342900" indent="-342900">
                <a:buFont typeface="+mj-lt"/>
                <a:buAutoNum type="arabicPeriod"/>
              </a:pPr>
              <a:r>
                <a:rPr lang="en-US" sz="2000" dirty="0">
                  <a:solidFill>
                    <a:schemeClr val="bg1"/>
                  </a:solidFill>
                </a:rPr>
                <a:t>Calculate HQM: (Current Price – Price n days ago) ÷ Price n days ago × 100.</a:t>
              </a:r>
            </a:p>
            <a:p>
              <a:pPr marL="342900" indent="-342900">
                <a:buFont typeface="+mj-lt"/>
                <a:buAutoNum type="arabicPeriod"/>
              </a:pPr>
              <a:r>
                <a:rPr lang="en-US" sz="2000" dirty="0">
                  <a:solidFill>
                    <a:schemeClr val="bg1"/>
                  </a:solidFill>
                </a:rPr>
                <a:t>Rank and select: order stocks by HQM score and pick top performers.</a:t>
              </a:r>
            </a:p>
            <a:p>
              <a:pPr marL="342900" indent="-342900">
                <a:buFont typeface="+mj-lt"/>
                <a:buAutoNum type="arabicPeriod"/>
              </a:pPr>
              <a:r>
                <a:rPr lang="en-US" sz="2000" dirty="0">
                  <a:solidFill>
                    <a:schemeClr val="bg1"/>
                  </a:solidFill>
                </a:rPr>
                <a:t>Allocate and invest: distribute capital equally or proportionally.</a:t>
              </a:r>
            </a:p>
            <a:p>
              <a:pPr marL="342900" indent="-342900">
                <a:buFont typeface="+mj-lt"/>
                <a:buAutoNum type="arabicPeriod"/>
              </a:pPr>
              <a:r>
                <a:rPr lang="en-US" sz="2000" dirty="0">
                  <a:solidFill>
                    <a:schemeClr val="bg1"/>
                  </a:solidFill>
                </a:rPr>
                <a:t>Rebalance: monthly or quarterly, drop laggards and add new leaders.</a:t>
              </a:r>
            </a:p>
            <a:p>
              <a:endParaRPr lang="en-US" sz="2000" dirty="0">
                <a:solidFill>
                  <a:schemeClr val="bg1"/>
                </a:solidFill>
              </a:endParaRPr>
            </a:p>
          </p:txBody>
        </p:sp>
        <p:pic>
          <p:nvPicPr>
            <p:cNvPr id="9" name="Picture 8" descr="WhatsApp Image 2022-11-18 at 06.41.39">
              <a:extLst>
                <a:ext uri="{FF2B5EF4-FFF2-40B4-BE49-F238E27FC236}">
                  <a16:creationId xmlns:a16="http://schemas.microsoft.com/office/drawing/2014/main" id="{F13C7A39-F290-CB71-138F-EBF3888767B9}"/>
                </a:ext>
              </a:extLst>
            </p:cNvPr>
            <p:cNvPicPr>
              <a:picLocks noChangeAspect="1"/>
            </p:cNvPicPr>
            <p:nvPr/>
          </p:nvPicPr>
          <p:blipFill>
            <a:blip r:embed="rId5"/>
            <a:stretch>
              <a:fillRect/>
            </a:stretch>
          </p:blipFill>
          <p:spPr>
            <a:xfrm>
              <a:off x="9518973" y="1878425"/>
              <a:ext cx="2500421" cy="1941467"/>
            </a:xfrm>
            <a:prstGeom prst="rect">
              <a:avLst/>
            </a:prstGeom>
          </p:spPr>
        </p:pic>
        <p:pic>
          <p:nvPicPr>
            <p:cNvPr id="10" name="Picture 9">
              <a:extLst>
                <a:ext uri="{FF2B5EF4-FFF2-40B4-BE49-F238E27FC236}">
                  <a16:creationId xmlns:a16="http://schemas.microsoft.com/office/drawing/2014/main" id="{51C61305-A0FE-771E-197C-23DFC47B9269}"/>
                </a:ext>
              </a:extLst>
            </p:cNvPr>
            <p:cNvPicPr>
              <a:picLocks noChangeAspect="1"/>
            </p:cNvPicPr>
            <p:nvPr/>
          </p:nvPicPr>
          <p:blipFill>
            <a:blip r:embed="rId6"/>
            <a:stretch>
              <a:fillRect/>
            </a:stretch>
          </p:blipFill>
          <p:spPr>
            <a:xfrm>
              <a:off x="6349793" y="4183832"/>
              <a:ext cx="5062562" cy="2304182"/>
            </a:xfrm>
            <a:prstGeom prst="rect">
              <a:avLst/>
            </a:prstGeom>
          </p:spPr>
        </p:pic>
        <p:sp>
          <p:nvSpPr>
            <p:cNvPr id="11" name="TextBox 10">
              <a:extLst>
                <a:ext uri="{FF2B5EF4-FFF2-40B4-BE49-F238E27FC236}">
                  <a16:creationId xmlns:a16="http://schemas.microsoft.com/office/drawing/2014/main" id="{1F5DFE5B-4539-C22A-07A0-49EAA2FA813A}"/>
                </a:ext>
              </a:extLst>
            </p:cNvPr>
            <p:cNvSpPr txBox="1"/>
            <p:nvPr/>
          </p:nvSpPr>
          <p:spPr>
            <a:xfrm>
              <a:off x="6222000" y="1752397"/>
              <a:ext cx="3170972" cy="2431435"/>
            </a:xfrm>
            <a:prstGeom prst="rect">
              <a:avLst/>
            </a:prstGeom>
            <a:noFill/>
          </p:spPr>
          <p:txBody>
            <a:bodyPr wrap="square" rtlCol="0">
              <a:spAutoFit/>
            </a:bodyPr>
            <a:lstStyle/>
            <a:p>
              <a:r>
                <a:rPr lang="en-CA" sz="1900" dirty="0">
                  <a:solidFill>
                    <a:schemeClr val="bg1"/>
                  </a:solidFill>
                </a:rPr>
                <a:t>The app uses HQM Scores to recommend stocks and quantities, offers diversification and risk options, shortlists top picks, includes a beginner practice portal, and exports results to Excel.</a:t>
              </a:r>
            </a:p>
          </p:txBody>
        </p:sp>
      </p:grpSp>
    </p:spTree>
    <p:extLst>
      <p:ext uri="{BB962C8B-B14F-4D97-AF65-F5344CB8AC3E}">
        <p14:creationId xmlns:p14="http://schemas.microsoft.com/office/powerpoint/2010/main" val="2415979649"/>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D22468-DC17-89A8-6DC0-C4D760E9764F}"/>
              </a:ext>
            </a:extLst>
          </p:cNvPr>
          <p:cNvSpPr txBox="1"/>
          <p:nvPr/>
        </p:nvSpPr>
        <p:spPr>
          <a:xfrm>
            <a:off x="299484" y="407551"/>
            <a:ext cx="775853"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Solution</a:t>
            </a:r>
          </a:p>
        </p:txBody>
      </p:sp>
      <p:sp>
        <p:nvSpPr>
          <p:cNvPr id="4" name="TextBox 3">
            <a:extLst>
              <a:ext uri="{FF2B5EF4-FFF2-40B4-BE49-F238E27FC236}">
                <a16:creationId xmlns:a16="http://schemas.microsoft.com/office/drawing/2014/main" id="{C98BE1DB-3DF0-B1CC-11F3-5DD5476FE791}"/>
              </a:ext>
            </a:extLst>
          </p:cNvPr>
          <p:cNvSpPr txBox="1"/>
          <p:nvPr/>
        </p:nvSpPr>
        <p:spPr>
          <a:xfrm>
            <a:off x="1107421" y="407551"/>
            <a:ext cx="931345"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lang="en-US" kern="0" dirty="0">
                <a:solidFill>
                  <a:prstClr val="white"/>
                </a:solidFill>
                <a:latin typeface="Darker Grotesque" pitchFamily="2" charset="0"/>
              </a:rPr>
              <a:t>Highlights</a:t>
            </a:r>
            <a:endParaRPr kumimoji="0" lang="en-US" b="0" i="0" u="none" strike="noStrike" kern="0" cap="none" spc="0" normalizeH="0" baseline="0" noProof="0" dirty="0">
              <a:ln>
                <a:noFill/>
              </a:ln>
              <a:solidFill>
                <a:prstClr val="white"/>
              </a:solidFill>
              <a:effectLst/>
              <a:uLnTx/>
              <a:uFillTx/>
              <a:latin typeface="Darker Grotesque" pitchFamily="2" charset="0"/>
            </a:endParaRPr>
          </a:p>
        </p:txBody>
      </p:sp>
      <p:grpSp>
        <p:nvGrpSpPr>
          <p:cNvPr id="39" name="Group 38">
            <a:extLst>
              <a:ext uri="{FF2B5EF4-FFF2-40B4-BE49-F238E27FC236}">
                <a16:creationId xmlns:a16="http://schemas.microsoft.com/office/drawing/2014/main" id="{0DB979CE-174E-4B9E-7189-2477C68A2B54}"/>
              </a:ext>
            </a:extLst>
          </p:cNvPr>
          <p:cNvGrpSpPr/>
          <p:nvPr/>
        </p:nvGrpSpPr>
        <p:grpSpPr>
          <a:xfrm>
            <a:off x="299484" y="369986"/>
            <a:ext cx="11719910" cy="6427413"/>
            <a:chOff x="299484" y="369986"/>
            <a:chExt cx="11719910" cy="6427413"/>
          </a:xfrm>
        </p:grpSpPr>
        <p:cxnSp>
          <p:nvCxnSpPr>
            <p:cNvPr id="10" name="Straight Connector 9">
              <a:extLst>
                <a:ext uri="{FF2B5EF4-FFF2-40B4-BE49-F238E27FC236}">
                  <a16:creationId xmlns:a16="http://schemas.microsoft.com/office/drawing/2014/main" id="{F6C10F56-A273-C32F-0F55-F8DAD118B94A}"/>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25" name="!!model">
              <a:extLst>
                <a:ext uri="{FF2B5EF4-FFF2-40B4-BE49-F238E27FC236}">
                  <a16:creationId xmlns:a16="http://schemas.microsoft.com/office/drawing/2014/main" id="{F51B1873-4223-1D99-F908-62B7BB4F14F7}"/>
                </a:ext>
              </a:extLst>
            </p:cNvPr>
            <p:cNvGrpSpPr/>
            <p:nvPr/>
          </p:nvGrpSpPr>
          <p:grpSpPr>
            <a:xfrm>
              <a:off x="5842207" y="369986"/>
              <a:ext cx="507586" cy="507586"/>
              <a:chOff x="5832785" y="1868829"/>
              <a:chExt cx="507586" cy="507586"/>
            </a:xfrm>
          </p:grpSpPr>
          <p:sp useBgFill="1">
            <p:nvSpPr>
              <p:cNvPr id="26" name="Oval 25">
                <a:extLst>
                  <a:ext uri="{FF2B5EF4-FFF2-40B4-BE49-F238E27FC236}">
                    <a16:creationId xmlns:a16="http://schemas.microsoft.com/office/drawing/2014/main" id="{DDCEEB63-FD54-930B-5BB2-ED1F246A5617}"/>
                  </a:ext>
                </a:extLst>
              </p:cNvPr>
              <p:cNvSpPr/>
              <p:nvPr/>
            </p:nvSpPr>
            <p:spPr>
              <a:xfrm>
                <a:off x="5832785" y="1868829"/>
                <a:ext cx="507586" cy="507586"/>
              </a:xfrm>
              <a:prstGeom prst="ellipse">
                <a:avLst/>
              </a:prstGeom>
              <a:blipFill dpi="0" rotWithShape="0">
                <a:blip r:embed="rId2">
                  <a:lum/>
                </a:blip>
                <a:srcRect/>
                <a:stretch>
                  <a:fillRect l="-1150979" t="-367961" r="-1150979"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7" name="Graphic 26">
                <a:extLst>
                  <a:ext uri="{FF2B5EF4-FFF2-40B4-BE49-F238E27FC236}">
                    <a16:creationId xmlns:a16="http://schemas.microsoft.com/office/drawing/2014/main" id="{D6D85D96-DFC0-A226-E885-3CBE48B720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0578" y="1996622"/>
                <a:ext cx="252000" cy="252000"/>
              </a:xfrm>
              <a:prstGeom prst="rect">
                <a:avLst/>
              </a:prstGeom>
            </p:spPr>
          </p:pic>
        </p:grpSp>
        <p:sp>
          <p:nvSpPr>
            <p:cNvPr id="21" name="TextBox 20">
              <a:extLst>
                <a:ext uri="{FF2B5EF4-FFF2-40B4-BE49-F238E27FC236}">
                  <a16:creationId xmlns:a16="http://schemas.microsoft.com/office/drawing/2014/main" id="{5CCA2FCA-1C43-96D5-E750-A7B4C2951CB7}"/>
                </a:ext>
              </a:extLst>
            </p:cNvPr>
            <p:cNvSpPr txBox="1"/>
            <p:nvPr/>
          </p:nvSpPr>
          <p:spPr>
            <a:xfrm>
              <a:off x="299484" y="764433"/>
              <a:ext cx="4757048" cy="1029128"/>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Overview of our</a:t>
              </a:r>
            </a:p>
            <a:p>
              <a:r>
                <a:rPr lang="en-GB" sz="4800" dirty="0"/>
                <a:t>business model</a:t>
              </a:r>
            </a:p>
          </p:txBody>
        </p:sp>
        <p:cxnSp>
          <p:nvCxnSpPr>
            <p:cNvPr id="34" name="Straight Connector 33">
              <a:extLst>
                <a:ext uri="{FF2B5EF4-FFF2-40B4-BE49-F238E27FC236}">
                  <a16:creationId xmlns:a16="http://schemas.microsoft.com/office/drawing/2014/main" id="{EE11CA61-8721-36E7-9CD4-D6CD863D38D9}"/>
                </a:ext>
              </a:extLst>
            </p:cNvPr>
            <p:cNvCxnSpPr/>
            <p:nvPr/>
          </p:nvCxnSpPr>
          <p:spPr>
            <a:xfrm>
              <a:off x="6096000" y="1056986"/>
              <a:ext cx="0" cy="540836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84507EBB-B35A-FBC8-B398-2E8A8C494328}"/>
                </a:ext>
              </a:extLst>
            </p:cNvPr>
            <p:cNvSpPr txBox="1"/>
            <p:nvPr/>
          </p:nvSpPr>
          <p:spPr>
            <a:xfrm>
              <a:off x="299484" y="1780641"/>
              <a:ext cx="5670513" cy="5016758"/>
            </a:xfrm>
            <a:prstGeom prst="rect">
              <a:avLst/>
            </a:prstGeom>
            <a:noFill/>
          </p:spPr>
          <p:txBody>
            <a:bodyPr wrap="square" rtlCol="0">
              <a:spAutoFit/>
            </a:bodyPr>
            <a:lstStyle/>
            <a:p>
              <a:r>
                <a:rPr lang="en-US" sz="2000" dirty="0">
                  <a:solidFill>
                    <a:schemeClr val="bg1"/>
                  </a:solidFill>
                </a:rPr>
                <a:t>The application focuses on High Quantitative Momentum (HQM) Analysis.</a:t>
              </a:r>
            </a:p>
            <a:p>
              <a:pPr marL="342900" indent="-342900">
                <a:buFont typeface="+mj-lt"/>
                <a:buAutoNum type="arabicPeriod"/>
              </a:pPr>
              <a:endParaRPr lang="en-US" sz="2000" dirty="0">
                <a:solidFill>
                  <a:schemeClr val="bg1"/>
                </a:solidFill>
              </a:endParaRPr>
            </a:p>
            <a:p>
              <a:pPr marL="342900" indent="-342900">
                <a:buFont typeface="+mj-lt"/>
                <a:buAutoNum type="arabicPeriod"/>
              </a:pPr>
              <a:r>
                <a:rPr lang="en-US" sz="2000" dirty="0">
                  <a:solidFill>
                    <a:schemeClr val="bg1"/>
                  </a:solidFill>
                </a:rPr>
                <a:t>Set parameters: choose a 6 or 12-month lookback period and the number of top stocks (e.g., 10).</a:t>
              </a:r>
            </a:p>
            <a:p>
              <a:pPr marL="342900" indent="-342900">
                <a:buFont typeface="+mj-lt"/>
                <a:buAutoNum type="arabicPeriod"/>
              </a:pPr>
              <a:r>
                <a:rPr lang="en-US" sz="2000" dirty="0">
                  <a:solidFill>
                    <a:schemeClr val="bg1"/>
                  </a:solidFill>
                </a:rPr>
                <a:t>Collect data: gather historical adjusted close prices.</a:t>
              </a:r>
            </a:p>
            <a:p>
              <a:pPr marL="342900" indent="-342900">
                <a:buFont typeface="+mj-lt"/>
                <a:buAutoNum type="arabicPeriod"/>
              </a:pPr>
              <a:r>
                <a:rPr lang="en-US" sz="2000" dirty="0">
                  <a:solidFill>
                    <a:schemeClr val="bg1"/>
                  </a:solidFill>
                </a:rPr>
                <a:t>Calculate HQM: (Current Price – Price n days ago) ÷ Price n days ago × 100.</a:t>
              </a:r>
            </a:p>
            <a:p>
              <a:pPr marL="342900" indent="-342900">
                <a:buFont typeface="+mj-lt"/>
                <a:buAutoNum type="arabicPeriod"/>
              </a:pPr>
              <a:r>
                <a:rPr lang="en-US" sz="2000" dirty="0">
                  <a:solidFill>
                    <a:schemeClr val="bg1"/>
                  </a:solidFill>
                </a:rPr>
                <a:t>Rank and select: order stocks by HQM score and pick top performers.</a:t>
              </a:r>
            </a:p>
            <a:p>
              <a:pPr marL="342900" indent="-342900">
                <a:buFont typeface="+mj-lt"/>
                <a:buAutoNum type="arabicPeriod"/>
              </a:pPr>
              <a:r>
                <a:rPr lang="en-US" sz="2000" dirty="0">
                  <a:solidFill>
                    <a:schemeClr val="bg1"/>
                  </a:solidFill>
                </a:rPr>
                <a:t>Allocate and invest: distribute capital equally or proportionally.</a:t>
              </a:r>
            </a:p>
            <a:p>
              <a:pPr marL="342900" indent="-342900">
                <a:buFont typeface="+mj-lt"/>
                <a:buAutoNum type="arabicPeriod"/>
              </a:pPr>
              <a:r>
                <a:rPr lang="en-US" sz="2000" dirty="0">
                  <a:solidFill>
                    <a:schemeClr val="bg1"/>
                  </a:solidFill>
                </a:rPr>
                <a:t>Rebalance: monthly or quarterly, drop laggards and add new leaders.</a:t>
              </a:r>
            </a:p>
            <a:p>
              <a:endParaRPr lang="en-US" sz="2000" dirty="0">
                <a:solidFill>
                  <a:schemeClr val="bg1"/>
                </a:solidFill>
              </a:endParaRPr>
            </a:p>
          </p:txBody>
        </p:sp>
        <p:pic>
          <p:nvPicPr>
            <p:cNvPr id="36" name="Picture 35" descr="WhatsApp Image 2022-11-18 at 06.41.39">
              <a:extLst>
                <a:ext uri="{FF2B5EF4-FFF2-40B4-BE49-F238E27FC236}">
                  <a16:creationId xmlns:a16="http://schemas.microsoft.com/office/drawing/2014/main" id="{4590B5BF-CEE2-2579-70F4-66270EE5BBFE}"/>
                </a:ext>
              </a:extLst>
            </p:cNvPr>
            <p:cNvPicPr>
              <a:picLocks noChangeAspect="1"/>
            </p:cNvPicPr>
            <p:nvPr/>
          </p:nvPicPr>
          <p:blipFill>
            <a:blip r:embed="rId5"/>
            <a:stretch>
              <a:fillRect/>
            </a:stretch>
          </p:blipFill>
          <p:spPr>
            <a:xfrm>
              <a:off x="9518973" y="1878425"/>
              <a:ext cx="2500421" cy="1941467"/>
            </a:xfrm>
            <a:prstGeom prst="rect">
              <a:avLst/>
            </a:prstGeom>
          </p:spPr>
        </p:pic>
        <p:pic>
          <p:nvPicPr>
            <p:cNvPr id="37" name="Picture 36">
              <a:extLst>
                <a:ext uri="{FF2B5EF4-FFF2-40B4-BE49-F238E27FC236}">
                  <a16:creationId xmlns:a16="http://schemas.microsoft.com/office/drawing/2014/main" id="{9BD1DCCC-4C2A-EA66-A97B-2C39D9AC7378}"/>
                </a:ext>
              </a:extLst>
            </p:cNvPr>
            <p:cNvPicPr>
              <a:picLocks noChangeAspect="1"/>
            </p:cNvPicPr>
            <p:nvPr/>
          </p:nvPicPr>
          <p:blipFill>
            <a:blip r:embed="rId6"/>
            <a:stretch>
              <a:fillRect/>
            </a:stretch>
          </p:blipFill>
          <p:spPr>
            <a:xfrm>
              <a:off x="6349793" y="4183832"/>
              <a:ext cx="5062562" cy="2304182"/>
            </a:xfrm>
            <a:prstGeom prst="rect">
              <a:avLst/>
            </a:prstGeom>
          </p:spPr>
        </p:pic>
        <p:sp>
          <p:nvSpPr>
            <p:cNvPr id="38" name="TextBox 37">
              <a:extLst>
                <a:ext uri="{FF2B5EF4-FFF2-40B4-BE49-F238E27FC236}">
                  <a16:creationId xmlns:a16="http://schemas.microsoft.com/office/drawing/2014/main" id="{F0E8E3D2-2EA1-DC7C-1B7D-DB21344B8FB2}"/>
                </a:ext>
              </a:extLst>
            </p:cNvPr>
            <p:cNvSpPr txBox="1"/>
            <p:nvPr/>
          </p:nvSpPr>
          <p:spPr>
            <a:xfrm>
              <a:off x="6222000" y="1752397"/>
              <a:ext cx="3170972" cy="2431435"/>
            </a:xfrm>
            <a:prstGeom prst="rect">
              <a:avLst/>
            </a:prstGeom>
            <a:noFill/>
          </p:spPr>
          <p:txBody>
            <a:bodyPr wrap="square" rtlCol="0">
              <a:spAutoFit/>
            </a:bodyPr>
            <a:lstStyle/>
            <a:p>
              <a:r>
                <a:rPr lang="en-CA" sz="1900" dirty="0">
                  <a:solidFill>
                    <a:schemeClr val="bg1"/>
                  </a:solidFill>
                </a:rPr>
                <a:t>The app uses HQM Scores to recommend stocks and quantities, offers diversification and risk options, shortlists top picks, includes a beginner practice portal, and exports results to Excel.</a:t>
              </a:r>
            </a:p>
          </p:txBody>
        </p:sp>
      </p:grpSp>
    </p:spTree>
    <p:extLst>
      <p:ext uri="{BB962C8B-B14F-4D97-AF65-F5344CB8AC3E}">
        <p14:creationId xmlns:p14="http://schemas.microsoft.com/office/powerpoint/2010/main" val="25363035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0348A4-0996-F30E-B712-42D5397924F2}"/>
              </a:ext>
            </a:extLst>
          </p:cNvPr>
          <p:cNvSpPr txBox="1"/>
          <p:nvPr/>
        </p:nvSpPr>
        <p:spPr>
          <a:xfrm>
            <a:off x="1659467" y="1173671"/>
            <a:ext cx="8873066" cy="254787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Project</a:t>
            </a:r>
          </a:p>
        </p:txBody>
      </p:sp>
      <p:sp>
        <p:nvSpPr>
          <p:cNvPr id="5" name="TextBox 4">
            <a:extLst>
              <a:ext uri="{FF2B5EF4-FFF2-40B4-BE49-F238E27FC236}">
                <a16:creationId xmlns:a16="http://schemas.microsoft.com/office/drawing/2014/main" id="{C15E72E7-6CC6-148C-6F6F-84F4FB44DCA3}"/>
              </a:ext>
            </a:extLst>
          </p:cNvPr>
          <p:cNvSpPr txBox="1"/>
          <p:nvPr/>
        </p:nvSpPr>
        <p:spPr>
          <a:xfrm>
            <a:off x="1659467" y="3136452"/>
            <a:ext cx="8873066" cy="254787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lang="en-US" sz="19500" kern="0" dirty="0">
                <a:solidFill>
                  <a:prstClr val="white"/>
                </a:solidFill>
                <a:latin typeface="Darker Grotesque" pitchFamily="2" charset="0"/>
              </a:rPr>
              <a:t>Plan</a:t>
            </a:r>
            <a:endParaRPr kumimoji="0" lang="en-US" sz="19500" b="0" i="0" u="none" strike="noStrike" kern="0" cap="none" spc="0" normalizeH="0" baseline="0" noProof="0" dirty="0">
              <a:ln>
                <a:noFill/>
              </a:ln>
              <a:solidFill>
                <a:prstClr val="white"/>
              </a:solidFill>
              <a:effectLst/>
              <a:uLnTx/>
              <a:uFillTx/>
              <a:latin typeface="Darker Grotesque" pitchFamily="2" charset="0"/>
            </a:endParaRPr>
          </a:p>
        </p:txBody>
      </p:sp>
      <p:grpSp>
        <p:nvGrpSpPr>
          <p:cNvPr id="3" name="Group 2">
            <a:extLst>
              <a:ext uri="{FF2B5EF4-FFF2-40B4-BE49-F238E27FC236}">
                <a16:creationId xmlns:a16="http://schemas.microsoft.com/office/drawing/2014/main" id="{F97459B9-6B6F-2C0E-0FBC-ED858C320C96}"/>
              </a:ext>
            </a:extLst>
          </p:cNvPr>
          <p:cNvGrpSpPr/>
          <p:nvPr/>
        </p:nvGrpSpPr>
        <p:grpSpPr>
          <a:xfrm>
            <a:off x="64605" y="7365418"/>
            <a:ext cx="12062789" cy="5820835"/>
            <a:chOff x="238524" y="518032"/>
            <a:chExt cx="12062789" cy="5820835"/>
          </a:xfrm>
        </p:grpSpPr>
        <p:cxnSp>
          <p:nvCxnSpPr>
            <p:cNvPr id="4" name="Straight Connector 3">
              <a:extLst>
                <a:ext uri="{FF2B5EF4-FFF2-40B4-BE49-F238E27FC236}">
                  <a16:creationId xmlns:a16="http://schemas.microsoft.com/office/drawing/2014/main" id="{E021BD9D-CFF3-F232-7A32-76836AE15A27}"/>
                </a:ext>
              </a:extLst>
            </p:cNvPr>
            <p:cNvCxnSpPr/>
            <p:nvPr/>
          </p:nvCxnSpPr>
          <p:spPr>
            <a:xfrm>
              <a:off x="270274" y="771825"/>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6" name="Group 5">
              <a:extLst>
                <a:ext uri="{FF2B5EF4-FFF2-40B4-BE49-F238E27FC236}">
                  <a16:creationId xmlns:a16="http://schemas.microsoft.com/office/drawing/2014/main" id="{37D634C9-AB50-BE3F-2CAB-4D69A194802C}"/>
                </a:ext>
              </a:extLst>
            </p:cNvPr>
            <p:cNvGrpSpPr/>
            <p:nvPr/>
          </p:nvGrpSpPr>
          <p:grpSpPr>
            <a:xfrm>
              <a:off x="3872393" y="1666749"/>
              <a:ext cx="8042304" cy="4174355"/>
              <a:chOff x="504352" y="1966130"/>
              <a:chExt cx="11547560" cy="4559970"/>
            </a:xfrm>
          </p:grpSpPr>
          <p:grpSp>
            <p:nvGrpSpPr>
              <p:cNvPr id="33" name="Group 32">
                <a:extLst>
                  <a:ext uri="{FF2B5EF4-FFF2-40B4-BE49-F238E27FC236}">
                    <a16:creationId xmlns:a16="http://schemas.microsoft.com/office/drawing/2014/main" id="{9C33C763-6878-6069-391B-D7926EC68A97}"/>
                  </a:ext>
                </a:extLst>
              </p:cNvPr>
              <p:cNvGrpSpPr/>
              <p:nvPr/>
            </p:nvGrpSpPr>
            <p:grpSpPr>
              <a:xfrm>
                <a:off x="2271971" y="1966130"/>
                <a:ext cx="6731771" cy="4559970"/>
                <a:chOff x="1620000" y="-12"/>
                <a:chExt cx="3746160" cy="6858012"/>
              </a:xfrm>
              <a:solidFill>
                <a:schemeClr val="bg1">
                  <a:alpha val="0"/>
                </a:schemeClr>
              </a:solidFill>
            </p:grpSpPr>
            <p:sp>
              <p:nvSpPr>
                <p:cNvPr id="46" name="Rectangle 45">
                  <a:extLst>
                    <a:ext uri="{FF2B5EF4-FFF2-40B4-BE49-F238E27FC236}">
                      <a16:creationId xmlns:a16="http://schemas.microsoft.com/office/drawing/2014/main" id="{19130C07-78BE-855B-E678-8FCD10ADA63D}"/>
                    </a:ext>
                  </a:extLst>
                </p:cNvPr>
                <p:cNvSpPr/>
                <p:nvPr/>
              </p:nvSpPr>
              <p:spPr>
                <a:xfrm>
                  <a:off x="1620000" y="0"/>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DD3B3A2E-83FE-2B21-5245-CF3D2898C6AD}"/>
                    </a:ext>
                  </a:extLst>
                </p:cNvPr>
                <p:cNvSpPr/>
                <p:nvPr/>
              </p:nvSpPr>
              <p:spPr>
                <a:xfrm>
                  <a:off x="4826160" y="-12"/>
                  <a:ext cx="540000" cy="6857998"/>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4" name="TextBox 33">
                <a:extLst>
                  <a:ext uri="{FF2B5EF4-FFF2-40B4-BE49-F238E27FC236}">
                    <a16:creationId xmlns:a16="http://schemas.microsoft.com/office/drawing/2014/main" id="{F5945324-7594-30E0-65D8-CE2223D1CA2C}"/>
                  </a:ext>
                </a:extLst>
              </p:cNvPr>
              <p:cNvSpPr txBox="1"/>
              <p:nvPr/>
            </p:nvSpPr>
            <p:spPr>
              <a:xfrm>
                <a:off x="504352" y="6160009"/>
                <a:ext cx="624135" cy="238363"/>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lang="en-GB" sz="1200" smtClean="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JAN</a:t>
                </a:r>
                <a:endParaRPr lang="en-LT" dirty="0">
                  <a:latin typeface="Darker Grotesque" pitchFamily="2" charset="0"/>
                </a:endParaRPr>
              </a:p>
            </p:txBody>
          </p:sp>
          <p:sp>
            <p:nvSpPr>
              <p:cNvPr id="35" name="TextBox 34">
                <a:extLst>
                  <a:ext uri="{FF2B5EF4-FFF2-40B4-BE49-F238E27FC236}">
                    <a16:creationId xmlns:a16="http://schemas.microsoft.com/office/drawing/2014/main" id="{B2FB1C9D-6FEA-753A-A57C-1283BBCB7269}"/>
                  </a:ext>
                </a:extLst>
              </p:cNvPr>
              <p:cNvSpPr txBox="1"/>
              <p:nvPr/>
            </p:nvSpPr>
            <p:spPr>
              <a:xfrm>
                <a:off x="1477034" y="616000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FEB</a:t>
                </a:r>
                <a:endParaRPr lang="en-LT" dirty="0">
                  <a:latin typeface="Darker Grotesque" pitchFamily="2" charset="0"/>
                </a:endParaRPr>
              </a:p>
            </p:txBody>
          </p:sp>
          <p:sp>
            <p:nvSpPr>
              <p:cNvPr id="36" name="TextBox 35">
                <a:extLst>
                  <a:ext uri="{FF2B5EF4-FFF2-40B4-BE49-F238E27FC236}">
                    <a16:creationId xmlns:a16="http://schemas.microsoft.com/office/drawing/2014/main" id="{E451DBF2-A603-0810-E42A-20BDF0651FBF}"/>
                  </a:ext>
                </a:extLst>
              </p:cNvPr>
              <p:cNvSpPr txBox="1"/>
              <p:nvPr/>
            </p:nvSpPr>
            <p:spPr>
              <a:xfrm>
                <a:off x="2449716" y="616000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MAR</a:t>
                </a:r>
                <a:endParaRPr lang="en-LT" dirty="0">
                  <a:latin typeface="Darker Grotesque" pitchFamily="2" charset="0"/>
                </a:endParaRPr>
              </a:p>
            </p:txBody>
          </p:sp>
          <p:sp>
            <p:nvSpPr>
              <p:cNvPr id="37" name="TextBox 36">
                <a:extLst>
                  <a:ext uri="{FF2B5EF4-FFF2-40B4-BE49-F238E27FC236}">
                    <a16:creationId xmlns:a16="http://schemas.microsoft.com/office/drawing/2014/main" id="{1ED3CBD1-FE88-619D-5FDC-FA065B7FF318}"/>
                  </a:ext>
                </a:extLst>
              </p:cNvPr>
              <p:cNvSpPr txBox="1"/>
              <p:nvPr/>
            </p:nvSpPr>
            <p:spPr>
              <a:xfrm>
                <a:off x="4392740" y="61768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MAY</a:t>
                </a:r>
                <a:endParaRPr lang="en-LT" dirty="0">
                  <a:latin typeface="Darker Grotesque" pitchFamily="2" charset="0"/>
                </a:endParaRPr>
              </a:p>
            </p:txBody>
          </p:sp>
          <p:sp>
            <p:nvSpPr>
              <p:cNvPr id="38" name="TextBox 37">
                <a:extLst>
                  <a:ext uri="{FF2B5EF4-FFF2-40B4-BE49-F238E27FC236}">
                    <a16:creationId xmlns:a16="http://schemas.microsoft.com/office/drawing/2014/main" id="{7DEDE335-3FA4-59A0-BB66-B11863775232}"/>
                  </a:ext>
                </a:extLst>
              </p:cNvPr>
              <p:cNvSpPr txBox="1"/>
              <p:nvPr/>
            </p:nvSpPr>
            <p:spPr>
              <a:xfrm>
                <a:off x="6993061" y="6163497"/>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SEP</a:t>
                </a:r>
                <a:endParaRPr lang="en-LT" dirty="0">
                  <a:latin typeface="Darker Grotesque" pitchFamily="2" charset="0"/>
                </a:endParaRPr>
              </a:p>
            </p:txBody>
          </p:sp>
          <p:sp>
            <p:nvSpPr>
              <p:cNvPr id="39" name="TextBox 38">
                <a:extLst>
                  <a:ext uri="{FF2B5EF4-FFF2-40B4-BE49-F238E27FC236}">
                    <a16:creationId xmlns:a16="http://schemas.microsoft.com/office/drawing/2014/main" id="{B12823CA-E4F5-945F-6E45-76B185C18F4D}"/>
                  </a:ext>
                </a:extLst>
              </p:cNvPr>
              <p:cNvSpPr txBox="1"/>
              <p:nvPr/>
            </p:nvSpPr>
            <p:spPr>
              <a:xfrm>
                <a:off x="8043080" y="616000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OCT</a:t>
                </a:r>
                <a:endParaRPr lang="en-LT" dirty="0">
                  <a:latin typeface="Darker Grotesque" pitchFamily="2" charset="0"/>
                </a:endParaRPr>
              </a:p>
            </p:txBody>
          </p:sp>
          <p:sp>
            <p:nvSpPr>
              <p:cNvPr id="40" name="TextBox 39">
                <a:extLst>
                  <a:ext uri="{FF2B5EF4-FFF2-40B4-BE49-F238E27FC236}">
                    <a16:creationId xmlns:a16="http://schemas.microsoft.com/office/drawing/2014/main" id="{FB1A21EE-90AC-D5D5-6D37-60139839AAA2}"/>
                  </a:ext>
                </a:extLst>
              </p:cNvPr>
              <p:cNvSpPr txBox="1"/>
              <p:nvPr/>
            </p:nvSpPr>
            <p:spPr>
              <a:xfrm>
                <a:off x="9731984" y="6151675"/>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NOV</a:t>
                </a:r>
                <a:endParaRPr lang="en-LT" dirty="0">
                  <a:latin typeface="Darker Grotesque" pitchFamily="2" charset="0"/>
                </a:endParaRPr>
              </a:p>
            </p:txBody>
          </p:sp>
          <p:sp>
            <p:nvSpPr>
              <p:cNvPr id="41" name="Rounded Rectangle 26">
                <a:extLst>
                  <a:ext uri="{FF2B5EF4-FFF2-40B4-BE49-F238E27FC236}">
                    <a16:creationId xmlns:a16="http://schemas.microsoft.com/office/drawing/2014/main" id="{58A4503C-06B1-5CB9-F4FC-615F939464CC}"/>
                  </a:ext>
                </a:extLst>
              </p:cNvPr>
              <p:cNvSpPr/>
              <p:nvPr/>
            </p:nvSpPr>
            <p:spPr>
              <a:xfrm>
                <a:off x="504352" y="5363197"/>
                <a:ext cx="1941102" cy="587606"/>
              </a:xfrm>
              <a:prstGeom prst="roundRect">
                <a:avLst>
                  <a:gd name="adj" fmla="val 19239"/>
                </a:avLst>
              </a:prstGeom>
              <a:solidFill>
                <a:schemeClr val="bg1"/>
              </a:solidFill>
              <a:ln w="6350">
                <a:noFill/>
              </a:ln>
              <a:effectLst>
                <a:outerShdw blurRad="1270000" algn="ctr" rotWithShape="0">
                  <a:schemeClr val="bg1"/>
                </a:outerShdw>
              </a:effectLst>
            </p:spPr>
            <p:txBody>
              <a:bodyPr vert="horz" wrap="none" lIns="91440" tIns="45720" rIns="91440" bIns="45720" rtlCol="0" anchor="ctr"/>
              <a:lstStyle/>
              <a:p>
                <a:pPr algn="ctr"/>
                <a:r>
                  <a:rPr lang="en-US" sz="1400" dirty="0">
                    <a:solidFill>
                      <a:srgbClr val="484525"/>
                    </a:solidFill>
                    <a:latin typeface="Darker Grotesque SemiBold" pitchFamily="2" charset="0"/>
                  </a:rPr>
                  <a:t>PLANNING</a:t>
                </a:r>
                <a:endParaRPr lang="en-GB" sz="1400" dirty="0">
                  <a:solidFill>
                    <a:srgbClr val="484525"/>
                  </a:solidFill>
                  <a:latin typeface="Darker Grotesque SemiBold" pitchFamily="2" charset="0"/>
                </a:endParaRPr>
              </a:p>
            </p:txBody>
          </p:sp>
          <p:sp>
            <p:nvSpPr>
              <p:cNvPr id="42" name="Rounded Rectangle 26">
                <a:extLst>
                  <a:ext uri="{FF2B5EF4-FFF2-40B4-BE49-F238E27FC236}">
                    <a16:creationId xmlns:a16="http://schemas.microsoft.com/office/drawing/2014/main" id="{3901C8AC-B362-DFFA-A828-945C6138AFE4}"/>
                  </a:ext>
                </a:extLst>
              </p:cNvPr>
              <p:cNvSpPr/>
              <p:nvPr/>
            </p:nvSpPr>
            <p:spPr>
              <a:xfrm>
                <a:off x="2445454" y="4581906"/>
                <a:ext cx="1940370" cy="587606"/>
              </a:xfrm>
              <a:prstGeom prst="roundRect">
                <a:avLst>
                  <a:gd name="adj" fmla="val 19239"/>
                </a:avLst>
              </a:prstGeom>
              <a:solidFill>
                <a:schemeClr val="bg1">
                  <a:alpha val="20000"/>
                </a:schemeClr>
              </a:solidFill>
              <a:ln w="6350">
                <a:solidFill>
                  <a:schemeClr val="bg1">
                    <a:alpha val="25000"/>
                  </a:schemeClr>
                </a:solidFill>
              </a:ln>
            </p:spPr>
            <p:txBody>
              <a:bodyPr vert="horz" wrap="none" lIns="91440" tIns="45720" rIns="91440" bIns="45720" rtlCol="0" anchor="ctr"/>
              <a:lstStyle/>
              <a:p>
                <a:pPr algn="ctr"/>
                <a:r>
                  <a:rPr lang="en-US" sz="1400" dirty="0">
                    <a:solidFill>
                      <a:schemeClr val="bg1"/>
                    </a:solidFill>
                    <a:latin typeface="Darker Grotesque SemiBold" pitchFamily="2" charset="0"/>
                  </a:rPr>
                  <a:t>DESIGN</a:t>
                </a:r>
                <a:endParaRPr lang="en-GB" sz="1400" dirty="0">
                  <a:solidFill>
                    <a:schemeClr val="bg1"/>
                  </a:solidFill>
                  <a:latin typeface="Darker Grotesque SemiBold" pitchFamily="2" charset="0"/>
                </a:endParaRPr>
              </a:p>
            </p:txBody>
          </p:sp>
          <p:sp>
            <p:nvSpPr>
              <p:cNvPr id="43" name="Rounded Rectangle 26">
                <a:extLst>
                  <a:ext uri="{FF2B5EF4-FFF2-40B4-BE49-F238E27FC236}">
                    <a16:creationId xmlns:a16="http://schemas.microsoft.com/office/drawing/2014/main" id="{B959C801-9C3A-6362-6F56-FA3A9522A455}"/>
                  </a:ext>
                </a:extLst>
              </p:cNvPr>
              <p:cNvSpPr/>
              <p:nvPr/>
            </p:nvSpPr>
            <p:spPr>
              <a:xfrm>
                <a:off x="4390331" y="3828540"/>
                <a:ext cx="3652749" cy="587606"/>
              </a:xfrm>
              <a:prstGeom prst="roundRect">
                <a:avLst>
                  <a:gd name="adj" fmla="val 19239"/>
                </a:avLst>
              </a:prstGeom>
              <a:solidFill>
                <a:schemeClr val="bg1"/>
              </a:solidFill>
              <a:ln w="6350">
                <a:noFill/>
              </a:ln>
              <a:effectLst>
                <a:outerShdw blurRad="1270000" algn="ctr" rotWithShape="0">
                  <a:schemeClr val="bg1"/>
                </a:outerShdw>
              </a:effectLst>
            </p:spPr>
            <p:txBody>
              <a:bodyPr vert="horz" wrap="none" lIns="91440" tIns="45720" rIns="91440" bIns="45720" rtlCol="0" anchor="ctr"/>
              <a:lstStyle/>
              <a:p>
                <a:pPr algn="ctr"/>
                <a:r>
                  <a:rPr lang="en-US" sz="1400" dirty="0">
                    <a:solidFill>
                      <a:srgbClr val="484525"/>
                    </a:solidFill>
                    <a:latin typeface="Darker Grotesque SemiBold" pitchFamily="2" charset="0"/>
                  </a:rPr>
                  <a:t>DEVELOPMENT</a:t>
                </a:r>
                <a:endParaRPr lang="en-GB" sz="1400" dirty="0">
                  <a:solidFill>
                    <a:srgbClr val="484525"/>
                  </a:solidFill>
                  <a:latin typeface="Darker Grotesque SemiBold" pitchFamily="2" charset="0"/>
                </a:endParaRPr>
              </a:p>
            </p:txBody>
          </p:sp>
          <p:sp>
            <p:nvSpPr>
              <p:cNvPr id="44" name="Rounded Rectangle 26">
                <a:extLst>
                  <a:ext uri="{FF2B5EF4-FFF2-40B4-BE49-F238E27FC236}">
                    <a16:creationId xmlns:a16="http://schemas.microsoft.com/office/drawing/2014/main" id="{625C076C-67BA-C50F-F0F4-144F902229AC}"/>
                  </a:ext>
                </a:extLst>
              </p:cNvPr>
              <p:cNvSpPr/>
              <p:nvPr/>
            </p:nvSpPr>
            <p:spPr>
              <a:xfrm>
                <a:off x="8043082" y="3095339"/>
                <a:ext cx="1688903" cy="587606"/>
              </a:xfrm>
              <a:prstGeom prst="roundRect">
                <a:avLst>
                  <a:gd name="adj" fmla="val 19239"/>
                </a:avLst>
              </a:prstGeom>
              <a:solidFill>
                <a:schemeClr val="bg1">
                  <a:alpha val="20000"/>
                </a:schemeClr>
              </a:solidFill>
              <a:ln w="6350">
                <a:solidFill>
                  <a:schemeClr val="bg1">
                    <a:alpha val="25000"/>
                  </a:schemeClr>
                </a:solidFill>
              </a:ln>
            </p:spPr>
            <p:txBody>
              <a:bodyPr vert="horz" wrap="none" lIns="91440" tIns="45720" rIns="91440" bIns="45720" rtlCol="0" anchor="ctr"/>
              <a:lstStyle/>
              <a:p>
                <a:pPr algn="ctr"/>
                <a:r>
                  <a:rPr lang="en-US" sz="1400" dirty="0">
                    <a:solidFill>
                      <a:schemeClr val="bg1"/>
                    </a:solidFill>
                    <a:latin typeface="Darker Grotesque SemiBold" pitchFamily="2" charset="0"/>
                  </a:rPr>
                  <a:t>TESTING</a:t>
                </a:r>
                <a:endParaRPr lang="en-GB" sz="1400" dirty="0">
                  <a:solidFill>
                    <a:schemeClr val="bg1"/>
                  </a:solidFill>
                  <a:latin typeface="Darker Grotesque SemiBold" pitchFamily="2" charset="0"/>
                </a:endParaRPr>
              </a:p>
            </p:txBody>
          </p:sp>
          <p:sp>
            <p:nvSpPr>
              <p:cNvPr id="45" name="Rounded Rectangle 26">
                <a:extLst>
                  <a:ext uri="{FF2B5EF4-FFF2-40B4-BE49-F238E27FC236}">
                    <a16:creationId xmlns:a16="http://schemas.microsoft.com/office/drawing/2014/main" id="{F34F5BE8-615D-2F95-7062-464507AD3D88}"/>
                  </a:ext>
                </a:extLst>
              </p:cNvPr>
              <p:cNvSpPr/>
              <p:nvPr/>
            </p:nvSpPr>
            <p:spPr>
              <a:xfrm>
                <a:off x="9731984" y="2321808"/>
                <a:ext cx="2319928" cy="587606"/>
              </a:xfrm>
              <a:prstGeom prst="roundRect">
                <a:avLst>
                  <a:gd name="adj" fmla="val 19239"/>
                </a:avLst>
              </a:prstGeom>
              <a:solidFill>
                <a:schemeClr val="bg1"/>
              </a:solidFill>
              <a:ln w="6350">
                <a:noFill/>
              </a:ln>
              <a:effectLst>
                <a:outerShdw blurRad="1270000" algn="ctr" rotWithShape="0">
                  <a:schemeClr val="bg1"/>
                </a:outerShdw>
              </a:effectLst>
            </p:spPr>
            <p:txBody>
              <a:bodyPr vert="horz" wrap="none" lIns="91440" tIns="45720" rIns="91440" bIns="45720" rtlCol="0" anchor="ctr"/>
              <a:lstStyle/>
              <a:p>
                <a:pPr algn="ctr"/>
                <a:r>
                  <a:rPr lang="en-US" sz="1400" dirty="0">
                    <a:solidFill>
                      <a:srgbClr val="484525"/>
                    </a:solidFill>
                    <a:latin typeface="Darker Grotesque SemiBold" pitchFamily="2" charset="0"/>
                  </a:rPr>
                  <a:t>DEPLOYMENT &amp;</a:t>
                </a:r>
              </a:p>
              <a:p>
                <a:pPr algn="ctr"/>
                <a:r>
                  <a:rPr lang="en-US" sz="1400" dirty="0">
                    <a:solidFill>
                      <a:srgbClr val="484525"/>
                    </a:solidFill>
                    <a:latin typeface="Darker Grotesque SemiBold" pitchFamily="2" charset="0"/>
                  </a:rPr>
                  <a:t> DOCUMENTATION</a:t>
                </a:r>
                <a:endParaRPr lang="en-GB" sz="1400" dirty="0">
                  <a:solidFill>
                    <a:srgbClr val="484525"/>
                  </a:solidFill>
                  <a:latin typeface="Darker Grotesque SemiBold" pitchFamily="2" charset="0"/>
                </a:endParaRPr>
              </a:p>
            </p:txBody>
          </p:sp>
        </p:grpSp>
        <p:grpSp>
          <p:nvGrpSpPr>
            <p:cNvPr id="7" name="!!growth">
              <a:extLst>
                <a:ext uri="{FF2B5EF4-FFF2-40B4-BE49-F238E27FC236}">
                  <a16:creationId xmlns:a16="http://schemas.microsoft.com/office/drawing/2014/main" id="{7277E8BF-DBD5-E404-FC35-CD5B8E60640A}"/>
                </a:ext>
              </a:extLst>
            </p:cNvPr>
            <p:cNvGrpSpPr/>
            <p:nvPr/>
          </p:nvGrpSpPr>
          <p:grpSpPr>
            <a:xfrm rot="21540000">
              <a:off x="5812997" y="518032"/>
              <a:ext cx="507586" cy="507586"/>
              <a:chOff x="6811776" y="4481585"/>
              <a:chExt cx="507586" cy="507586"/>
            </a:xfrm>
          </p:grpSpPr>
          <p:sp useBgFill="1">
            <p:nvSpPr>
              <p:cNvPr id="31" name="Oval 30">
                <a:extLst>
                  <a:ext uri="{FF2B5EF4-FFF2-40B4-BE49-F238E27FC236}">
                    <a16:creationId xmlns:a16="http://schemas.microsoft.com/office/drawing/2014/main" id="{45D8C467-48D4-9F8A-B615-A4126121132E}"/>
                  </a:ext>
                </a:extLst>
              </p:cNvPr>
              <p:cNvSpPr/>
              <p:nvPr/>
            </p:nvSpPr>
            <p:spPr>
              <a:xfrm>
                <a:off x="6811776" y="4481585"/>
                <a:ext cx="507586" cy="507586"/>
              </a:xfrm>
              <a:prstGeom prst="ellipse">
                <a:avLst/>
              </a:prstGeom>
              <a:blipFill dpi="0" rotWithShape="0">
                <a:blip r:embed="rId2">
                  <a:lum/>
                </a:blip>
                <a:srcRect/>
                <a:stretch>
                  <a:fillRect l="-1343851" t="-882703" r="-958107" b="-368398"/>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32" name="Graphic 31">
                <a:extLst>
                  <a:ext uri="{FF2B5EF4-FFF2-40B4-BE49-F238E27FC236}">
                    <a16:creationId xmlns:a16="http://schemas.microsoft.com/office/drawing/2014/main" id="{649D19A7-000A-1F29-B957-72087AE4E9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39569" y="4609378"/>
                <a:ext cx="252000" cy="252000"/>
              </a:xfrm>
              <a:prstGeom prst="rect">
                <a:avLst/>
              </a:prstGeom>
            </p:spPr>
          </p:pic>
        </p:grpSp>
        <p:sp>
          <p:nvSpPr>
            <p:cNvPr id="8" name="TextBox 7">
              <a:extLst>
                <a:ext uri="{FF2B5EF4-FFF2-40B4-BE49-F238E27FC236}">
                  <a16:creationId xmlns:a16="http://schemas.microsoft.com/office/drawing/2014/main" id="{67CA10ED-C29A-8EE8-6E6D-45673FEA14F8}"/>
                </a:ext>
              </a:extLst>
            </p:cNvPr>
            <p:cNvSpPr txBox="1"/>
            <p:nvPr/>
          </p:nvSpPr>
          <p:spPr>
            <a:xfrm>
              <a:off x="238524" y="1020276"/>
              <a:ext cx="3337452" cy="493597"/>
            </a:xfrm>
            <a:prstGeom prst="rect">
              <a:avLst/>
            </a:prstGeom>
            <a:noFill/>
          </p:spPr>
          <p:txBody>
            <a:bodyPr wrap="none" lIns="0" tIns="0" rIns="0" bIns="0"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Key milestones</a:t>
              </a:r>
            </a:p>
          </p:txBody>
        </p:sp>
        <p:sp>
          <p:nvSpPr>
            <p:cNvPr id="9" name="TextBox 8">
              <a:extLst>
                <a:ext uri="{FF2B5EF4-FFF2-40B4-BE49-F238E27FC236}">
                  <a16:creationId xmlns:a16="http://schemas.microsoft.com/office/drawing/2014/main" id="{F0C107D3-2A92-0899-ACF2-A85A5B7B0650}"/>
                </a:ext>
              </a:extLst>
            </p:cNvPr>
            <p:cNvSpPr txBox="1"/>
            <p:nvPr/>
          </p:nvSpPr>
          <p:spPr>
            <a:xfrm>
              <a:off x="5808606" y="5925131"/>
              <a:ext cx="6492707" cy="369332"/>
            </a:xfrm>
            <a:prstGeom prst="rect">
              <a:avLst/>
            </a:prstGeom>
            <a:noFill/>
          </p:spPr>
          <p:txBody>
            <a:bodyPr wrap="square" rtlCol="0">
              <a:spAutoFit/>
            </a:bodyPr>
            <a:lstStyle/>
            <a:p>
              <a:r>
                <a:rPr lang="en-US" dirty="0">
                  <a:solidFill>
                    <a:schemeClr val="bg1"/>
                  </a:solidFill>
                </a:rPr>
                <a:t>Financial Literacy App Project Gantt Chart (2025)</a:t>
              </a:r>
            </a:p>
          </p:txBody>
        </p:sp>
        <p:sp>
          <p:nvSpPr>
            <p:cNvPr id="10" name="TextBox 9">
              <a:extLst>
                <a:ext uri="{FF2B5EF4-FFF2-40B4-BE49-F238E27FC236}">
                  <a16:creationId xmlns:a16="http://schemas.microsoft.com/office/drawing/2014/main" id="{F1FE5FE3-FD51-CFA2-EED8-15B30FF014B7}"/>
                </a:ext>
              </a:extLst>
            </p:cNvPr>
            <p:cNvSpPr txBox="1"/>
            <p:nvPr/>
          </p:nvSpPr>
          <p:spPr>
            <a:xfrm>
              <a:off x="440942" y="1783774"/>
              <a:ext cx="2914886" cy="4555093"/>
            </a:xfrm>
            <a:prstGeom prst="rect">
              <a:avLst/>
            </a:prstGeom>
            <a:noFill/>
          </p:spPr>
          <p:txBody>
            <a:bodyPr wrap="square" rtlCol="0">
              <a:spAutoFit/>
            </a:bodyPr>
            <a:lstStyle/>
            <a:p>
              <a:pPr algn="l">
                <a:buNone/>
              </a:pPr>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SRS Finalized</a:t>
              </a:r>
              <a:endParaRPr lang="en-CA" b="0" i="0" u="none" strike="noStrike" dirty="0">
                <a:solidFill>
                  <a:schemeClr val="bg1"/>
                </a:solidFill>
                <a:effectLst/>
                <a:latin typeface="Calibri" panose="020F0502020204030204" pitchFamily="34" charset="0"/>
              </a:endParaRPr>
            </a:p>
            <a:p>
              <a:pPr algn="l">
                <a:buNone/>
              </a:pPr>
              <a:r>
                <a:rPr lang="en-CA" dirty="0">
                  <a:solidFill>
                    <a:schemeClr val="bg1"/>
                  </a:solidFill>
                  <a:latin typeface="Calibri" panose="020F0502020204030204" pitchFamily="34" charset="0"/>
                </a:rPr>
                <a:t>	</a:t>
              </a:r>
            </a:p>
            <a:p>
              <a:pPr algn="l">
                <a:buNone/>
              </a:pPr>
              <a:r>
                <a:rPr lang="en-CA" b="0" i="0" u="none" strike="noStrike" dirty="0">
                  <a:solidFill>
                    <a:schemeClr val="bg1"/>
                  </a:solidFill>
                  <a:effectLst/>
                  <a:latin typeface="Calibri" panose="020F0502020204030204" pitchFamily="34" charset="0"/>
                </a:rPr>
                <a:t>       </a:t>
              </a:r>
              <a:r>
                <a:rPr lang="en-CA" b="0" i="0" u="none" strike="noStrike" dirty="0">
                  <a:solidFill>
                    <a:schemeClr val="bg1"/>
                  </a:solidFill>
                  <a:effectLst/>
                  <a:latin typeface="Arial" panose="020B0604020202020204" pitchFamily="34" charset="0"/>
                </a:rPr>
                <a:t>Design Approved</a:t>
              </a:r>
            </a:p>
            <a:p>
              <a:pPr algn="l">
                <a:buNone/>
              </a:pPr>
              <a:endParaRPr lang="en-CA" dirty="0">
                <a:solidFill>
                  <a:schemeClr val="bg1"/>
                </a:solidFill>
                <a:latin typeface="Arial" panose="020B0604020202020204" pitchFamily="34" charset="0"/>
              </a:endParaRPr>
            </a:p>
            <a:p>
              <a:pPr algn="l">
                <a:buNone/>
              </a:pPr>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MVP Development</a:t>
              </a:r>
            </a:p>
            <a:p>
              <a:pPr algn="l">
                <a:buNone/>
              </a:pPr>
              <a:endParaRPr lang="en-CA" b="0" i="0" u="none" strike="noStrike" dirty="0">
                <a:solidFill>
                  <a:schemeClr val="bg1"/>
                </a:solidFill>
                <a:effectLst/>
                <a:latin typeface="Arial" panose="020B0604020202020204" pitchFamily="34" charset="0"/>
              </a:endParaRPr>
            </a:p>
            <a:p>
              <a:pPr algn="l">
                <a:buNone/>
              </a:pPr>
              <a:r>
                <a:rPr lang="en-CA" b="0" i="0" u="none" strike="noStrike" dirty="0">
                  <a:solidFill>
                    <a:schemeClr val="bg1"/>
                  </a:solidFill>
                  <a:effectLst/>
                  <a:latin typeface="Arial" panose="020B0604020202020204" pitchFamily="34" charset="0"/>
                </a:rPr>
                <a:t>      Deployment &amp; Launch</a:t>
              </a:r>
            </a:p>
            <a:p>
              <a:pPr algn="l">
                <a:buNone/>
              </a:pPr>
              <a:endParaRPr lang="en-CA" dirty="0">
                <a:solidFill>
                  <a:schemeClr val="bg1"/>
                </a:solidFill>
                <a:latin typeface="Arial" panose="020B0604020202020204" pitchFamily="34" charset="0"/>
              </a:endParaRPr>
            </a:p>
            <a:p>
              <a:pPr algn="l">
                <a:buNone/>
              </a:pPr>
              <a:endParaRPr lang="en-CA" b="0" i="0" u="none" strike="noStrike" dirty="0">
                <a:solidFill>
                  <a:schemeClr val="bg1"/>
                </a:solidFill>
                <a:effectLst/>
                <a:latin typeface="Calibri" panose="020F0502020204030204" pitchFamily="34" charset="0"/>
              </a:endParaRPr>
            </a:p>
            <a:p>
              <a:pPr algn="l">
                <a:buNone/>
              </a:pPr>
              <a:r>
                <a:rPr lang="en-CA" sz="2000" b="1" i="0" u="none" strike="noStrike" dirty="0">
                  <a:solidFill>
                    <a:schemeClr val="bg1"/>
                  </a:solidFill>
                  <a:effectLst/>
                  <a:latin typeface="Arial" panose="020B0604020202020204" pitchFamily="34" charset="0"/>
                </a:rPr>
                <a:t>Resources Used:</a:t>
              </a:r>
              <a:endParaRPr lang="en-CA" sz="2000" b="0" i="0" u="none" strike="noStrike" dirty="0">
                <a:solidFill>
                  <a:schemeClr val="bg1"/>
                </a:solidFill>
                <a:effectLst/>
                <a:latin typeface="Arial" panose="020B0604020202020204" pitchFamily="34" charset="0"/>
              </a:endParaRPr>
            </a:p>
            <a:p>
              <a:pPr algn="l">
                <a:buNone/>
              </a:pPr>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GitHub, Figma           </a:t>
              </a:r>
            </a:p>
            <a:p>
              <a:pPr algn="l">
                <a:buNone/>
              </a:pPr>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Firebase/AWS, JIRA</a:t>
              </a:r>
            </a:p>
            <a:p>
              <a:pPr algn="l">
                <a:buNone/>
              </a:pPr>
              <a:endParaRPr lang="en-CA" b="0" i="0" u="none" strike="noStrike" dirty="0">
                <a:solidFill>
                  <a:schemeClr val="bg1"/>
                </a:solidFill>
                <a:effectLst/>
                <a:latin typeface="Calibri" panose="020F0502020204030204" pitchFamily="34" charset="0"/>
              </a:endParaRPr>
            </a:p>
            <a:p>
              <a:pPr algn="l"/>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Agile sprints and     </a:t>
              </a:r>
            </a:p>
            <a:p>
              <a:pPr algn="l"/>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Kanban boards </a:t>
              </a:r>
            </a:p>
            <a:p>
              <a:pPr algn="l"/>
              <a:r>
                <a:rPr lang="en-CA" dirty="0">
                  <a:solidFill>
                    <a:schemeClr val="bg1"/>
                  </a:solidFill>
                  <a:latin typeface="Arial" panose="020B0604020202020204" pitchFamily="34" charset="0"/>
                </a:rPr>
                <a:t>       f</a:t>
              </a:r>
              <a:r>
                <a:rPr lang="en-CA" b="0" i="0" u="none" strike="noStrike" dirty="0">
                  <a:solidFill>
                    <a:schemeClr val="bg1"/>
                  </a:solidFill>
                  <a:effectLst/>
                  <a:latin typeface="Arial" panose="020B0604020202020204" pitchFamily="34" charset="0"/>
                </a:rPr>
                <a:t>or tracking</a:t>
              </a:r>
              <a:endParaRPr lang="en-CA" b="0" i="0" u="none" strike="noStrike" dirty="0">
                <a:solidFill>
                  <a:schemeClr val="bg1"/>
                </a:solidFill>
                <a:effectLst/>
                <a:latin typeface="Calibri" panose="020F0502020204030204" pitchFamily="34" charset="0"/>
              </a:endParaRPr>
            </a:p>
          </p:txBody>
        </p:sp>
        <p:sp>
          <p:nvSpPr>
            <p:cNvPr id="11" name="Google Shape;9109;p60">
              <a:extLst>
                <a:ext uri="{FF2B5EF4-FFF2-40B4-BE49-F238E27FC236}">
                  <a16:creationId xmlns:a16="http://schemas.microsoft.com/office/drawing/2014/main" id="{B7E13919-A53C-23EB-9691-3601327A44DF}"/>
                </a:ext>
              </a:extLst>
            </p:cNvPr>
            <p:cNvSpPr/>
            <p:nvPr/>
          </p:nvSpPr>
          <p:spPr>
            <a:xfrm>
              <a:off x="453183" y="2403967"/>
              <a:ext cx="332581" cy="329976"/>
            </a:xfrm>
            <a:custGeom>
              <a:avLst/>
              <a:gdLst/>
              <a:ahLst/>
              <a:cxnLst/>
              <a:rect l="l" t="t" r="r" b="b"/>
              <a:pathLst>
                <a:path w="18894" h="18746" extrusionOk="0">
                  <a:moveTo>
                    <a:pt x="15874" y="1821"/>
                  </a:moveTo>
                  <a:lnTo>
                    <a:pt x="6498" y="9403"/>
                  </a:lnTo>
                  <a:lnTo>
                    <a:pt x="1918" y="5629"/>
                  </a:lnTo>
                  <a:lnTo>
                    <a:pt x="15874" y="1821"/>
                  </a:lnTo>
                  <a:close/>
                  <a:moveTo>
                    <a:pt x="14524" y="4370"/>
                  </a:moveTo>
                  <a:lnTo>
                    <a:pt x="8425" y="11912"/>
                  </a:lnTo>
                  <a:lnTo>
                    <a:pt x="6257" y="12634"/>
                  </a:lnTo>
                  <a:lnTo>
                    <a:pt x="6981" y="10469"/>
                  </a:lnTo>
                  <a:lnTo>
                    <a:pt x="14524" y="4370"/>
                  </a:lnTo>
                  <a:close/>
                  <a:moveTo>
                    <a:pt x="17072" y="3020"/>
                  </a:moveTo>
                  <a:lnTo>
                    <a:pt x="13265" y="16976"/>
                  </a:lnTo>
                  <a:lnTo>
                    <a:pt x="9491" y="12392"/>
                  </a:lnTo>
                  <a:lnTo>
                    <a:pt x="17072" y="3020"/>
                  </a:lnTo>
                  <a:close/>
                  <a:moveTo>
                    <a:pt x="18298" y="0"/>
                  </a:moveTo>
                  <a:cubicBezTo>
                    <a:pt x="18286" y="0"/>
                    <a:pt x="18274" y="0"/>
                    <a:pt x="18262" y="3"/>
                  </a:cubicBezTo>
                  <a:lnTo>
                    <a:pt x="18253" y="3"/>
                  </a:lnTo>
                  <a:cubicBezTo>
                    <a:pt x="18238" y="6"/>
                    <a:pt x="18223" y="6"/>
                    <a:pt x="18211" y="12"/>
                  </a:cubicBezTo>
                  <a:lnTo>
                    <a:pt x="18193" y="15"/>
                  </a:lnTo>
                  <a:lnTo>
                    <a:pt x="18178" y="18"/>
                  </a:lnTo>
                  <a:lnTo>
                    <a:pt x="562" y="4822"/>
                  </a:lnTo>
                  <a:cubicBezTo>
                    <a:pt x="121" y="4943"/>
                    <a:pt x="0" y="5511"/>
                    <a:pt x="351" y="5804"/>
                  </a:cubicBezTo>
                  <a:lnTo>
                    <a:pt x="5834" y="10321"/>
                  </a:lnTo>
                  <a:lnTo>
                    <a:pt x="4826" y="13349"/>
                  </a:lnTo>
                  <a:cubicBezTo>
                    <a:pt x="4696" y="13732"/>
                    <a:pt x="4991" y="14098"/>
                    <a:pt x="5359" y="14098"/>
                  </a:cubicBezTo>
                  <a:cubicBezTo>
                    <a:pt x="5418" y="14098"/>
                    <a:pt x="5479" y="14089"/>
                    <a:pt x="5541" y="14068"/>
                  </a:cubicBezTo>
                  <a:lnTo>
                    <a:pt x="8570" y="13060"/>
                  </a:lnTo>
                  <a:lnTo>
                    <a:pt x="13087" y="18540"/>
                  </a:lnTo>
                  <a:cubicBezTo>
                    <a:pt x="13195" y="18670"/>
                    <a:pt x="13355" y="18745"/>
                    <a:pt x="13525" y="18745"/>
                  </a:cubicBezTo>
                  <a:cubicBezTo>
                    <a:pt x="13564" y="18745"/>
                    <a:pt x="13603" y="18742"/>
                    <a:pt x="13642" y="18733"/>
                  </a:cubicBezTo>
                  <a:cubicBezTo>
                    <a:pt x="13848" y="18691"/>
                    <a:pt x="14014" y="18534"/>
                    <a:pt x="14071" y="18328"/>
                  </a:cubicBezTo>
                  <a:lnTo>
                    <a:pt x="18875" y="716"/>
                  </a:lnTo>
                  <a:cubicBezTo>
                    <a:pt x="18875" y="710"/>
                    <a:pt x="18875" y="704"/>
                    <a:pt x="18878" y="698"/>
                  </a:cubicBezTo>
                  <a:lnTo>
                    <a:pt x="18881" y="683"/>
                  </a:lnTo>
                  <a:cubicBezTo>
                    <a:pt x="18884" y="668"/>
                    <a:pt x="18887" y="653"/>
                    <a:pt x="18890" y="637"/>
                  </a:cubicBezTo>
                  <a:cubicBezTo>
                    <a:pt x="18890" y="637"/>
                    <a:pt x="18890" y="634"/>
                    <a:pt x="18890" y="631"/>
                  </a:cubicBezTo>
                  <a:cubicBezTo>
                    <a:pt x="18890" y="619"/>
                    <a:pt x="18890" y="604"/>
                    <a:pt x="18893" y="592"/>
                  </a:cubicBezTo>
                  <a:lnTo>
                    <a:pt x="18893" y="580"/>
                  </a:lnTo>
                  <a:cubicBezTo>
                    <a:pt x="18893" y="568"/>
                    <a:pt x="18893" y="553"/>
                    <a:pt x="18893" y="541"/>
                  </a:cubicBezTo>
                  <a:cubicBezTo>
                    <a:pt x="18893" y="538"/>
                    <a:pt x="18893" y="535"/>
                    <a:pt x="18893" y="532"/>
                  </a:cubicBezTo>
                  <a:cubicBezTo>
                    <a:pt x="18893" y="517"/>
                    <a:pt x="18890" y="502"/>
                    <a:pt x="18890" y="487"/>
                  </a:cubicBezTo>
                  <a:cubicBezTo>
                    <a:pt x="18890" y="483"/>
                    <a:pt x="18890" y="480"/>
                    <a:pt x="18887" y="477"/>
                  </a:cubicBezTo>
                  <a:cubicBezTo>
                    <a:pt x="18887" y="465"/>
                    <a:pt x="18884" y="453"/>
                    <a:pt x="18881" y="441"/>
                  </a:cubicBezTo>
                  <a:lnTo>
                    <a:pt x="18878" y="429"/>
                  </a:lnTo>
                  <a:cubicBezTo>
                    <a:pt x="18875" y="417"/>
                    <a:pt x="18872" y="402"/>
                    <a:pt x="18866" y="390"/>
                  </a:cubicBezTo>
                  <a:cubicBezTo>
                    <a:pt x="18866" y="387"/>
                    <a:pt x="18866" y="384"/>
                    <a:pt x="18863" y="381"/>
                  </a:cubicBezTo>
                  <a:cubicBezTo>
                    <a:pt x="18860" y="369"/>
                    <a:pt x="18854" y="354"/>
                    <a:pt x="18848" y="345"/>
                  </a:cubicBezTo>
                  <a:cubicBezTo>
                    <a:pt x="18848" y="339"/>
                    <a:pt x="18845" y="333"/>
                    <a:pt x="18842" y="329"/>
                  </a:cubicBezTo>
                  <a:cubicBezTo>
                    <a:pt x="18839" y="323"/>
                    <a:pt x="18833" y="308"/>
                    <a:pt x="18830" y="299"/>
                  </a:cubicBezTo>
                  <a:cubicBezTo>
                    <a:pt x="18824" y="290"/>
                    <a:pt x="18824" y="290"/>
                    <a:pt x="18821" y="287"/>
                  </a:cubicBezTo>
                  <a:cubicBezTo>
                    <a:pt x="18815" y="275"/>
                    <a:pt x="18806" y="263"/>
                    <a:pt x="18797" y="248"/>
                  </a:cubicBezTo>
                  <a:lnTo>
                    <a:pt x="18790" y="239"/>
                  </a:lnTo>
                  <a:cubicBezTo>
                    <a:pt x="18784" y="230"/>
                    <a:pt x="18775" y="221"/>
                    <a:pt x="18769" y="212"/>
                  </a:cubicBezTo>
                  <a:cubicBezTo>
                    <a:pt x="18760" y="203"/>
                    <a:pt x="18763" y="203"/>
                    <a:pt x="18760" y="200"/>
                  </a:cubicBezTo>
                  <a:cubicBezTo>
                    <a:pt x="18751" y="188"/>
                    <a:pt x="18739" y="176"/>
                    <a:pt x="18727" y="163"/>
                  </a:cubicBezTo>
                  <a:cubicBezTo>
                    <a:pt x="18718" y="154"/>
                    <a:pt x="18706" y="142"/>
                    <a:pt x="18694" y="133"/>
                  </a:cubicBezTo>
                  <a:lnTo>
                    <a:pt x="18682" y="124"/>
                  </a:lnTo>
                  <a:cubicBezTo>
                    <a:pt x="18673" y="115"/>
                    <a:pt x="18664" y="109"/>
                    <a:pt x="18655" y="103"/>
                  </a:cubicBezTo>
                  <a:lnTo>
                    <a:pt x="18643" y="94"/>
                  </a:lnTo>
                  <a:cubicBezTo>
                    <a:pt x="18630" y="88"/>
                    <a:pt x="18618" y="79"/>
                    <a:pt x="18606" y="73"/>
                  </a:cubicBezTo>
                  <a:lnTo>
                    <a:pt x="18591" y="64"/>
                  </a:lnTo>
                  <a:lnTo>
                    <a:pt x="18564" y="52"/>
                  </a:lnTo>
                  <a:lnTo>
                    <a:pt x="18549" y="43"/>
                  </a:lnTo>
                  <a:cubicBezTo>
                    <a:pt x="18537" y="40"/>
                    <a:pt x="18522" y="34"/>
                    <a:pt x="18510" y="28"/>
                  </a:cubicBezTo>
                  <a:lnTo>
                    <a:pt x="18501" y="28"/>
                  </a:lnTo>
                  <a:cubicBezTo>
                    <a:pt x="18489" y="22"/>
                    <a:pt x="18476" y="18"/>
                    <a:pt x="18464" y="15"/>
                  </a:cubicBezTo>
                  <a:lnTo>
                    <a:pt x="18449" y="12"/>
                  </a:lnTo>
                  <a:lnTo>
                    <a:pt x="18416" y="6"/>
                  </a:lnTo>
                  <a:lnTo>
                    <a:pt x="18404" y="3"/>
                  </a:lnTo>
                  <a:cubicBezTo>
                    <a:pt x="18389" y="3"/>
                    <a:pt x="18374" y="0"/>
                    <a:pt x="18359"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12" name="Google Shape;9656;p62">
              <a:extLst>
                <a:ext uri="{FF2B5EF4-FFF2-40B4-BE49-F238E27FC236}">
                  <a16:creationId xmlns:a16="http://schemas.microsoft.com/office/drawing/2014/main" id="{6E4EDB51-D47B-1ABC-B500-602A70E7251C}"/>
                </a:ext>
              </a:extLst>
            </p:cNvPr>
            <p:cNvGrpSpPr/>
            <p:nvPr/>
          </p:nvGrpSpPr>
          <p:grpSpPr>
            <a:xfrm>
              <a:off x="440249" y="1851031"/>
              <a:ext cx="368987" cy="363666"/>
              <a:chOff x="-64774725" y="1916550"/>
              <a:chExt cx="319000" cy="314400"/>
            </a:xfrm>
            <a:solidFill>
              <a:schemeClr val="bg1"/>
            </a:solidFill>
          </p:grpSpPr>
          <p:sp>
            <p:nvSpPr>
              <p:cNvPr id="29" name="Google Shape;9657;p62">
                <a:extLst>
                  <a:ext uri="{FF2B5EF4-FFF2-40B4-BE49-F238E27FC236}">
                    <a16:creationId xmlns:a16="http://schemas.microsoft.com/office/drawing/2014/main" id="{1E3F1AB8-3221-F4F7-4B1E-2F3E33A2DD90}"/>
                  </a:ext>
                </a:extLst>
              </p:cNvPr>
              <p:cNvSpPr/>
              <p:nvPr/>
            </p:nvSpPr>
            <p:spPr>
              <a:xfrm>
                <a:off x="-64774725" y="1916550"/>
                <a:ext cx="319000" cy="314400"/>
              </a:xfrm>
              <a:custGeom>
                <a:avLst/>
                <a:gdLst/>
                <a:ahLst/>
                <a:cxnLst/>
                <a:rect l="l" t="t" r="r" b="b"/>
                <a:pathLst>
                  <a:path w="12760" h="12576" extrusionOk="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658;p62">
                <a:extLst>
                  <a:ext uri="{FF2B5EF4-FFF2-40B4-BE49-F238E27FC236}">
                    <a16:creationId xmlns:a16="http://schemas.microsoft.com/office/drawing/2014/main" id="{8CCD0E31-CE2A-00A6-7A1A-5694FBB3204D}"/>
                  </a:ext>
                </a:extLst>
              </p:cNvPr>
              <p:cNvSpPr/>
              <p:nvPr/>
            </p:nvSpPr>
            <p:spPr>
              <a:xfrm>
                <a:off x="-64636900" y="2010600"/>
                <a:ext cx="89800" cy="82525"/>
              </a:xfrm>
              <a:custGeom>
                <a:avLst/>
                <a:gdLst/>
                <a:ahLst/>
                <a:cxnLst/>
                <a:rect l="l" t="t" r="r" b="b"/>
                <a:pathLst>
                  <a:path w="3592" h="3301" extrusionOk="0">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 name="Google Shape;9969;p62">
              <a:extLst>
                <a:ext uri="{FF2B5EF4-FFF2-40B4-BE49-F238E27FC236}">
                  <a16:creationId xmlns:a16="http://schemas.microsoft.com/office/drawing/2014/main" id="{AC051CF6-6324-865B-E27C-31456485B2AC}"/>
                </a:ext>
              </a:extLst>
            </p:cNvPr>
            <p:cNvGrpSpPr/>
            <p:nvPr/>
          </p:nvGrpSpPr>
          <p:grpSpPr>
            <a:xfrm>
              <a:off x="469702" y="2858294"/>
              <a:ext cx="350401" cy="349457"/>
              <a:chOff x="2141000" y="1954475"/>
              <a:chExt cx="296975" cy="296175"/>
            </a:xfrm>
            <a:solidFill>
              <a:schemeClr val="bg1"/>
            </a:solidFill>
          </p:grpSpPr>
          <p:sp>
            <p:nvSpPr>
              <p:cNvPr id="25" name="Google Shape;9970;p62">
                <a:extLst>
                  <a:ext uri="{FF2B5EF4-FFF2-40B4-BE49-F238E27FC236}">
                    <a16:creationId xmlns:a16="http://schemas.microsoft.com/office/drawing/2014/main" id="{CEBE47FF-047E-CF34-A613-A8F7E32F179B}"/>
                  </a:ext>
                </a:extLst>
              </p:cNvPr>
              <p:cNvSpPr/>
              <p:nvPr/>
            </p:nvSpPr>
            <p:spPr>
              <a:xfrm>
                <a:off x="2280425" y="1989925"/>
                <a:ext cx="104775" cy="68550"/>
              </a:xfrm>
              <a:custGeom>
                <a:avLst/>
                <a:gdLst/>
                <a:ahLst/>
                <a:cxnLst/>
                <a:rect l="l" t="t" r="r" b="b"/>
                <a:pathLst>
                  <a:path w="4191" h="2742" extrusionOk="0">
                    <a:moveTo>
                      <a:pt x="347" y="0"/>
                    </a:moveTo>
                    <a:cubicBezTo>
                      <a:pt x="158" y="0"/>
                      <a:pt x="0" y="158"/>
                      <a:pt x="0" y="347"/>
                    </a:cubicBezTo>
                    <a:cubicBezTo>
                      <a:pt x="0" y="505"/>
                      <a:pt x="158" y="662"/>
                      <a:pt x="315" y="662"/>
                    </a:cubicBezTo>
                    <a:lnTo>
                      <a:pt x="2426" y="662"/>
                    </a:lnTo>
                    <a:cubicBezTo>
                      <a:pt x="2615" y="662"/>
                      <a:pt x="2773" y="820"/>
                      <a:pt x="2773" y="1009"/>
                    </a:cubicBezTo>
                    <a:lnTo>
                      <a:pt x="2773" y="1576"/>
                    </a:lnTo>
                    <a:lnTo>
                      <a:pt x="2678" y="1450"/>
                    </a:lnTo>
                    <a:cubicBezTo>
                      <a:pt x="2615" y="1387"/>
                      <a:pt x="2521" y="1355"/>
                      <a:pt x="2430" y="1355"/>
                    </a:cubicBezTo>
                    <a:cubicBezTo>
                      <a:pt x="2340" y="1355"/>
                      <a:pt x="2253" y="1387"/>
                      <a:pt x="2206" y="1450"/>
                    </a:cubicBezTo>
                    <a:cubicBezTo>
                      <a:pt x="2080" y="1576"/>
                      <a:pt x="2080" y="1796"/>
                      <a:pt x="2206" y="1922"/>
                    </a:cubicBezTo>
                    <a:lnTo>
                      <a:pt x="2899" y="2647"/>
                    </a:lnTo>
                    <a:cubicBezTo>
                      <a:pt x="2993" y="2710"/>
                      <a:pt x="3056" y="2741"/>
                      <a:pt x="3151" y="2741"/>
                    </a:cubicBezTo>
                    <a:cubicBezTo>
                      <a:pt x="3214" y="2741"/>
                      <a:pt x="3340" y="2710"/>
                      <a:pt x="3371" y="2647"/>
                    </a:cubicBezTo>
                    <a:lnTo>
                      <a:pt x="4096" y="1922"/>
                    </a:lnTo>
                    <a:cubicBezTo>
                      <a:pt x="4191" y="1796"/>
                      <a:pt x="4191" y="1576"/>
                      <a:pt x="4096" y="1450"/>
                    </a:cubicBezTo>
                    <a:cubicBezTo>
                      <a:pt x="4033" y="1387"/>
                      <a:pt x="3938" y="1355"/>
                      <a:pt x="3848" y="1355"/>
                    </a:cubicBezTo>
                    <a:cubicBezTo>
                      <a:pt x="3757" y="1355"/>
                      <a:pt x="3671" y="1387"/>
                      <a:pt x="3623" y="1450"/>
                    </a:cubicBezTo>
                    <a:lnTo>
                      <a:pt x="3497" y="1576"/>
                    </a:lnTo>
                    <a:lnTo>
                      <a:pt x="3497" y="1009"/>
                    </a:lnTo>
                    <a:cubicBezTo>
                      <a:pt x="3497" y="442"/>
                      <a:pt x="3025" y="0"/>
                      <a:pt x="24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971;p62">
                <a:extLst>
                  <a:ext uri="{FF2B5EF4-FFF2-40B4-BE49-F238E27FC236}">
                    <a16:creationId xmlns:a16="http://schemas.microsoft.com/office/drawing/2014/main" id="{E52ACE95-C59C-5772-0CB3-E458C6F8CD33}"/>
                  </a:ext>
                </a:extLst>
              </p:cNvPr>
              <p:cNvSpPr/>
              <p:nvPr/>
            </p:nvSpPr>
            <p:spPr>
              <a:xfrm>
                <a:off x="2174875" y="2145875"/>
                <a:ext cx="105575" cy="69325"/>
              </a:xfrm>
              <a:custGeom>
                <a:avLst/>
                <a:gdLst/>
                <a:ahLst/>
                <a:cxnLst/>
                <a:rect l="l" t="t" r="r" b="b"/>
                <a:pathLst>
                  <a:path w="4223" h="2773" extrusionOk="0">
                    <a:moveTo>
                      <a:pt x="1056" y="0"/>
                    </a:moveTo>
                    <a:cubicBezTo>
                      <a:pt x="969" y="0"/>
                      <a:pt x="883" y="32"/>
                      <a:pt x="820" y="95"/>
                    </a:cubicBezTo>
                    <a:lnTo>
                      <a:pt x="95" y="820"/>
                    </a:lnTo>
                    <a:cubicBezTo>
                      <a:pt x="1" y="914"/>
                      <a:pt x="1" y="1166"/>
                      <a:pt x="95" y="1292"/>
                    </a:cubicBezTo>
                    <a:cubicBezTo>
                      <a:pt x="158" y="1339"/>
                      <a:pt x="253" y="1363"/>
                      <a:pt x="343" y="1363"/>
                    </a:cubicBezTo>
                    <a:cubicBezTo>
                      <a:pt x="434" y="1363"/>
                      <a:pt x="521" y="1339"/>
                      <a:pt x="568" y="1292"/>
                    </a:cubicBezTo>
                    <a:lnTo>
                      <a:pt x="694" y="1166"/>
                    </a:lnTo>
                    <a:lnTo>
                      <a:pt x="694" y="1702"/>
                    </a:lnTo>
                    <a:cubicBezTo>
                      <a:pt x="757" y="2300"/>
                      <a:pt x="1229" y="2773"/>
                      <a:pt x="1765" y="2773"/>
                    </a:cubicBezTo>
                    <a:lnTo>
                      <a:pt x="3844" y="2773"/>
                    </a:lnTo>
                    <a:cubicBezTo>
                      <a:pt x="4065" y="2773"/>
                      <a:pt x="4222" y="2615"/>
                      <a:pt x="4222" y="2426"/>
                    </a:cubicBezTo>
                    <a:cubicBezTo>
                      <a:pt x="4222" y="2237"/>
                      <a:pt x="4065" y="2080"/>
                      <a:pt x="3844" y="2080"/>
                    </a:cubicBezTo>
                    <a:lnTo>
                      <a:pt x="1765" y="2080"/>
                    </a:lnTo>
                    <a:cubicBezTo>
                      <a:pt x="1576" y="2080"/>
                      <a:pt x="1418" y="1922"/>
                      <a:pt x="1418" y="1702"/>
                    </a:cubicBezTo>
                    <a:lnTo>
                      <a:pt x="1418" y="1166"/>
                    </a:lnTo>
                    <a:lnTo>
                      <a:pt x="1544" y="1292"/>
                    </a:lnTo>
                    <a:cubicBezTo>
                      <a:pt x="1592" y="1339"/>
                      <a:pt x="1678" y="1363"/>
                      <a:pt x="1769" y="1363"/>
                    </a:cubicBezTo>
                    <a:cubicBezTo>
                      <a:pt x="1859" y="1363"/>
                      <a:pt x="1954" y="1339"/>
                      <a:pt x="2017" y="1292"/>
                    </a:cubicBezTo>
                    <a:cubicBezTo>
                      <a:pt x="2112" y="1166"/>
                      <a:pt x="2112" y="914"/>
                      <a:pt x="2017" y="820"/>
                    </a:cubicBezTo>
                    <a:lnTo>
                      <a:pt x="1292" y="95"/>
                    </a:lnTo>
                    <a:cubicBezTo>
                      <a:pt x="1229" y="32"/>
                      <a:pt x="1143" y="0"/>
                      <a:pt x="105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972;p62">
                <a:extLst>
                  <a:ext uri="{FF2B5EF4-FFF2-40B4-BE49-F238E27FC236}">
                    <a16:creationId xmlns:a16="http://schemas.microsoft.com/office/drawing/2014/main" id="{AD23DBDE-864D-F039-9B8D-DD644626F4A7}"/>
                  </a:ext>
                </a:extLst>
              </p:cNvPr>
              <p:cNvSpPr/>
              <p:nvPr/>
            </p:nvSpPr>
            <p:spPr>
              <a:xfrm>
                <a:off x="2141000" y="1954475"/>
                <a:ext cx="139450" cy="174100"/>
              </a:xfrm>
              <a:custGeom>
                <a:avLst/>
                <a:gdLst/>
                <a:ahLst/>
                <a:cxnLst/>
                <a:rect l="l" t="t" r="r" b="b"/>
                <a:pathLst>
                  <a:path w="5578" h="6964" extrusionOk="0">
                    <a:moveTo>
                      <a:pt x="2773" y="694"/>
                    </a:moveTo>
                    <a:cubicBezTo>
                      <a:pt x="3372" y="694"/>
                      <a:pt x="3782" y="1166"/>
                      <a:pt x="3782" y="1734"/>
                    </a:cubicBezTo>
                    <a:cubicBezTo>
                      <a:pt x="3782" y="2301"/>
                      <a:pt x="3309" y="2742"/>
                      <a:pt x="2773" y="2742"/>
                    </a:cubicBezTo>
                    <a:cubicBezTo>
                      <a:pt x="2175" y="2742"/>
                      <a:pt x="1734" y="2269"/>
                      <a:pt x="1734" y="1734"/>
                    </a:cubicBezTo>
                    <a:cubicBezTo>
                      <a:pt x="1734" y="1166"/>
                      <a:pt x="2206" y="694"/>
                      <a:pt x="2773" y="694"/>
                    </a:cubicBezTo>
                    <a:close/>
                    <a:moveTo>
                      <a:pt x="2773" y="3466"/>
                    </a:moveTo>
                    <a:cubicBezTo>
                      <a:pt x="3908" y="3466"/>
                      <a:pt x="4853" y="4411"/>
                      <a:pt x="4853" y="5546"/>
                    </a:cubicBezTo>
                    <a:lnTo>
                      <a:pt x="4853" y="6270"/>
                    </a:lnTo>
                    <a:lnTo>
                      <a:pt x="694" y="6270"/>
                    </a:lnTo>
                    <a:lnTo>
                      <a:pt x="694" y="5546"/>
                    </a:lnTo>
                    <a:cubicBezTo>
                      <a:pt x="694" y="4411"/>
                      <a:pt x="1639" y="3466"/>
                      <a:pt x="2773" y="3466"/>
                    </a:cubicBezTo>
                    <a:close/>
                    <a:moveTo>
                      <a:pt x="2805" y="1"/>
                    </a:moveTo>
                    <a:cubicBezTo>
                      <a:pt x="1860" y="1"/>
                      <a:pt x="1072" y="788"/>
                      <a:pt x="1072" y="1734"/>
                    </a:cubicBezTo>
                    <a:cubicBezTo>
                      <a:pt x="1072" y="2238"/>
                      <a:pt x="1324" y="2710"/>
                      <a:pt x="1671" y="3025"/>
                    </a:cubicBezTo>
                    <a:cubicBezTo>
                      <a:pt x="726" y="3466"/>
                      <a:pt x="64" y="4443"/>
                      <a:pt x="64" y="5577"/>
                    </a:cubicBezTo>
                    <a:lnTo>
                      <a:pt x="64" y="6617"/>
                    </a:lnTo>
                    <a:cubicBezTo>
                      <a:pt x="1" y="6806"/>
                      <a:pt x="159" y="6963"/>
                      <a:pt x="379" y="6963"/>
                    </a:cubicBezTo>
                    <a:lnTo>
                      <a:pt x="5199" y="6963"/>
                    </a:lnTo>
                    <a:cubicBezTo>
                      <a:pt x="5420" y="6963"/>
                      <a:pt x="5577" y="6806"/>
                      <a:pt x="5577" y="6617"/>
                    </a:cubicBezTo>
                    <a:lnTo>
                      <a:pt x="5577" y="5577"/>
                    </a:lnTo>
                    <a:cubicBezTo>
                      <a:pt x="5577" y="4443"/>
                      <a:pt x="4884" y="3498"/>
                      <a:pt x="3939" y="3025"/>
                    </a:cubicBezTo>
                    <a:cubicBezTo>
                      <a:pt x="4317" y="2710"/>
                      <a:pt x="4538" y="2238"/>
                      <a:pt x="4538" y="1734"/>
                    </a:cubicBezTo>
                    <a:cubicBezTo>
                      <a:pt x="4538" y="788"/>
                      <a:pt x="3750" y="1"/>
                      <a:pt x="28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9973;p62">
                <a:extLst>
                  <a:ext uri="{FF2B5EF4-FFF2-40B4-BE49-F238E27FC236}">
                    <a16:creationId xmlns:a16="http://schemas.microsoft.com/office/drawing/2014/main" id="{14BD07CC-63E8-C95E-87CB-2CF250885804}"/>
                  </a:ext>
                </a:extLst>
              </p:cNvPr>
              <p:cNvSpPr/>
              <p:nvPr/>
            </p:nvSpPr>
            <p:spPr>
              <a:xfrm>
                <a:off x="2298525" y="2076550"/>
                <a:ext cx="139450" cy="174100"/>
              </a:xfrm>
              <a:custGeom>
                <a:avLst/>
                <a:gdLst/>
                <a:ahLst/>
                <a:cxnLst/>
                <a:rect l="l" t="t" r="r" b="b"/>
                <a:pathLst>
                  <a:path w="5578" h="6964" extrusionOk="0">
                    <a:moveTo>
                      <a:pt x="2773" y="663"/>
                    </a:moveTo>
                    <a:cubicBezTo>
                      <a:pt x="3372" y="663"/>
                      <a:pt x="3782" y="1135"/>
                      <a:pt x="3782" y="1702"/>
                    </a:cubicBezTo>
                    <a:cubicBezTo>
                      <a:pt x="3782" y="2238"/>
                      <a:pt x="3309" y="2710"/>
                      <a:pt x="2773" y="2710"/>
                    </a:cubicBezTo>
                    <a:cubicBezTo>
                      <a:pt x="2175" y="2710"/>
                      <a:pt x="1734" y="2238"/>
                      <a:pt x="1734" y="1702"/>
                    </a:cubicBezTo>
                    <a:cubicBezTo>
                      <a:pt x="1734" y="1135"/>
                      <a:pt x="2175" y="663"/>
                      <a:pt x="2773" y="663"/>
                    </a:cubicBezTo>
                    <a:close/>
                    <a:moveTo>
                      <a:pt x="2773" y="3467"/>
                    </a:moveTo>
                    <a:cubicBezTo>
                      <a:pt x="3908" y="3467"/>
                      <a:pt x="4853" y="4412"/>
                      <a:pt x="4853" y="5546"/>
                    </a:cubicBezTo>
                    <a:lnTo>
                      <a:pt x="4853" y="6270"/>
                    </a:lnTo>
                    <a:lnTo>
                      <a:pt x="694" y="6270"/>
                    </a:lnTo>
                    <a:lnTo>
                      <a:pt x="694" y="5546"/>
                    </a:lnTo>
                    <a:cubicBezTo>
                      <a:pt x="694" y="4412"/>
                      <a:pt x="1639" y="3467"/>
                      <a:pt x="2773" y="3467"/>
                    </a:cubicBezTo>
                    <a:close/>
                    <a:moveTo>
                      <a:pt x="2773" y="1"/>
                    </a:moveTo>
                    <a:cubicBezTo>
                      <a:pt x="1828" y="1"/>
                      <a:pt x="1041" y="789"/>
                      <a:pt x="1041" y="1734"/>
                    </a:cubicBezTo>
                    <a:cubicBezTo>
                      <a:pt x="1041" y="2238"/>
                      <a:pt x="1261" y="2710"/>
                      <a:pt x="1608" y="3025"/>
                    </a:cubicBezTo>
                    <a:cubicBezTo>
                      <a:pt x="663" y="3467"/>
                      <a:pt x="1" y="4443"/>
                      <a:pt x="1" y="5546"/>
                    </a:cubicBezTo>
                    <a:lnTo>
                      <a:pt x="1" y="6617"/>
                    </a:lnTo>
                    <a:cubicBezTo>
                      <a:pt x="1" y="6806"/>
                      <a:pt x="159" y="6964"/>
                      <a:pt x="379" y="6964"/>
                    </a:cubicBezTo>
                    <a:lnTo>
                      <a:pt x="5199" y="6964"/>
                    </a:lnTo>
                    <a:cubicBezTo>
                      <a:pt x="5420" y="6964"/>
                      <a:pt x="5577" y="6806"/>
                      <a:pt x="5577" y="6617"/>
                    </a:cubicBezTo>
                    <a:lnTo>
                      <a:pt x="5577" y="5546"/>
                    </a:lnTo>
                    <a:cubicBezTo>
                      <a:pt x="5514" y="4412"/>
                      <a:pt x="4853" y="3467"/>
                      <a:pt x="3908" y="3025"/>
                    </a:cubicBezTo>
                    <a:cubicBezTo>
                      <a:pt x="4254" y="2710"/>
                      <a:pt x="4506" y="2238"/>
                      <a:pt x="4506" y="1734"/>
                    </a:cubicBezTo>
                    <a:cubicBezTo>
                      <a:pt x="4506" y="789"/>
                      <a:pt x="3719" y="1"/>
                      <a:pt x="27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9656;p62">
              <a:extLst>
                <a:ext uri="{FF2B5EF4-FFF2-40B4-BE49-F238E27FC236}">
                  <a16:creationId xmlns:a16="http://schemas.microsoft.com/office/drawing/2014/main" id="{FF07D64F-28A2-EB7A-99D0-9B0B96F11902}"/>
                </a:ext>
              </a:extLst>
            </p:cNvPr>
            <p:cNvGrpSpPr/>
            <p:nvPr/>
          </p:nvGrpSpPr>
          <p:grpSpPr>
            <a:xfrm>
              <a:off x="440248" y="3401364"/>
              <a:ext cx="368987" cy="363666"/>
              <a:chOff x="-64774725" y="1916550"/>
              <a:chExt cx="319000" cy="314400"/>
            </a:xfrm>
            <a:solidFill>
              <a:schemeClr val="bg1"/>
            </a:solidFill>
          </p:grpSpPr>
          <p:sp>
            <p:nvSpPr>
              <p:cNvPr id="23" name="Google Shape;9657;p62">
                <a:extLst>
                  <a:ext uri="{FF2B5EF4-FFF2-40B4-BE49-F238E27FC236}">
                    <a16:creationId xmlns:a16="http://schemas.microsoft.com/office/drawing/2014/main" id="{BFB32164-0DCF-7E65-4984-B8EB8D5121BA}"/>
                  </a:ext>
                </a:extLst>
              </p:cNvPr>
              <p:cNvSpPr/>
              <p:nvPr/>
            </p:nvSpPr>
            <p:spPr>
              <a:xfrm>
                <a:off x="-64774725" y="1916550"/>
                <a:ext cx="319000" cy="314400"/>
              </a:xfrm>
              <a:custGeom>
                <a:avLst/>
                <a:gdLst/>
                <a:ahLst/>
                <a:cxnLst/>
                <a:rect l="l" t="t" r="r" b="b"/>
                <a:pathLst>
                  <a:path w="12760" h="12576" extrusionOk="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658;p62">
                <a:extLst>
                  <a:ext uri="{FF2B5EF4-FFF2-40B4-BE49-F238E27FC236}">
                    <a16:creationId xmlns:a16="http://schemas.microsoft.com/office/drawing/2014/main" id="{2E7EC03C-44B5-BA7A-EC26-322C27F3A636}"/>
                  </a:ext>
                </a:extLst>
              </p:cNvPr>
              <p:cNvSpPr/>
              <p:nvPr/>
            </p:nvSpPr>
            <p:spPr>
              <a:xfrm>
                <a:off x="-64636900" y="2010600"/>
                <a:ext cx="89800" cy="82525"/>
              </a:xfrm>
              <a:custGeom>
                <a:avLst/>
                <a:gdLst/>
                <a:ahLst/>
                <a:cxnLst/>
                <a:rect l="l" t="t" r="r" b="b"/>
                <a:pathLst>
                  <a:path w="3592" h="3301" extrusionOk="0">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0037;p63">
              <a:extLst>
                <a:ext uri="{FF2B5EF4-FFF2-40B4-BE49-F238E27FC236}">
                  <a16:creationId xmlns:a16="http://schemas.microsoft.com/office/drawing/2014/main" id="{321B6D1B-6BFB-8564-29F5-1C7BF528E382}"/>
                </a:ext>
              </a:extLst>
            </p:cNvPr>
            <p:cNvGrpSpPr/>
            <p:nvPr/>
          </p:nvGrpSpPr>
          <p:grpSpPr>
            <a:xfrm>
              <a:off x="456650" y="4679512"/>
              <a:ext cx="366963" cy="352768"/>
              <a:chOff x="-31889075" y="2658950"/>
              <a:chExt cx="302475" cy="290775"/>
            </a:xfrm>
            <a:solidFill>
              <a:schemeClr val="bg1"/>
            </a:solidFill>
          </p:grpSpPr>
          <p:sp>
            <p:nvSpPr>
              <p:cNvPr id="21" name="Google Shape;10038;p63">
                <a:extLst>
                  <a:ext uri="{FF2B5EF4-FFF2-40B4-BE49-F238E27FC236}">
                    <a16:creationId xmlns:a16="http://schemas.microsoft.com/office/drawing/2014/main" id="{1E793AA8-0B1D-9227-7D05-D90D25B7ABF1}"/>
                  </a:ext>
                </a:extLst>
              </p:cNvPr>
              <p:cNvSpPr/>
              <p:nvPr/>
            </p:nvSpPr>
            <p:spPr>
              <a:xfrm>
                <a:off x="-31889075" y="2658950"/>
                <a:ext cx="302475" cy="290775"/>
              </a:xfrm>
              <a:custGeom>
                <a:avLst/>
                <a:gdLst/>
                <a:ahLst/>
                <a:cxnLst/>
                <a:rect l="l" t="t" r="r" b="b"/>
                <a:pathLst>
                  <a:path w="12099" h="11631" extrusionOk="0">
                    <a:moveTo>
                      <a:pt x="10555" y="712"/>
                    </a:moveTo>
                    <a:lnTo>
                      <a:pt x="11153" y="1310"/>
                    </a:lnTo>
                    <a:lnTo>
                      <a:pt x="10051" y="3138"/>
                    </a:lnTo>
                    <a:lnTo>
                      <a:pt x="8728" y="1814"/>
                    </a:lnTo>
                    <a:lnTo>
                      <a:pt x="10555" y="712"/>
                    </a:lnTo>
                    <a:close/>
                    <a:moveTo>
                      <a:pt x="8665" y="2696"/>
                    </a:moveTo>
                    <a:lnTo>
                      <a:pt x="9137" y="3169"/>
                    </a:lnTo>
                    <a:lnTo>
                      <a:pt x="7278" y="4996"/>
                    </a:lnTo>
                    <a:lnTo>
                      <a:pt x="6806" y="4524"/>
                    </a:lnTo>
                    <a:lnTo>
                      <a:pt x="8665" y="2696"/>
                    </a:lnTo>
                    <a:close/>
                    <a:moveTo>
                      <a:pt x="3022" y="640"/>
                    </a:moveTo>
                    <a:cubicBezTo>
                      <a:pt x="3549" y="640"/>
                      <a:pt x="4066" y="847"/>
                      <a:pt x="4443" y="1247"/>
                    </a:cubicBezTo>
                    <a:cubicBezTo>
                      <a:pt x="5010" y="1783"/>
                      <a:pt x="5199" y="2602"/>
                      <a:pt x="4915" y="3358"/>
                    </a:cubicBezTo>
                    <a:cubicBezTo>
                      <a:pt x="4884" y="3484"/>
                      <a:pt x="4915" y="3642"/>
                      <a:pt x="5010" y="3705"/>
                    </a:cubicBezTo>
                    <a:lnTo>
                      <a:pt x="8160" y="6855"/>
                    </a:lnTo>
                    <a:cubicBezTo>
                      <a:pt x="8208" y="6926"/>
                      <a:pt x="8308" y="6961"/>
                      <a:pt x="8409" y="6961"/>
                    </a:cubicBezTo>
                    <a:cubicBezTo>
                      <a:pt x="8442" y="6961"/>
                      <a:pt x="8476" y="6957"/>
                      <a:pt x="8507" y="6950"/>
                    </a:cubicBezTo>
                    <a:cubicBezTo>
                      <a:pt x="8741" y="6862"/>
                      <a:pt x="8981" y="6819"/>
                      <a:pt x="9217" y="6819"/>
                    </a:cubicBezTo>
                    <a:cubicBezTo>
                      <a:pt x="9743" y="6819"/>
                      <a:pt x="10248" y="7031"/>
                      <a:pt x="10618" y="7422"/>
                    </a:cubicBezTo>
                    <a:cubicBezTo>
                      <a:pt x="11153" y="7926"/>
                      <a:pt x="11342" y="8682"/>
                      <a:pt x="11153" y="9375"/>
                    </a:cubicBezTo>
                    <a:lnTo>
                      <a:pt x="10240" y="8493"/>
                    </a:lnTo>
                    <a:cubicBezTo>
                      <a:pt x="10035" y="8289"/>
                      <a:pt x="9767" y="8186"/>
                      <a:pt x="9503" y="8186"/>
                    </a:cubicBezTo>
                    <a:cubicBezTo>
                      <a:pt x="9240" y="8186"/>
                      <a:pt x="8980" y="8289"/>
                      <a:pt x="8791" y="8493"/>
                    </a:cubicBezTo>
                    <a:cubicBezTo>
                      <a:pt x="8381" y="8871"/>
                      <a:pt x="8381" y="9533"/>
                      <a:pt x="8791" y="9943"/>
                    </a:cubicBezTo>
                    <a:lnTo>
                      <a:pt x="9673" y="10856"/>
                    </a:lnTo>
                    <a:cubicBezTo>
                      <a:pt x="9498" y="10904"/>
                      <a:pt x="9318" y="10928"/>
                      <a:pt x="9140" y="10928"/>
                    </a:cubicBezTo>
                    <a:cubicBezTo>
                      <a:pt x="8614" y="10928"/>
                      <a:pt x="8096" y="10721"/>
                      <a:pt x="7719" y="10321"/>
                    </a:cubicBezTo>
                    <a:cubicBezTo>
                      <a:pt x="7152" y="9785"/>
                      <a:pt x="6963" y="8966"/>
                      <a:pt x="7247" y="8210"/>
                    </a:cubicBezTo>
                    <a:cubicBezTo>
                      <a:pt x="7278" y="8084"/>
                      <a:pt x="7247" y="7926"/>
                      <a:pt x="7152" y="7863"/>
                    </a:cubicBezTo>
                    <a:lnTo>
                      <a:pt x="4002" y="4713"/>
                    </a:lnTo>
                    <a:cubicBezTo>
                      <a:pt x="3960" y="4629"/>
                      <a:pt x="3876" y="4587"/>
                      <a:pt x="3787" y="4587"/>
                    </a:cubicBezTo>
                    <a:cubicBezTo>
                      <a:pt x="3743" y="4587"/>
                      <a:pt x="3697" y="4597"/>
                      <a:pt x="3655" y="4618"/>
                    </a:cubicBezTo>
                    <a:cubicBezTo>
                      <a:pt x="3421" y="4706"/>
                      <a:pt x="3181" y="4749"/>
                      <a:pt x="2945" y="4749"/>
                    </a:cubicBezTo>
                    <a:cubicBezTo>
                      <a:pt x="2419" y="4749"/>
                      <a:pt x="1914" y="4537"/>
                      <a:pt x="1544" y="4146"/>
                    </a:cubicBezTo>
                    <a:cubicBezTo>
                      <a:pt x="1009" y="3642"/>
                      <a:pt x="820" y="2885"/>
                      <a:pt x="1009" y="2192"/>
                    </a:cubicBezTo>
                    <a:lnTo>
                      <a:pt x="1009" y="2192"/>
                    </a:lnTo>
                    <a:lnTo>
                      <a:pt x="1922" y="3075"/>
                    </a:lnTo>
                    <a:cubicBezTo>
                      <a:pt x="2127" y="3279"/>
                      <a:pt x="2395" y="3382"/>
                      <a:pt x="2659" y="3382"/>
                    </a:cubicBezTo>
                    <a:cubicBezTo>
                      <a:pt x="2923" y="3382"/>
                      <a:pt x="3183" y="3279"/>
                      <a:pt x="3372" y="3075"/>
                    </a:cubicBezTo>
                    <a:cubicBezTo>
                      <a:pt x="3781" y="2696"/>
                      <a:pt x="3781" y="2035"/>
                      <a:pt x="3372" y="1625"/>
                    </a:cubicBezTo>
                    <a:lnTo>
                      <a:pt x="2490" y="712"/>
                    </a:lnTo>
                    <a:cubicBezTo>
                      <a:pt x="2665" y="664"/>
                      <a:pt x="2844" y="640"/>
                      <a:pt x="3022" y="640"/>
                    </a:cubicBezTo>
                    <a:close/>
                    <a:moveTo>
                      <a:pt x="4380" y="6036"/>
                    </a:moveTo>
                    <a:lnTo>
                      <a:pt x="5829" y="7485"/>
                    </a:lnTo>
                    <a:lnTo>
                      <a:pt x="2679" y="10636"/>
                    </a:lnTo>
                    <a:cubicBezTo>
                      <a:pt x="2474" y="10840"/>
                      <a:pt x="2206" y="10943"/>
                      <a:pt x="1942" y="10943"/>
                    </a:cubicBezTo>
                    <a:cubicBezTo>
                      <a:pt x="1678" y="10943"/>
                      <a:pt x="1418" y="10840"/>
                      <a:pt x="1229" y="10636"/>
                    </a:cubicBezTo>
                    <a:cubicBezTo>
                      <a:pt x="820" y="10226"/>
                      <a:pt x="820" y="9596"/>
                      <a:pt x="1229" y="9186"/>
                    </a:cubicBezTo>
                    <a:lnTo>
                      <a:pt x="4380" y="6036"/>
                    </a:lnTo>
                    <a:close/>
                    <a:moveTo>
                      <a:pt x="2915" y="1"/>
                    </a:moveTo>
                    <a:cubicBezTo>
                      <a:pt x="2465" y="1"/>
                      <a:pt x="2014" y="112"/>
                      <a:pt x="1607" y="334"/>
                    </a:cubicBezTo>
                    <a:cubicBezTo>
                      <a:pt x="1544" y="365"/>
                      <a:pt x="1450" y="491"/>
                      <a:pt x="1450" y="554"/>
                    </a:cubicBezTo>
                    <a:cubicBezTo>
                      <a:pt x="1450" y="680"/>
                      <a:pt x="1481" y="775"/>
                      <a:pt x="1544" y="838"/>
                    </a:cubicBezTo>
                    <a:lnTo>
                      <a:pt x="2836" y="2129"/>
                    </a:lnTo>
                    <a:cubicBezTo>
                      <a:pt x="2962" y="2255"/>
                      <a:pt x="2962" y="2507"/>
                      <a:pt x="2836" y="2602"/>
                    </a:cubicBezTo>
                    <a:cubicBezTo>
                      <a:pt x="2773" y="2665"/>
                      <a:pt x="2686" y="2696"/>
                      <a:pt x="2600" y="2696"/>
                    </a:cubicBezTo>
                    <a:cubicBezTo>
                      <a:pt x="2513" y="2696"/>
                      <a:pt x="2427" y="2665"/>
                      <a:pt x="2364" y="2602"/>
                    </a:cubicBezTo>
                    <a:lnTo>
                      <a:pt x="1072" y="1310"/>
                    </a:lnTo>
                    <a:cubicBezTo>
                      <a:pt x="1001" y="1239"/>
                      <a:pt x="912" y="1204"/>
                      <a:pt x="846" y="1204"/>
                    </a:cubicBezTo>
                    <a:cubicBezTo>
                      <a:pt x="824" y="1204"/>
                      <a:pt x="804" y="1208"/>
                      <a:pt x="788" y="1216"/>
                    </a:cubicBezTo>
                    <a:cubicBezTo>
                      <a:pt x="662" y="1216"/>
                      <a:pt x="599" y="1310"/>
                      <a:pt x="536" y="1373"/>
                    </a:cubicBezTo>
                    <a:cubicBezTo>
                      <a:pt x="1" y="2413"/>
                      <a:pt x="127" y="3736"/>
                      <a:pt x="1009" y="4618"/>
                    </a:cubicBezTo>
                    <a:cubicBezTo>
                      <a:pt x="1549" y="5135"/>
                      <a:pt x="2230" y="5407"/>
                      <a:pt x="2934" y="5407"/>
                    </a:cubicBezTo>
                    <a:cubicBezTo>
                      <a:pt x="3173" y="5407"/>
                      <a:pt x="3415" y="5375"/>
                      <a:pt x="3655" y="5311"/>
                    </a:cubicBezTo>
                    <a:lnTo>
                      <a:pt x="3907" y="5563"/>
                    </a:lnTo>
                    <a:lnTo>
                      <a:pt x="757" y="8714"/>
                    </a:lnTo>
                    <a:cubicBezTo>
                      <a:pt x="64" y="9344"/>
                      <a:pt x="64" y="10447"/>
                      <a:pt x="757" y="11108"/>
                    </a:cubicBezTo>
                    <a:cubicBezTo>
                      <a:pt x="1088" y="11455"/>
                      <a:pt x="1521" y="11628"/>
                      <a:pt x="1954" y="11628"/>
                    </a:cubicBezTo>
                    <a:cubicBezTo>
                      <a:pt x="2387" y="11628"/>
                      <a:pt x="2820" y="11455"/>
                      <a:pt x="3151" y="11108"/>
                    </a:cubicBezTo>
                    <a:lnTo>
                      <a:pt x="6302" y="7958"/>
                    </a:lnTo>
                    <a:lnTo>
                      <a:pt x="6522" y="8210"/>
                    </a:lnTo>
                    <a:cubicBezTo>
                      <a:pt x="6302" y="9155"/>
                      <a:pt x="6522" y="10132"/>
                      <a:pt x="7247" y="10825"/>
                    </a:cubicBezTo>
                    <a:cubicBezTo>
                      <a:pt x="7765" y="11362"/>
                      <a:pt x="8469" y="11630"/>
                      <a:pt x="9169" y="11630"/>
                    </a:cubicBezTo>
                    <a:cubicBezTo>
                      <a:pt x="9618" y="11630"/>
                      <a:pt x="10066" y="11519"/>
                      <a:pt x="10460" y="11297"/>
                    </a:cubicBezTo>
                    <a:cubicBezTo>
                      <a:pt x="10555" y="11266"/>
                      <a:pt x="10618" y="11140"/>
                      <a:pt x="10618" y="11077"/>
                    </a:cubicBezTo>
                    <a:cubicBezTo>
                      <a:pt x="10618" y="11014"/>
                      <a:pt x="10586" y="10888"/>
                      <a:pt x="10555" y="10793"/>
                    </a:cubicBezTo>
                    <a:lnTo>
                      <a:pt x="9263" y="9501"/>
                    </a:lnTo>
                    <a:cubicBezTo>
                      <a:pt x="9137" y="9375"/>
                      <a:pt x="9137" y="9155"/>
                      <a:pt x="9263" y="9029"/>
                    </a:cubicBezTo>
                    <a:cubicBezTo>
                      <a:pt x="9310" y="8966"/>
                      <a:pt x="9397" y="8934"/>
                      <a:pt x="9488" y="8934"/>
                    </a:cubicBezTo>
                    <a:cubicBezTo>
                      <a:pt x="9578" y="8934"/>
                      <a:pt x="9673" y="8966"/>
                      <a:pt x="9736" y="9029"/>
                    </a:cubicBezTo>
                    <a:lnTo>
                      <a:pt x="11027" y="10321"/>
                    </a:lnTo>
                    <a:cubicBezTo>
                      <a:pt x="11075" y="10392"/>
                      <a:pt x="11157" y="10427"/>
                      <a:pt x="11236" y="10427"/>
                    </a:cubicBezTo>
                    <a:cubicBezTo>
                      <a:pt x="11262" y="10427"/>
                      <a:pt x="11287" y="10423"/>
                      <a:pt x="11311" y="10415"/>
                    </a:cubicBezTo>
                    <a:cubicBezTo>
                      <a:pt x="11405" y="10415"/>
                      <a:pt x="11500" y="10321"/>
                      <a:pt x="11532" y="10258"/>
                    </a:cubicBezTo>
                    <a:cubicBezTo>
                      <a:pt x="12099" y="9218"/>
                      <a:pt x="11973" y="7895"/>
                      <a:pt x="11059" y="7013"/>
                    </a:cubicBezTo>
                    <a:cubicBezTo>
                      <a:pt x="10542" y="6496"/>
                      <a:pt x="9850" y="6224"/>
                      <a:pt x="9139" y="6224"/>
                    </a:cubicBezTo>
                    <a:cubicBezTo>
                      <a:pt x="8897" y="6224"/>
                      <a:pt x="8653" y="6255"/>
                      <a:pt x="8413" y="6320"/>
                    </a:cubicBezTo>
                    <a:lnTo>
                      <a:pt x="7719" y="5595"/>
                    </a:lnTo>
                    <a:lnTo>
                      <a:pt x="9578" y="3736"/>
                    </a:lnTo>
                    <a:lnTo>
                      <a:pt x="9799" y="3988"/>
                    </a:lnTo>
                    <a:cubicBezTo>
                      <a:pt x="9867" y="4056"/>
                      <a:pt x="9958" y="4089"/>
                      <a:pt x="10051" y="4089"/>
                    </a:cubicBezTo>
                    <a:cubicBezTo>
                      <a:pt x="10172" y="4089"/>
                      <a:pt x="10294" y="4032"/>
                      <a:pt x="10366" y="3925"/>
                    </a:cubicBezTo>
                    <a:lnTo>
                      <a:pt x="11815" y="1499"/>
                    </a:lnTo>
                    <a:cubicBezTo>
                      <a:pt x="11878" y="1373"/>
                      <a:pt x="11878" y="1184"/>
                      <a:pt x="11784" y="1090"/>
                    </a:cubicBezTo>
                    <a:lnTo>
                      <a:pt x="10775" y="82"/>
                    </a:lnTo>
                    <a:cubicBezTo>
                      <a:pt x="10723" y="30"/>
                      <a:pt x="10652" y="6"/>
                      <a:pt x="10573" y="6"/>
                    </a:cubicBezTo>
                    <a:cubicBezTo>
                      <a:pt x="10507" y="6"/>
                      <a:pt x="10437" y="22"/>
                      <a:pt x="10366" y="50"/>
                    </a:cubicBezTo>
                    <a:lnTo>
                      <a:pt x="7940" y="1499"/>
                    </a:lnTo>
                    <a:cubicBezTo>
                      <a:pt x="7751" y="1625"/>
                      <a:pt x="7719" y="1909"/>
                      <a:pt x="7877" y="2066"/>
                    </a:cubicBezTo>
                    <a:lnTo>
                      <a:pt x="8097" y="2287"/>
                    </a:lnTo>
                    <a:lnTo>
                      <a:pt x="6270" y="4146"/>
                    </a:lnTo>
                    <a:lnTo>
                      <a:pt x="5546" y="3421"/>
                    </a:lnTo>
                    <a:cubicBezTo>
                      <a:pt x="5798" y="2476"/>
                      <a:pt x="5546" y="1499"/>
                      <a:pt x="4852" y="806"/>
                    </a:cubicBezTo>
                    <a:cubicBezTo>
                      <a:pt x="4315" y="269"/>
                      <a:pt x="3615" y="1"/>
                      <a:pt x="29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0039;p63">
                <a:extLst>
                  <a:ext uri="{FF2B5EF4-FFF2-40B4-BE49-F238E27FC236}">
                    <a16:creationId xmlns:a16="http://schemas.microsoft.com/office/drawing/2014/main" id="{FD13A928-F67B-88CA-AFD1-E1C12A8580D4}"/>
                  </a:ext>
                </a:extLst>
              </p:cNvPr>
              <p:cNvSpPr/>
              <p:nvPr/>
            </p:nvSpPr>
            <p:spPr>
              <a:xfrm>
                <a:off x="-31838650" y="2838200"/>
                <a:ext cx="70100" cy="68550"/>
              </a:xfrm>
              <a:custGeom>
                <a:avLst/>
                <a:gdLst/>
                <a:ahLst/>
                <a:cxnLst/>
                <a:rect l="l" t="t" r="r" b="b"/>
                <a:pathLst>
                  <a:path w="2804" h="2742" extrusionOk="0">
                    <a:moveTo>
                      <a:pt x="2430" y="0"/>
                    </a:moveTo>
                    <a:cubicBezTo>
                      <a:pt x="2339" y="0"/>
                      <a:pt x="2253" y="32"/>
                      <a:pt x="2205" y="95"/>
                    </a:cubicBezTo>
                    <a:lnTo>
                      <a:pt x="95" y="2174"/>
                    </a:lnTo>
                    <a:cubicBezTo>
                      <a:pt x="0" y="2300"/>
                      <a:pt x="0" y="2521"/>
                      <a:pt x="95" y="2647"/>
                    </a:cubicBezTo>
                    <a:cubicBezTo>
                      <a:pt x="158" y="2710"/>
                      <a:pt x="236" y="2741"/>
                      <a:pt x="319" y="2741"/>
                    </a:cubicBezTo>
                    <a:cubicBezTo>
                      <a:pt x="402" y="2741"/>
                      <a:pt x="488" y="2710"/>
                      <a:pt x="567" y="2647"/>
                    </a:cubicBezTo>
                    <a:lnTo>
                      <a:pt x="2678" y="567"/>
                    </a:lnTo>
                    <a:cubicBezTo>
                      <a:pt x="2804" y="441"/>
                      <a:pt x="2804" y="221"/>
                      <a:pt x="2678" y="95"/>
                    </a:cubicBezTo>
                    <a:cubicBezTo>
                      <a:pt x="2615" y="32"/>
                      <a:pt x="2520" y="0"/>
                      <a:pt x="24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9888;p62">
              <a:extLst>
                <a:ext uri="{FF2B5EF4-FFF2-40B4-BE49-F238E27FC236}">
                  <a16:creationId xmlns:a16="http://schemas.microsoft.com/office/drawing/2014/main" id="{F8790433-2D64-CF73-E4D5-8EAC4A99C192}"/>
                </a:ext>
              </a:extLst>
            </p:cNvPr>
            <p:cNvGrpSpPr/>
            <p:nvPr/>
          </p:nvGrpSpPr>
          <p:grpSpPr>
            <a:xfrm>
              <a:off x="452005" y="5486131"/>
              <a:ext cx="347599" cy="350371"/>
              <a:chOff x="1777925" y="1953700"/>
              <a:chExt cx="294600" cy="296950"/>
            </a:xfrm>
            <a:solidFill>
              <a:schemeClr val="bg1"/>
            </a:solidFill>
          </p:grpSpPr>
          <p:sp>
            <p:nvSpPr>
              <p:cNvPr id="17" name="Google Shape;9889;p62">
                <a:extLst>
                  <a:ext uri="{FF2B5EF4-FFF2-40B4-BE49-F238E27FC236}">
                    <a16:creationId xmlns:a16="http://schemas.microsoft.com/office/drawing/2014/main" id="{9D8A2205-F9A6-186B-CCF0-E174BEC2D8AB}"/>
                  </a:ext>
                </a:extLst>
              </p:cNvPr>
              <p:cNvSpPr/>
              <p:nvPr/>
            </p:nvSpPr>
            <p:spPr>
              <a:xfrm>
                <a:off x="1794450" y="2052125"/>
                <a:ext cx="278075" cy="198525"/>
              </a:xfrm>
              <a:custGeom>
                <a:avLst/>
                <a:gdLst/>
                <a:ahLst/>
                <a:cxnLst/>
                <a:rect l="l" t="t" r="r" b="b"/>
                <a:pathLst>
                  <a:path w="11123" h="7941" extrusionOk="0">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890;p62">
                <a:extLst>
                  <a:ext uri="{FF2B5EF4-FFF2-40B4-BE49-F238E27FC236}">
                    <a16:creationId xmlns:a16="http://schemas.microsoft.com/office/drawing/2014/main" id="{467C1943-B016-4983-3FA2-E2CB95BAE7FD}"/>
                  </a:ext>
                </a:extLst>
              </p:cNvPr>
              <p:cNvSpPr/>
              <p:nvPr/>
            </p:nvSpPr>
            <p:spPr>
              <a:xfrm>
                <a:off x="1777925" y="1953700"/>
                <a:ext cx="278050" cy="198675"/>
              </a:xfrm>
              <a:custGeom>
                <a:avLst/>
                <a:gdLst/>
                <a:ahLst/>
                <a:cxnLst/>
                <a:rect l="l" t="t" r="r" b="b"/>
                <a:pathLst>
                  <a:path w="11122" h="7947" extrusionOk="0">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891;p62">
                <a:extLst>
                  <a:ext uri="{FF2B5EF4-FFF2-40B4-BE49-F238E27FC236}">
                    <a16:creationId xmlns:a16="http://schemas.microsoft.com/office/drawing/2014/main" id="{7AFAC835-0190-8B3E-7626-15F2D61981A3}"/>
                  </a:ext>
                </a:extLst>
              </p:cNvPr>
              <p:cNvSpPr/>
              <p:nvPr/>
            </p:nvSpPr>
            <p:spPr>
              <a:xfrm>
                <a:off x="1829125" y="2006475"/>
                <a:ext cx="191400" cy="191400"/>
              </a:xfrm>
              <a:custGeom>
                <a:avLst/>
                <a:gdLst/>
                <a:ahLst/>
                <a:cxnLst/>
                <a:rect l="l" t="t" r="r" b="b"/>
                <a:pathLst>
                  <a:path w="7656" h="7656" extrusionOk="0">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892;p62">
                <a:extLst>
                  <a:ext uri="{FF2B5EF4-FFF2-40B4-BE49-F238E27FC236}">
                    <a16:creationId xmlns:a16="http://schemas.microsoft.com/office/drawing/2014/main" id="{5AB9D998-2BF9-5E22-34A4-9CDCC8AFBB06}"/>
                  </a:ext>
                </a:extLst>
              </p:cNvPr>
              <p:cNvSpPr/>
              <p:nvPr/>
            </p:nvSpPr>
            <p:spPr>
              <a:xfrm>
                <a:off x="1915750" y="2058450"/>
                <a:ext cx="35475" cy="52800"/>
              </a:xfrm>
              <a:custGeom>
                <a:avLst/>
                <a:gdLst/>
                <a:ahLst/>
                <a:cxnLst/>
                <a:rect l="l" t="t" r="r" b="b"/>
                <a:pathLst>
                  <a:path w="1419" h="2112" extrusionOk="0">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711027437"/>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6DE8E1-B3CB-CC66-47E2-30B5FE1E7D7E}"/>
              </a:ext>
            </a:extLst>
          </p:cNvPr>
          <p:cNvSpPr txBox="1"/>
          <p:nvPr/>
        </p:nvSpPr>
        <p:spPr>
          <a:xfrm>
            <a:off x="299484" y="407551"/>
            <a:ext cx="665247"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Project</a:t>
            </a:r>
          </a:p>
        </p:txBody>
      </p:sp>
      <p:sp>
        <p:nvSpPr>
          <p:cNvPr id="7" name="TextBox 6">
            <a:extLst>
              <a:ext uri="{FF2B5EF4-FFF2-40B4-BE49-F238E27FC236}">
                <a16:creationId xmlns:a16="http://schemas.microsoft.com/office/drawing/2014/main" id="{0AB26F1A-061E-1AC2-8F72-8BAACCE6D69E}"/>
              </a:ext>
            </a:extLst>
          </p:cNvPr>
          <p:cNvSpPr txBox="1"/>
          <p:nvPr/>
        </p:nvSpPr>
        <p:spPr>
          <a:xfrm>
            <a:off x="1042425" y="409585"/>
            <a:ext cx="403957"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lang="en-US" kern="0" dirty="0">
                <a:solidFill>
                  <a:prstClr val="white"/>
                </a:solidFill>
                <a:latin typeface="Darker Grotesque" pitchFamily="2" charset="0"/>
              </a:rPr>
              <a:t>Plan</a:t>
            </a:r>
            <a:endParaRPr kumimoji="0" lang="en-US" b="0" i="0" u="none" strike="noStrike" kern="0" cap="none" spc="0" normalizeH="0" baseline="0" noProof="0" dirty="0">
              <a:ln>
                <a:noFill/>
              </a:ln>
              <a:solidFill>
                <a:prstClr val="white"/>
              </a:solidFill>
              <a:effectLst/>
              <a:uLnTx/>
              <a:uFillTx/>
              <a:latin typeface="Darker Grotesque" pitchFamily="2" charset="0"/>
            </a:endParaRPr>
          </a:p>
        </p:txBody>
      </p:sp>
      <p:grpSp>
        <p:nvGrpSpPr>
          <p:cNvPr id="33" name="Group 32">
            <a:extLst>
              <a:ext uri="{FF2B5EF4-FFF2-40B4-BE49-F238E27FC236}">
                <a16:creationId xmlns:a16="http://schemas.microsoft.com/office/drawing/2014/main" id="{7689E422-DB9F-FEA3-AC62-849048EB0259}"/>
              </a:ext>
            </a:extLst>
          </p:cNvPr>
          <p:cNvGrpSpPr/>
          <p:nvPr/>
        </p:nvGrpSpPr>
        <p:grpSpPr>
          <a:xfrm>
            <a:off x="238524" y="518032"/>
            <a:ext cx="12062789" cy="5820835"/>
            <a:chOff x="238524" y="518032"/>
            <a:chExt cx="12062789" cy="5820835"/>
          </a:xfrm>
        </p:grpSpPr>
        <p:cxnSp>
          <p:nvCxnSpPr>
            <p:cNvPr id="10" name="Straight Connector 9">
              <a:extLst>
                <a:ext uri="{FF2B5EF4-FFF2-40B4-BE49-F238E27FC236}">
                  <a16:creationId xmlns:a16="http://schemas.microsoft.com/office/drawing/2014/main" id="{F6F4AC99-EA79-392B-78ED-51684A8B3E48}"/>
                </a:ext>
              </a:extLst>
            </p:cNvPr>
            <p:cNvCxnSpPr/>
            <p:nvPr/>
          </p:nvCxnSpPr>
          <p:spPr>
            <a:xfrm>
              <a:off x="270274" y="771825"/>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2" name="Group 1">
              <a:extLst>
                <a:ext uri="{FF2B5EF4-FFF2-40B4-BE49-F238E27FC236}">
                  <a16:creationId xmlns:a16="http://schemas.microsoft.com/office/drawing/2014/main" id="{69C8E074-4ECD-0369-8266-D63F1915DFB1}"/>
                </a:ext>
              </a:extLst>
            </p:cNvPr>
            <p:cNvGrpSpPr/>
            <p:nvPr/>
          </p:nvGrpSpPr>
          <p:grpSpPr>
            <a:xfrm>
              <a:off x="3872393" y="1666749"/>
              <a:ext cx="8042304" cy="4174355"/>
              <a:chOff x="504352" y="1966130"/>
              <a:chExt cx="11547560" cy="4559970"/>
            </a:xfrm>
          </p:grpSpPr>
          <p:grpSp>
            <p:nvGrpSpPr>
              <p:cNvPr id="34" name="Group 33">
                <a:extLst>
                  <a:ext uri="{FF2B5EF4-FFF2-40B4-BE49-F238E27FC236}">
                    <a16:creationId xmlns:a16="http://schemas.microsoft.com/office/drawing/2014/main" id="{F8A7AF1F-1A8E-4E77-393E-D66CF4FA3E66}"/>
                  </a:ext>
                </a:extLst>
              </p:cNvPr>
              <p:cNvGrpSpPr/>
              <p:nvPr/>
            </p:nvGrpSpPr>
            <p:grpSpPr>
              <a:xfrm>
                <a:off x="2271971" y="1966130"/>
                <a:ext cx="6731771" cy="4559970"/>
                <a:chOff x="1620000" y="-12"/>
                <a:chExt cx="3746160" cy="6858012"/>
              </a:xfrm>
              <a:solidFill>
                <a:schemeClr val="bg1">
                  <a:alpha val="0"/>
                </a:schemeClr>
              </a:solidFill>
            </p:grpSpPr>
            <p:sp>
              <p:nvSpPr>
                <p:cNvPr id="37" name="Rectangle 36">
                  <a:extLst>
                    <a:ext uri="{FF2B5EF4-FFF2-40B4-BE49-F238E27FC236}">
                      <a16:creationId xmlns:a16="http://schemas.microsoft.com/office/drawing/2014/main" id="{B7F9E378-A72C-2845-197E-64B5B5E76D85}"/>
                    </a:ext>
                  </a:extLst>
                </p:cNvPr>
                <p:cNvSpPr/>
                <p:nvPr/>
              </p:nvSpPr>
              <p:spPr>
                <a:xfrm>
                  <a:off x="1620000" y="0"/>
                  <a:ext cx="540000" cy="6858000"/>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15AB06D0-0CE8-534E-F3FB-C87175A8F271}"/>
                    </a:ext>
                  </a:extLst>
                </p:cNvPr>
                <p:cNvSpPr/>
                <p:nvPr/>
              </p:nvSpPr>
              <p:spPr>
                <a:xfrm>
                  <a:off x="4826160" y="-12"/>
                  <a:ext cx="540000" cy="6857998"/>
                </a:xfrm>
                <a:prstGeom prst="rect">
                  <a:avLst/>
                </a:prstGeom>
                <a:grpFill/>
                <a:ln w="12700">
                  <a:solidFill>
                    <a:schemeClr val="bg1">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7" name="TextBox 46">
                <a:extLst>
                  <a:ext uri="{FF2B5EF4-FFF2-40B4-BE49-F238E27FC236}">
                    <a16:creationId xmlns:a16="http://schemas.microsoft.com/office/drawing/2014/main" id="{9DDD8D35-C4E1-4595-7A07-92DE862D7A8A}"/>
                  </a:ext>
                </a:extLst>
              </p:cNvPr>
              <p:cNvSpPr txBox="1"/>
              <p:nvPr/>
            </p:nvSpPr>
            <p:spPr>
              <a:xfrm>
                <a:off x="504352" y="6160009"/>
                <a:ext cx="624135" cy="238363"/>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lang="en-GB" sz="1200" smtClean="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JAN</a:t>
                </a:r>
                <a:endParaRPr lang="en-LT" dirty="0">
                  <a:latin typeface="Darker Grotesque" pitchFamily="2" charset="0"/>
                </a:endParaRPr>
              </a:p>
            </p:txBody>
          </p:sp>
          <p:sp>
            <p:nvSpPr>
              <p:cNvPr id="48" name="TextBox 47">
                <a:extLst>
                  <a:ext uri="{FF2B5EF4-FFF2-40B4-BE49-F238E27FC236}">
                    <a16:creationId xmlns:a16="http://schemas.microsoft.com/office/drawing/2014/main" id="{41E0C239-2126-A556-4EF1-24D50B6C777F}"/>
                  </a:ext>
                </a:extLst>
              </p:cNvPr>
              <p:cNvSpPr txBox="1"/>
              <p:nvPr/>
            </p:nvSpPr>
            <p:spPr>
              <a:xfrm>
                <a:off x="1477034" y="616000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FEB</a:t>
                </a:r>
                <a:endParaRPr lang="en-LT" dirty="0">
                  <a:latin typeface="Darker Grotesque" pitchFamily="2" charset="0"/>
                </a:endParaRPr>
              </a:p>
            </p:txBody>
          </p:sp>
          <p:sp>
            <p:nvSpPr>
              <p:cNvPr id="49" name="TextBox 48">
                <a:extLst>
                  <a:ext uri="{FF2B5EF4-FFF2-40B4-BE49-F238E27FC236}">
                    <a16:creationId xmlns:a16="http://schemas.microsoft.com/office/drawing/2014/main" id="{472306C0-8D32-BCD9-E89E-A2978106362E}"/>
                  </a:ext>
                </a:extLst>
              </p:cNvPr>
              <p:cNvSpPr txBox="1"/>
              <p:nvPr/>
            </p:nvSpPr>
            <p:spPr>
              <a:xfrm>
                <a:off x="2449716" y="616000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atin typeface="Darker Grotesque" pitchFamily="2" charset="0"/>
                  </a:rPr>
                  <a:t>MAR</a:t>
                </a:r>
                <a:endParaRPr lang="en-LT" dirty="0">
                  <a:latin typeface="Darker Grotesque" pitchFamily="2" charset="0"/>
                </a:endParaRPr>
              </a:p>
            </p:txBody>
          </p:sp>
          <p:sp>
            <p:nvSpPr>
              <p:cNvPr id="51" name="TextBox 50">
                <a:extLst>
                  <a:ext uri="{FF2B5EF4-FFF2-40B4-BE49-F238E27FC236}">
                    <a16:creationId xmlns:a16="http://schemas.microsoft.com/office/drawing/2014/main" id="{DF82C00A-7A5D-6566-6CA3-64D659C99CA7}"/>
                  </a:ext>
                </a:extLst>
              </p:cNvPr>
              <p:cNvSpPr txBox="1"/>
              <p:nvPr/>
            </p:nvSpPr>
            <p:spPr>
              <a:xfrm>
                <a:off x="4392740" y="617686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MAY</a:t>
                </a:r>
                <a:endParaRPr lang="en-LT" dirty="0">
                  <a:latin typeface="Darker Grotesque" pitchFamily="2" charset="0"/>
                </a:endParaRPr>
              </a:p>
            </p:txBody>
          </p:sp>
          <p:sp>
            <p:nvSpPr>
              <p:cNvPr id="52" name="TextBox 51">
                <a:extLst>
                  <a:ext uri="{FF2B5EF4-FFF2-40B4-BE49-F238E27FC236}">
                    <a16:creationId xmlns:a16="http://schemas.microsoft.com/office/drawing/2014/main" id="{762983A4-D33A-9722-9930-607481A65755}"/>
                  </a:ext>
                </a:extLst>
              </p:cNvPr>
              <p:cNvSpPr txBox="1"/>
              <p:nvPr/>
            </p:nvSpPr>
            <p:spPr>
              <a:xfrm>
                <a:off x="6993061" y="6163497"/>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SEP</a:t>
                </a:r>
                <a:endParaRPr lang="en-LT" dirty="0">
                  <a:latin typeface="Darker Grotesque" pitchFamily="2" charset="0"/>
                </a:endParaRPr>
              </a:p>
            </p:txBody>
          </p:sp>
          <p:sp>
            <p:nvSpPr>
              <p:cNvPr id="53" name="TextBox 52">
                <a:extLst>
                  <a:ext uri="{FF2B5EF4-FFF2-40B4-BE49-F238E27FC236}">
                    <a16:creationId xmlns:a16="http://schemas.microsoft.com/office/drawing/2014/main" id="{6D4147CD-EAB8-E2DD-3256-DE75A10F6322}"/>
                  </a:ext>
                </a:extLst>
              </p:cNvPr>
              <p:cNvSpPr txBox="1"/>
              <p:nvPr/>
            </p:nvSpPr>
            <p:spPr>
              <a:xfrm>
                <a:off x="8043080" y="6160009"/>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OCT</a:t>
                </a:r>
                <a:endParaRPr lang="en-LT" dirty="0">
                  <a:latin typeface="Darker Grotesque" pitchFamily="2" charset="0"/>
                </a:endParaRPr>
              </a:p>
            </p:txBody>
          </p:sp>
          <p:sp>
            <p:nvSpPr>
              <p:cNvPr id="55" name="TextBox 54">
                <a:extLst>
                  <a:ext uri="{FF2B5EF4-FFF2-40B4-BE49-F238E27FC236}">
                    <a16:creationId xmlns:a16="http://schemas.microsoft.com/office/drawing/2014/main" id="{1AF66A41-A15C-E46E-8E75-16DD9F1E5B11}"/>
                  </a:ext>
                </a:extLst>
              </p:cNvPr>
              <p:cNvSpPr txBox="1"/>
              <p:nvPr/>
            </p:nvSpPr>
            <p:spPr>
              <a:xfrm>
                <a:off x="9731984" y="6151675"/>
                <a:ext cx="624135" cy="255032"/>
              </a:xfrm>
              <a:prstGeom prst="roundRect">
                <a:avLst>
                  <a:gd name="adj" fmla="val 27323"/>
                </a:avLst>
              </a:prstGeom>
              <a:solidFill>
                <a:schemeClr val="bg1">
                  <a:alpha val="20000"/>
                </a:schemeClr>
              </a:solidFill>
              <a:ln w="6350">
                <a:solidFill>
                  <a:schemeClr val="bg1">
                    <a:alpha val="25000"/>
                  </a:schemeClr>
                </a:solidFill>
              </a:ln>
            </p:spPr>
            <p:txBody>
              <a:bodyPr vert="horz" wrap="none" lIns="91440" tIns="45720" rIns="91440" bIns="45720" rtlCol="0" anchor="ctr"/>
              <a:lstStyle>
                <a:defPPr>
                  <a:defRPr lang="en-US"/>
                </a:defPPr>
                <a:lvl1pPr algn="ctr">
                  <a:defRPr sz="1200">
                    <a:solidFill>
                      <a:schemeClr val="bg1"/>
                    </a:solidFill>
                    <a:latin typeface="Darker Grotesque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Darker Grotesque" pitchFamily="2" charset="0"/>
                  </a:rPr>
                  <a:t>NOV</a:t>
                </a:r>
                <a:endParaRPr lang="en-LT" dirty="0">
                  <a:latin typeface="Darker Grotesque" pitchFamily="2" charset="0"/>
                </a:endParaRPr>
              </a:p>
            </p:txBody>
          </p:sp>
          <p:sp>
            <p:nvSpPr>
              <p:cNvPr id="59" name="Rounded Rectangle 26">
                <a:extLst>
                  <a:ext uri="{FF2B5EF4-FFF2-40B4-BE49-F238E27FC236}">
                    <a16:creationId xmlns:a16="http://schemas.microsoft.com/office/drawing/2014/main" id="{4F311636-4BE5-81B7-E97E-AA37326B09A4}"/>
                  </a:ext>
                </a:extLst>
              </p:cNvPr>
              <p:cNvSpPr/>
              <p:nvPr/>
            </p:nvSpPr>
            <p:spPr>
              <a:xfrm>
                <a:off x="504352" y="5363197"/>
                <a:ext cx="1941102" cy="587606"/>
              </a:xfrm>
              <a:prstGeom prst="roundRect">
                <a:avLst>
                  <a:gd name="adj" fmla="val 19239"/>
                </a:avLst>
              </a:prstGeom>
              <a:solidFill>
                <a:schemeClr val="bg1"/>
              </a:solidFill>
              <a:ln w="6350">
                <a:noFill/>
              </a:ln>
              <a:effectLst>
                <a:outerShdw blurRad="1270000" algn="ctr" rotWithShape="0">
                  <a:schemeClr val="bg1"/>
                </a:outerShdw>
              </a:effectLst>
            </p:spPr>
            <p:txBody>
              <a:bodyPr vert="horz" wrap="none" lIns="91440" tIns="45720" rIns="91440" bIns="45720" rtlCol="0" anchor="ctr"/>
              <a:lstStyle/>
              <a:p>
                <a:pPr algn="ctr"/>
                <a:r>
                  <a:rPr lang="en-US" sz="1400" dirty="0">
                    <a:solidFill>
                      <a:srgbClr val="484525"/>
                    </a:solidFill>
                    <a:latin typeface="Darker Grotesque SemiBold" pitchFamily="2" charset="0"/>
                  </a:rPr>
                  <a:t>PLANNING</a:t>
                </a:r>
                <a:endParaRPr lang="en-GB" sz="1400" dirty="0">
                  <a:solidFill>
                    <a:srgbClr val="484525"/>
                  </a:solidFill>
                  <a:latin typeface="Darker Grotesque SemiBold" pitchFamily="2" charset="0"/>
                </a:endParaRPr>
              </a:p>
            </p:txBody>
          </p:sp>
          <p:sp>
            <p:nvSpPr>
              <p:cNvPr id="60" name="Rounded Rectangle 26">
                <a:extLst>
                  <a:ext uri="{FF2B5EF4-FFF2-40B4-BE49-F238E27FC236}">
                    <a16:creationId xmlns:a16="http://schemas.microsoft.com/office/drawing/2014/main" id="{34409035-BD94-099A-4B18-87181DBBD17D}"/>
                  </a:ext>
                </a:extLst>
              </p:cNvPr>
              <p:cNvSpPr/>
              <p:nvPr/>
            </p:nvSpPr>
            <p:spPr>
              <a:xfrm>
                <a:off x="2445454" y="4581906"/>
                <a:ext cx="1940370" cy="587606"/>
              </a:xfrm>
              <a:prstGeom prst="roundRect">
                <a:avLst>
                  <a:gd name="adj" fmla="val 19239"/>
                </a:avLst>
              </a:prstGeom>
              <a:solidFill>
                <a:schemeClr val="bg1">
                  <a:alpha val="20000"/>
                </a:schemeClr>
              </a:solidFill>
              <a:ln w="6350">
                <a:solidFill>
                  <a:schemeClr val="bg1">
                    <a:alpha val="25000"/>
                  </a:schemeClr>
                </a:solidFill>
              </a:ln>
            </p:spPr>
            <p:txBody>
              <a:bodyPr vert="horz" wrap="none" lIns="91440" tIns="45720" rIns="91440" bIns="45720" rtlCol="0" anchor="ctr"/>
              <a:lstStyle/>
              <a:p>
                <a:pPr algn="ctr"/>
                <a:r>
                  <a:rPr lang="en-US" sz="1400" dirty="0">
                    <a:solidFill>
                      <a:schemeClr val="bg1"/>
                    </a:solidFill>
                    <a:latin typeface="Darker Grotesque SemiBold" pitchFamily="2" charset="0"/>
                  </a:rPr>
                  <a:t>DESIGN</a:t>
                </a:r>
                <a:endParaRPr lang="en-GB" sz="1400" dirty="0">
                  <a:solidFill>
                    <a:schemeClr val="bg1"/>
                  </a:solidFill>
                  <a:latin typeface="Darker Grotesque SemiBold" pitchFamily="2" charset="0"/>
                </a:endParaRPr>
              </a:p>
            </p:txBody>
          </p:sp>
          <p:sp>
            <p:nvSpPr>
              <p:cNvPr id="61" name="Rounded Rectangle 26">
                <a:extLst>
                  <a:ext uri="{FF2B5EF4-FFF2-40B4-BE49-F238E27FC236}">
                    <a16:creationId xmlns:a16="http://schemas.microsoft.com/office/drawing/2014/main" id="{360C4E68-9533-2B5D-4961-96D93C8F5987}"/>
                  </a:ext>
                </a:extLst>
              </p:cNvPr>
              <p:cNvSpPr/>
              <p:nvPr/>
            </p:nvSpPr>
            <p:spPr>
              <a:xfrm>
                <a:off x="4390331" y="3828540"/>
                <a:ext cx="3652749" cy="587606"/>
              </a:xfrm>
              <a:prstGeom prst="roundRect">
                <a:avLst>
                  <a:gd name="adj" fmla="val 19239"/>
                </a:avLst>
              </a:prstGeom>
              <a:solidFill>
                <a:schemeClr val="bg1"/>
              </a:solidFill>
              <a:ln w="6350">
                <a:noFill/>
              </a:ln>
              <a:effectLst>
                <a:outerShdw blurRad="1270000" algn="ctr" rotWithShape="0">
                  <a:schemeClr val="bg1"/>
                </a:outerShdw>
              </a:effectLst>
            </p:spPr>
            <p:txBody>
              <a:bodyPr vert="horz" wrap="none" lIns="91440" tIns="45720" rIns="91440" bIns="45720" rtlCol="0" anchor="ctr"/>
              <a:lstStyle/>
              <a:p>
                <a:pPr algn="ctr"/>
                <a:r>
                  <a:rPr lang="en-US" sz="1400" dirty="0">
                    <a:solidFill>
                      <a:srgbClr val="484525"/>
                    </a:solidFill>
                    <a:latin typeface="Darker Grotesque SemiBold" pitchFamily="2" charset="0"/>
                  </a:rPr>
                  <a:t>DEVELOPMENT</a:t>
                </a:r>
                <a:endParaRPr lang="en-GB" sz="1400" dirty="0">
                  <a:solidFill>
                    <a:srgbClr val="484525"/>
                  </a:solidFill>
                  <a:latin typeface="Darker Grotesque SemiBold" pitchFamily="2" charset="0"/>
                </a:endParaRPr>
              </a:p>
            </p:txBody>
          </p:sp>
          <p:sp>
            <p:nvSpPr>
              <p:cNvPr id="62" name="Rounded Rectangle 26">
                <a:extLst>
                  <a:ext uri="{FF2B5EF4-FFF2-40B4-BE49-F238E27FC236}">
                    <a16:creationId xmlns:a16="http://schemas.microsoft.com/office/drawing/2014/main" id="{04DE2B04-AF8F-FF54-69FF-40BD65627BAA}"/>
                  </a:ext>
                </a:extLst>
              </p:cNvPr>
              <p:cNvSpPr/>
              <p:nvPr/>
            </p:nvSpPr>
            <p:spPr>
              <a:xfrm>
                <a:off x="8043082" y="3095339"/>
                <a:ext cx="1688903" cy="587606"/>
              </a:xfrm>
              <a:prstGeom prst="roundRect">
                <a:avLst>
                  <a:gd name="adj" fmla="val 19239"/>
                </a:avLst>
              </a:prstGeom>
              <a:solidFill>
                <a:schemeClr val="bg1">
                  <a:alpha val="20000"/>
                </a:schemeClr>
              </a:solidFill>
              <a:ln w="6350">
                <a:solidFill>
                  <a:schemeClr val="bg1">
                    <a:alpha val="25000"/>
                  </a:schemeClr>
                </a:solidFill>
              </a:ln>
            </p:spPr>
            <p:txBody>
              <a:bodyPr vert="horz" wrap="none" lIns="91440" tIns="45720" rIns="91440" bIns="45720" rtlCol="0" anchor="ctr"/>
              <a:lstStyle/>
              <a:p>
                <a:pPr algn="ctr"/>
                <a:r>
                  <a:rPr lang="en-US" sz="1400" dirty="0">
                    <a:solidFill>
                      <a:schemeClr val="bg1"/>
                    </a:solidFill>
                    <a:latin typeface="Darker Grotesque SemiBold" pitchFamily="2" charset="0"/>
                  </a:rPr>
                  <a:t>TESTING</a:t>
                </a:r>
                <a:endParaRPr lang="en-GB" sz="1400" dirty="0">
                  <a:solidFill>
                    <a:schemeClr val="bg1"/>
                  </a:solidFill>
                  <a:latin typeface="Darker Grotesque SemiBold" pitchFamily="2" charset="0"/>
                </a:endParaRPr>
              </a:p>
            </p:txBody>
          </p:sp>
          <p:sp>
            <p:nvSpPr>
              <p:cNvPr id="63" name="Rounded Rectangle 26">
                <a:extLst>
                  <a:ext uri="{FF2B5EF4-FFF2-40B4-BE49-F238E27FC236}">
                    <a16:creationId xmlns:a16="http://schemas.microsoft.com/office/drawing/2014/main" id="{0F20DCDC-4048-816C-8F60-BA17C648488C}"/>
                  </a:ext>
                </a:extLst>
              </p:cNvPr>
              <p:cNvSpPr/>
              <p:nvPr/>
            </p:nvSpPr>
            <p:spPr>
              <a:xfrm>
                <a:off x="9731984" y="2321808"/>
                <a:ext cx="2319928" cy="587606"/>
              </a:xfrm>
              <a:prstGeom prst="roundRect">
                <a:avLst>
                  <a:gd name="adj" fmla="val 19239"/>
                </a:avLst>
              </a:prstGeom>
              <a:solidFill>
                <a:schemeClr val="bg1"/>
              </a:solidFill>
              <a:ln w="6350">
                <a:noFill/>
              </a:ln>
              <a:effectLst>
                <a:outerShdw blurRad="1270000" algn="ctr" rotWithShape="0">
                  <a:schemeClr val="bg1"/>
                </a:outerShdw>
              </a:effectLst>
            </p:spPr>
            <p:txBody>
              <a:bodyPr vert="horz" wrap="none" lIns="91440" tIns="45720" rIns="91440" bIns="45720" rtlCol="0" anchor="ctr"/>
              <a:lstStyle/>
              <a:p>
                <a:pPr algn="ctr"/>
                <a:r>
                  <a:rPr lang="en-US" sz="1400" dirty="0">
                    <a:solidFill>
                      <a:srgbClr val="484525"/>
                    </a:solidFill>
                    <a:latin typeface="Darker Grotesque SemiBold" pitchFamily="2" charset="0"/>
                  </a:rPr>
                  <a:t>DEPLOYMENT &amp;</a:t>
                </a:r>
              </a:p>
              <a:p>
                <a:pPr algn="ctr"/>
                <a:r>
                  <a:rPr lang="en-US" sz="1400" dirty="0">
                    <a:solidFill>
                      <a:srgbClr val="484525"/>
                    </a:solidFill>
                    <a:latin typeface="Darker Grotesque SemiBold" pitchFamily="2" charset="0"/>
                  </a:rPr>
                  <a:t> DOCUMENTATION</a:t>
                </a:r>
                <a:endParaRPr lang="en-GB" sz="1400" dirty="0">
                  <a:solidFill>
                    <a:srgbClr val="484525"/>
                  </a:solidFill>
                  <a:latin typeface="Darker Grotesque SemiBold" pitchFamily="2" charset="0"/>
                </a:endParaRPr>
              </a:p>
            </p:txBody>
          </p:sp>
        </p:grpSp>
        <p:grpSp>
          <p:nvGrpSpPr>
            <p:cNvPr id="73" name="!!growth">
              <a:extLst>
                <a:ext uri="{FF2B5EF4-FFF2-40B4-BE49-F238E27FC236}">
                  <a16:creationId xmlns:a16="http://schemas.microsoft.com/office/drawing/2014/main" id="{F2BB4602-C683-DDB9-D183-8DE95CB93093}"/>
                </a:ext>
              </a:extLst>
            </p:cNvPr>
            <p:cNvGrpSpPr/>
            <p:nvPr/>
          </p:nvGrpSpPr>
          <p:grpSpPr>
            <a:xfrm rot="21540000">
              <a:off x="5812997" y="518032"/>
              <a:ext cx="507586" cy="507586"/>
              <a:chOff x="6811776" y="4481585"/>
              <a:chExt cx="507586" cy="507586"/>
            </a:xfrm>
          </p:grpSpPr>
          <p:sp useBgFill="1">
            <p:nvSpPr>
              <p:cNvPr id="74" name="Oval 73">
                <a:extLst>
                  <a:ext uri="{FF2B5EF4-FFF2-40B4-BE49-F238E27FC236}">
                    <a16:creationId xmlns:a16="http://schemas.microsoft.com/office/drawing/2014/main" id="{7A6715EB-BA87-F0D5-86F7-A8CDDC5C04F9}"/>
                  </a:ext>
                </a:extLst>
              </p:cNvPr>
              <p:cNvSpPr/>
              <p:nvPr/>
            </p:nvSpPr>
            <p:spPr>
              <a:xfrm>
                <a:off x="6811776" y="4481585"/>
                <a:ext cx="507586" cy="507586"/>
              </a:xfrm>
              <a:prstGeom prst="ellipse">
                <a:avLst/>
              </a:prstGeom>
              <a:blipFill dpi="0" rotWithShape="0">
                <a:blip r:embed="rId2">
                  <a:lum/>
                </a:blip>
                <a:srcRect/>
                <a:stretch>
                  <a:fillRect l="-1343851" t="-882703" r="-958107" b="-368398"/>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75" name="Graphic 74">
                <a:extLst>
                  <a:ext uri="{FF2B5EF4-FFF2-40B4-BE49-F238E27FC236}">
                    <a16:creationId xmlns:a16="http://schemas.microsoft.com/office/drawing/2014/main" id="{171ED3B0-4D8A-308C-6BD9-502D305EC9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39569" y="4609378"/>
                <a:ext cx="252000" cy="252000"/>
              </a:xfrm>
              <a:prstGeom prst="rect">
                <a:avLst/>
              </a:prstGeom>
            </p:spPr>
          </p:pic>
        </p:grpSp>
        <p:sp>
          <p:nvSpPr>
            <p:cNvPr id="82" name="TextBox 81">
              <a:extLst>
                <a:ext uri="{FF2B5EF4-FFF2-40B4-BE49-F238E27FC236}">
                  <a16:creationId xmlns:a16="http://schemas.microsoft.com/office/drawing/2014/main" id="{43554BFB-5C5D-1BC2-D8E3-ACA8FD23FC13}"/>
                </a:ext>
              </a:extLst>
            </p:cNvPr>
            <p:cNvSpPr txBox="1"/>
            <p:nvPr/>
          </p:nvSpPr>
          <p:spPr>
            <a:xfrm>
              <a:off x="238524" y="1020276"/>
              <a:ext cx="3337452" cy="493597"/>
            </a:xfrm>
            <a:prstGeom prst="rect">
              <a:avLst/>
            </a:prstGeom>
            <a:noFill/>
          </p:spPr>
          <p:txBody>
            <a:bodyPr wrap="none" lIns="0" tIns="0" rIns="0" bIns="0"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Key milestones</a:t>
              </a:r>
            </a:p>
          </p:txBody>
        </p:sp>
        <p:sp>
          <p:nvSpPr>
            <p:cNvPr id="4" name="TextBox 3">
              <a:extLst>
                <a:ext uri="{FF2B5EF4-FFF2-40B4-BE49-F238E27FC236}">
                  <a16:creationId xmlns:a16="http://schemas.microsoft.com/office/drawing/2014/main" id="{A88E8763-3000-8F5E-112D-4653A5CC1ADA}"/>
                </a:ext>
              </a:extLst>
            </p:cNvPr>
            <p:cNvSpPr txBox="1"/>
            <p:nvPr/>
          </p:nvSpPr>
          <p:spPr>
            <a:xfrm>
              <a:off x="5808606" y="5925131"/>
              <a:ext cx="6492707" cy="369332"/>
            </a:xfrm>
            <a:prstGeom prst="rect">
              <a:avLst/>
            </a:prstGeom>
            <a:noFill/>
          </p:spPr>
          <p:txBody>
            <a:bodyPr wrap="square" rtlCol="0">
              <a:spAutoFit/>
            </a:bodyPr>
            <a:lstStyle/>
            <a:p>
              <a:r>
                <a:rPr lang="en-US" dirty="0">
                  <a:solidFill>
                    <a:schemeClr val="bg1"/>
                  </a:solidFill>
                </a:rPr>
                <a:t>Financial Literacy App Project Gantt Chart (2025)</a:t>
              </a:r>
            </a:p>
          </p:txBody>
        </p:sp>
        <p:sp>
          <p:nvSpPr>
            <p:cNvPr id="5" name="TextBox 4">
              <a:extLst>
                <a:ext uri="{FF2B5EF4-FFF2-40B4-BE49-F238E27FC236}">
                  <a16:creationId xmlns:a16="http://schemas.microsoft.com/office/drawing/2014/main" id="{428B907A-9F98-541C-AF04-7022A05DFC11}"/>
                </a:ext>
              </a:extLst>
            </p:cNvPr>
            <p:cNvSpPr txBox="1"/>
            <p:nvPr/>
          </p:nvSpPr>
          <p:spPr>
            <a:xfrm>
              <a:off x="440942" y="1783774"/>
              <a:ext cx="2914886" cy="4555093"/>
            </a:xfrm>
            <a:prstGeom prst="rect">
              <a:avLst/>
            </a:prstGeom>
            <a:noFill/>
          </p:spPr>
          <p:txBody>
            <a:bodyPr wrap="square" rtlCol="0">
              <a:spAutoFit/>
            </a:bodyPr>
            <a:lstStyle/>
            <a:p>
              <a:pPr algn="l">
                <a:buNone/>
              </a:pPr>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SRS Finalized</a:t>
              </a:r>
              <a:endParaRPr lang="en-CA" b="0" i="0" u="none" strike="noStrike" dirty="0">
                <a:solidFill>
                  <a:schemeClr val="bg1"/>
                </a:solidFill>
                <a:effectLst/>
                <a:latin typeface="Calibri" panose="020F0502020204030204" pitchFamily="34" charset="0"/>
              </a:endParaRPr>
            </a:p>
            <a:p>
              <a:pPr algn="l">
                <a:buNone/>
              </a:pPr>
              <a:r>
                <a:rPr lang="en-CA" dirty="0">
                  <a:solidFill>
                    <a:schemeClr val="bg1"/>
                  </a:solidFill>
                  <a:latin typeface="Calibri" panose="020F0502020204030204" pitchFamily="34" charset="0"/>
                </a:rPr>
                <a:t>	</a:t>
              </a:r>
            </a:p>
            <a:p>
              <a:pPr algn="l">
                <a:buNone/>
              </a:pPr>
              <a:r>
                <a:rPr lang="en-CA" b="0" i="0" u="none" strike="noStrike" dirty="0">
                  <a:solidFill>
                    <a:schemeClr val="bg1"/>
                  </a:solidFill>
                  <a:effectLst/>
                  <a:latin typeface="Calibri" panose="020F0502020204030204" pitchFamily="34" charset="0"/>
                </a:rPr>
                <a:t>       </a:t>
              </a:r>
              <a:r>
                <a:rPr lang="en-CA" b="0" i="0" u="none" strike="noStrike" dirty="0">
                  <a:solidFill>
                    <a:schemeClr val="bg1"/>
                  </a:solidFill>
                  <a:effectLst/>
                  <a:latin typeface="Arial" panose="020B0604020202020204" pitchFamily="34" charset="0"/>
                </a:rPr>
                <a:t>Design Approved</a:t>
              </a:r>
            </a:p>
            <a:p>
              <a:pPr algn="l">
                <a:buNone/>
              </a:pPr>
              <a:endParaRPr lang="en-CA" dirty="0">
                <a:solidFill>
                  <a:schemeClr val="bg1"/>
                </a:solidFill>
                <a:latin typeface="Arial" panose="020B0604020202020204" pitchFamily="34" charset="0"/>
              </a:endParaRPr>
            </a:p>
            <a:p>
              <a:pPr algn="l">
                <a:buNone/>
              </a:pPr>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MVP Development</a:t>
              </a:r>
            </a:p>
            <a:p>
              <a:pPr algn="l">
                <a:buNone/>
              </a:pPr>
              <a:endParaRPr lang="en-CA" b="0" i="0" u="none" strike="noStrike" dirty="0">
                <a:solidFill>
                  <a:schemeClr val="bg1"/>
                </a:solidFill>
                <a:effectLst/>
                <a:latin typeface="Arial" panose="020B0604020202020204" pitchFamily="34" charset="0"/>
              </a:endParaRPr>
            </a:p>
            <a:p>
              <a:pPr algn="l">
                <a:buNone/>
              </a:pPr>
              <a:r>
                <a:rPr lang="en-CA" b="0" i="0" u="none" strike="noStrike" dirty="0">
                  <a:solidFill>
                    <a:schemeClr val="bg1"/>
                  </a:solidFill>
                  <a:effectLst/>
                  <a:latin typeface="Arial" panose="020B0604020202020204" pitchFamily="34" charset="0"/>
                </a:rPr>
                <a:t>      Deployment &amp; Launch</a:t>
              </a:r>
            </a:p>
            <a:p>
              <a:pPr algn="l">
                <a:buNone/>
              </a:pPr>
              <a:endParaRPr lang="en-CA" dirty="0">
                <a:solidFill>
                  <a:schemeClr val="bg1"/>
                </a:solidFill>
                <a:latin typeface="Arial" panose="020B0604020202020204" pitchFamily="34" charset="0"/>
              </a:endParaRPr>
            </a:p>
            <a:p>
              <a:pPr algn="l">
                <a:buNone/>
              </a:pPr>
              <a:endParaRPr lang="en-CA" b="0" i="0" u="none" strike="noStrike" dirty="0">
                <a:solidFill>
                  <a:schemeClr val="bg1"/>
                </a:solidFill>
                <a:effectLst/>
                <a:latin typeface="Calibri" panose="020F0502020204030204" pitchFamily="34" charset="0"/>
              </a:endParaRPr>
            </a:p>
            <a:p>
              <a:pPr algn="l">
                <a:buNone/>
              </a:pPr>
              <a:r>
                <a:rPr lang="en-CA" sz="2000" b="1" i="0" u="none" strike="noStrike" dirty="0">
                  <a:solidFill>
                    <a:schemeClr val="bg1"/>
                  </a:solidFill>
                  <a:effectLst/>
                  <a:latin typeface="Arial" panose="020B0604020202020204" pitchFamily="34" charset="0"/>
                </a:rPr>
                <a:t>Resources Used:</a:t>
              </a:r>
              <a:endParaRPr lang="en-CA" sz="2000" b="0" i="0" u="none" strike="noStrike" dirty="0">
                <a:solidFill>
                  <a:schemeClr val="bg1"/>
                </a:solidFill>
                <a:effectLst/>
                <a:latin typeface="Arial" panose="020B0604020202020204" pitchFamily="34" charset="0"/>
              </a:endParaRPr>
            </a:p>
            <a:p>
              <a:pPr algn="l">
                <a:buNone/>
              </a:pPr>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GitHub, Figma           </a:t>
              </a:r>
            </a:p>
            <a:p>
              <a:pPr algn="l">
                <a:buNone/>
              </a:pPr>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Firebase/AWS, JIRA</a:t>
              </a:r>
            </a:p>
            <a:p>
              <a:pPr algn="l">
                <a:buNone/>
              </a:pPr>
              <a:endParaRPr lang="en-CA" b="0" i="0" u="none" strike="noStrike" dirty="0">
                <a:solidFill>
                  <a:schemeClr val="bg1"/>
                </a:solidFill>
                <a:effectLst/>
                <a:latin typeface="Calibri" panose="020F0502020204030204" pitchFamily="34" charset="0"/>
              </a:endParaRPr>
            </a:p>
            <a:p>
              <a:pPr algn="l"/>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Agile sprints and     </a:t>
              </a:r>
            </a:p>
            <a:p>
              <a:pPr algn="l"/>
              <a:r>
                <a:rPr lang="en-CA" dirty="0">
                  <a:solidFill>
                    <a:schemeClr val="bg1"/>
                  </a:solidFill>
                  <a:latin typeface="Arial" panose="020B0604020202020204" pitchFamily="34" charset="0"/>
                </a:rPr>
                <a:t>       </a:t>
              </a:r>
              <a:r>
                <a:rPr lang="en-CA" b="0" i="0" u="none" strike="noStrike" dirty="0">
                  <a:solidFill>
                    <a:schemeClr val="bg1"/>
                  </a:solidFill>
                  <a:effectLst/>
                  <a:latin typeface="Arial" panose="020B0604020202020204" pitchFamily="34" charset="0"/>
                </a:rPr>
                <a:t>Kanban boards </a:t>
              </a:r>
            </a:p>
            <a:p>
              <a:pPr algn="l"/>
              <a:r>
                <a:rPr lang="en-CA" dirty="0">
                  <a:solidFill>
                    <a:schemeClr val="bg1"/>
                  </a:solidFill>
                  <a:latin typeface="Arial" panose="020B0604020202020204" pitchFamily="34" charset="0"/>
                </a:rPr>
                <a:t>       f</a:t>
              </a:r>
              <a:r>
                <a:rPr lang="en-CA" b="0" i="0" u="none" strike="noStrike" dirty="0">
                  <a:solidFill>
                    <a:schemeClr val="bg1"/>
                  </a:solidFill>
                  <a:effectLst/>
                  <a:latin typeface="Arial" panose="020B0604020202020204" pitchFamily="34" charset="0"/>
                </a:rPr>
                <a:t>or tracking</a:t>
              </a:r>
              <a:endParaRPr lang="en-CA" b="0" i="0" u="none" strike="noStrike" dirty="0">
                <a:solidFill>
                  <a:schemeClr val="bg1"/>
                </a:solidFill>
                <a:effectLst/>
                <a:latin typeface="Calibri" panose="020F0502020204030204" pitchFamily="34" charset="0"/>
              </a:endParaRPr>
            </a:p>
          </p:txBody>
        </p:sp>
        <p:sp>
          <p:nvSpPr>
            <p:cNvPr id="6" name="Google Shape;9109;p60">
              <a:extLst>
                <a:ext uri="{FF2B5EF4-FFF2-40B4-BE49-F238E27FC236}">
                  <a16:creationId xmlns:a16="http://schemas.microsoft.com/office/drawing/2014/main" id="{828C363F-E3C8-E07A-0511-D2E72885AEDA}"/>
                </a:ext>
              </a:extLst>
            </p:cNvPr>
            <p:cNvSpPr/>
            <p:nvPr/>
          </p:nvSpPr>
          <p:spPr>
            <a:xfrm>
              <a:off x="453183" y="2403967"/>
              <a:ext cx="332581" cy="329976"/>
            </a:xfrm>
            <a:custGeom>
              <a:avLst/>
              <a:gdLst/>
              <a:ahLst/>
              <a:cxnLst/>
              <a:rect l="l" t="t" r="r" b="b"/>
              <a:pathLst>
                <a:path w="18894" h="18746" extrusionOk="0">
                  <a:moveTo>
                    <a:pt x="15874" y="1821"/>
                  </a:moveTo>
                  <a:lnTo>
                    <a:pt x="6498" y="9403"/>
                  </a:lnTo>
                  <a:lnTo>
                    <a:pt x="1918" y="5629"/>
                  </a:lnTo>
                  <a:lnTo>
                    <a:pt x="15874" y="1821"/>
                  </a:lnTo>
                  <a:close/>
                  <a:moveTo>
                    <a:pt x="14524" y="4370"/>
                  </a:moveTo>
                  <a:lnTo>
                    <a:pt x="8425" y="11912"/>
                  </a:lnTo>
                  <a:lnTo>
                    <a:pt x="6257" y="12634"/>
                  </a:lnTo>
                  <a:lnTo>
                    <a:pt x="6981" y="10469"/>
                  </a:lnTo>
                  <a:lnTo>
                    <a:pt x="14524" y="4370"/>
                  </a:lnTo>
                  <a:close/>
                  <a:moveTo>
                    <a:pt x="17072" y="3020"/>
                  </a:moveTo>
                  <a:lnTo>
                    <a:pt x="13265" y="16976"/>
                  </a:lnTo>
                  <a:lnTo>
                    <a:pt x="9491" y="12392"/>
                  </a:lnTo>
                  <a:lnTo>
                    <a:pt x="17072" y="3020"/>
                  </a:lnTo>
                  <a:close/>
                  <a:moveTo>
                    <a:pt x="18298" y="0"/>
                  </a:moveTo>
                  <a:cubicBezTo>
                    <a:pt x="18286" y="0"/>
                    <a:pt x="18274" y="0"/>
                    <a:pt x="18262" y="3"/>
                  </a:cubicBezTo>
                  <a:lnTo>
                    <a:pt x="18253" y="3"/>
                  </a:lnTo>
                  <a:cubicBezTo>
                    <a:pt x="18238" y="6"/>
                    <a:pt x="18223" y="6"/>
                    <a:pt x="18211" y="12"/>
                  </a:cubicBezTo>
                  <a:lnTo>
                    <a:pt x="18193" y="15"/>
                  </a:lnTo>
                  <a:lnTo>
                    <a:pt x="18178" y="18"/>
                  </a:lnTo>
                  <a:lnTo>
                    <a:pt x="562" y="4822"/>
                  </a:lnTo>
                  <a:cubicBezTo>
                    <a:pt x="121" y="4943"/>
                    <a:pt x="0" y="5511"/>
                    <a:pt x="351" y="5804"/>
                  </a:cubicBezTo>
                  <a:lnTo>
                    <a:pt x="5834" y="10321"/>
                  </a:lnTo>
                  <a:lnTo>
                    <a:pt x="4826" y="13349"/>
                  </a:lnTo>
                  <a:cubicBezTo>
                    <a:pt x="4696" y="13732"/>
                    <a:pt x="4991" y="14098"/>
                    <a:pt x="5359" y="14098"/>
                  </a:cubicBezTo>
                  <a:cubicBezTo>
                    <a:pt x="5418" y="14098"/>
                    <a:pt x="5479" y="14089"/>
                    <a:pt x="5541" y="14068"/>
                  </a:cubicBezTo>
                  <a:lnTo>
                    <a:pt x="8570" y="13060"/>
                  </a:lnTo>
                  <a:lnTo>
                    <a:pt x="13087" y="18540"/>
                  </a:lnTo>
                  <a:cubicBezTo>
                    <a:pt x="13195" y="18670"/>
                    <a:pt x="13355" y="18745"/>
                    <a:pt x="13525" y="18745"/>
                  </a:cubicBezTo>
                  <a:cubicBezTo>
                    <a:pt x="13564" y="18745"/>
                    <a:pt x="13603" y="18742"/>
                    <a:pt x="13642" y="18733"/>
                  </a:cubicBezTo>
                  <a:cubicBezTo>
                    <a:pt x="13848" y="18691"/>
                    <a:pt x="14014" y="18534"/>
                    <a:pt x="14071" y="18328"/>
                  </a:cubicBezTo>
                  <a:lnTo>
                    <a:pt x="18875" y="716"/>
                  </a:lnTo>
                  <a:cubicBezTo>
                    <a:pt x="18875" y="710"/>
                    <a:pt x="18875" y="704"/>
                    <a:pt x="18878" y="698"/>
                  </a:cubicBezTo>
                  <a:lnTo>
                    <a:pt x="18881" y="683"/>
                  </a:lnTo>
                  <a:cubicBezTo>
                    <a:pt x="18884" y="668"/>
                    <a:pt x="18887" y="653"/>
                    <a:pt x="18890" y="637"/>
                  </a:cubicBezTo>
                  <a:cubicBezTo>
                    <a:pt x="18890" y="637"/>
                    <a:pt x="18890" y="634"/>
                    <a:pt x="18890" y="631"/>
                  </a:cubicBezTo>
                  <a:cubicBezTo>
                    <a:pt x="18890" y="619"/>
                    <a:pt x="18890" y="604"/>
                    <a:pt x="18893" y="592"/>
                  </a:cubicBezTo>
                  <a:lnTo>
                    <a:pt x="18893" y="580"/>
                  </a:lnTo>
                  <a:cubicBezTo>
                    <a:pt x="18893" y="568"/>
                    <a:pt x="18893" y="553"/>
                    <a:pt x="18893" y="541"/>
                  </a:cubicBezTo>
                  <a:cubicBezTo>
                    <a:pt x="18893" y="538"/>
                    <a:pt x="18893" y="535"/>
                    <a:pt x="18893" y="532"/>
                  </a:cubicBezTo>
                  <a:cubicBezTo>
                    <a:pt x="18893" y="517"/>
                    <a:pt x="18890" y="502"/>
                    <a:pt x="18890" y="487"/>
                  </a:cubicBezTo>
                  <a:cubicBezTo>
                    <a:pt x="18890" y="483"/>
                    <a:pt x="18890" y="480"/>
                    <a:pt x="18887" y="477"/>
                  </a:cubicBezTo>
                  <a:cubicBezTo>
                    <a:pt x="18887" y="465"/>
                    <a:pt x="18884" y="453"/>
                    <a:pt x="18881" y="441"/>
                  </a:cubicBezTo>
                  <a:lnTo>
                    <a:pt x="18878" y="429"/>
                  </a:lnTo>
                  <a:cubicBezTo>
                    <a:pt x="18875" y="417"/>
                    <a:pt x="18872" y="402"/>
                    <a:pt x="18866" y="390"/>
                  </a:cubicBezTo>
                  <a:cubicBezTo>
                    <a:pt x="18866" y="387"/>
                    <a:pt x="18866" y="384"/>
                    <a:pt x="18863" y="381"/>
                  </a:cubicBezTo>
                  <a:cubicBezTo>
                    <a:pt x="18860" y="369"/>
                    <a:pt x="18854" y="354"/>
                    <a:pt x="18848" y="345"/>
                  </a:cubicBezTo>
                  <a:cubicBezTo>
                    <a:pt x="18848" y="339"/>
                    <a:pt x="18845" y="333"/>
                    <a:pt x="18842" y="329"/>
                  </a:cubicBezTo>
                  <a:cubicBezTo>
                    <a:pt x="18839" y="323"/>
                    <a:pt x="18833" y="308"/>
                    <a:pt x="18830" y="299"/>
                  </a:cubicBezTo>
                  <a:cubicBezTo>
                    <a:pt x="18824" y="290"/>
                    <a:pt x="18824" y="290"/>
                    <a:pt x="18821" y="287"/>
                  </a:cubicBezTo>
                  <a:cubicBezTo>
                    <a:pt x="18815" y="275"/>
                    <a:pt x="18806" y="263"/>
                    <a:pt x="18797" y="248"/>
                  </a:cubicBezTo>
                  <a:lnTo>
                    <a:pt x="18790" y="239"/>
                  </a:lnTo>
                  <a:cubicBezTo>
                    <a:pt x="18784" y="230"/>
                    <a:pt x="18775" y="221"/>
                    <a:pt x="18769" y="212"/>
                  </a:cubicBezTo>
                  <a:cubicBezTo>
                    <a:pt x="18760" y="203"/>
                    <a:pt x="18763" y="203"/>
                    <a:pt x="18760" y="200"/>
                  </a:cubicBezTo>
                  <a:cubicBezTo>
                    <a:pt x="18751" y="188"/>
                    <a:pt x="18739" y="176"/>
                    <a:pt x="18727" y="163"/>
                  </a:cubicBezTo>
                  <a:cubicBezTo>
                    <a:pt x="18718" y="154"/>
                    <a:pt x="18706" y="142"/>
                    <a:pt x="18694" y="133"/>
                  </a:cubicBezTo>
                  <a:lnTo>
                    <a:pt x="18682" y="124"/>
                  </a:lnTo>
                  <a:cubicBezTo>
                    <a:pt x="18673" y="115"/>
                    <a:pt x="18664" y="109"/>
                    <a:pt x="18655" y="103"/>
                  </a:cubicBezTo>
                  <a:lnTo>
                    <a:pt x="18643" y="94"/>
                  </a:lnTo>
                  <a:cubicBezTo>
                    <a:pt x="18630" y="88"/>
                    <a:pt x="18618" y="79"/>
                    <a:pt x="18606" y="73"/>
                  </a:cubicBezTo>
                  <a:lnTo>
                    <a:pt x="18591" y="64"/>
                  </a:lnTo>
                  <a:lnTo>
                    <a:pt x="18564" y="52"/>
                  </a:lnTo>
                  <a:lnTo>
                    <a:pt x="18549" y="43"/>
                  </a:lnTo>
                  <a:cubicBezTo>
                    <a:pt x="18537" y="40"/>
                    <a:pt x="18522" y="34"/>
                    <a:pt x="18510" y="28"/>
                  </a:cubicBezTo>
                  <a:lnTo>
                    <a:pt x="18501" y="28"/>
                  </a:lnTo>
                  <a:cubicBezTo>
                    <a:pt x="18489" y="22"/>
                    <a:pt x="18476" y="18"/>
                    <a:pt x="18464" y="15"/>
                  </a:cubicBezTo>
                  <a:lnTo>
                    <a:pt x="18449" y="12"/>
                  </a:lnTo>
                  <a:lnTo>
                    <a:pt x="18416" y="6"/>
                  </a:lnTo>
                  <a:lnTo>
                    <a:pt x="18404" y="3"/>
                  </a:lnTo>
                  <a:cubicBezTo>
                    <a:pt x="18389" y="3"/>
                    <a:pt x="18374" y="0"/>
                    <a:pt x="18359"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8" name="Google Shape;9656;p62">
              <a:extLst>
                <a:ext uri="{FF2B5EF4-FFF2-40B4-BE49-F238E27FC236}">
                  <a16:creationId xmlns:a16="http://schemas.microsoft.com/office/drawing/2014/main" id="{CD849640-E68E-0169-ACD7-472B487AA964}"/>
                </a:ext>
              </a:extLst>
            </p:cNvPr>
            <p:cNvGrpSpPr/>
            <p:nvPr/>
          </p:nvGrpSpPr>
          <p:grpSpPr>
            <a:xfrm>
              <a:off x="440249" y="1851031"/>
              <a:ext cx="368987" cy="363666"/>
              <a:chOff x="-64774725" y="1916550"/>
              <a:chExt cx="319000" cy="314400"/>
            </a:xfrm>
            <a:solidFill>
              <a:schemeClr val="bg1"/>
            </a:solidFill>
          </p:grpSpPr>
          <p:sp>
            <p:nvSpPr>
              <p:cNvPr id="9" name="Google Shape;9657;p62">
                <a:extLst>
                  <a:ext uri="{FF2B5EF4-FFF2-40B4-BE49-F238E27FC236}">
                    <a16:creationId xmlns:a16="http://schemas.microsoft.com/office/drawing/2014/main" id="{F69AB9DF-1547-FCD8-B587-EBD8D6C94FF9}"/>
                  </a:ext>
                </a:extLst>
              </p:cNvPr>
              <p:cNvSpPr/>
              <p:nvPr/>
            </p:nvSpPr>
            <p:spPr>
              <a:xfrm>
                <a:off x="-64774725" y="1916550"/>
                <a:ext cx="319000" cy="314400"/>
              </a:xfrm>
              <a:custGeom>
                <a:avLst/>
                <a:gdLst/>
                <a:ahLst/>
                <a:cxnLst/>
                <a:rect l="l" t="t" r="r" b="b"/>
                <a:pathLst>
                  <a:path w="12760" h="12576" extrusionOk="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658;p62">
                <a:extLst>
                  <a:ext uri="{FF2B5EF4-FFF2-40B4-BE49-F238E27FC236}">
                    <a16:creationId xmlns:a16="http://schemas.microsoft.com/office/drawing/2014/main" id="{0F0A7AC7-622A-8C28-B667-6E31D33C7A2A}"/>
                  </a:ext>
                </a:extLst>
              </p:cNvPr>
              <p:cNvSpPr/>
              <p:nvPr/>
            </p:nvSpPr>
            <p:spPr>
              <a:xfrm>
                <a:off x="-64636900" y="2010600"/>
                <a:ext cx="89800" cy="82525"/>
              </a:xfrm>
              <a:custGeom>
                <a:avLst/>
                <a:gdLst/>
                <a:ahLst/>
                <a:cxnLst/>
                <a:rect l="l" t="t" r="r" b="b"/>
                <a:pathLst>
                  <a:path w="3592" h="3301" extrusionOk="0">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 name="Google Shape;9969;p62">
              <a:extLst>
                <a:ext uri="{FF2B5EF4-FFF2-40B4-BE49-F238E27FC236}">
                  <a16:creationId xmlns:a16="http://schemas.microsoft.com/office/drawing/2014/main" id="{A4A7D10B-AC40-ED00-074E-FC43BE875382}"/>
                </a:ext>
              </a:extLst>
            </p:cNvPr>
            <p:cNvGrpSpPr/>
            <p:nvPr/>
          </p:nvGrpSpPr>
          <p:grpSpPr>
            <a:xfrm>
              <a:off x="469702" y="2858294"/>
              <a:ext cx="350401" cy="349457"/>
              <a:chOff x="2141000" y="1954475"/>
              <a:chExt cx="296975" cy="296175"/>
            </a:xfrm>
            <a:solidFill>
              <a:schemeClr val="bg1"/>
            </a:solidFill>
          </p:grpSpPr>
          <p:sp>
            <p:nvSpPr>
              <p:cNvPr id="18" name="Google Shape;9970;p62">
                <a:extLst>
                  <a:ext uri="{FF2B5EF4-FFF2-40B4-BE49-F238E27FC236}">
                    <a16:creationId xmlns:a16="http://schemas.microsoft.com/office/drawing/2014/main" id="{53111DC4-DC44-1755-B7F9-5669E8E5EE36}"/>
                  </a:ext>
                </a:extLst>
              </p:cNvPr>
              <p:cNvSpPr/>
              <p:nvPr/>
            </p:nvSpPr>
            <p:spPr>
              <a:xfrm>
                <a:off x="2280425" y="1989925"/>
                <a:ext cx="104775" cy="68550"/>
              </a:xfrm>
              <a:custGeom>
                <a:avLst/>
                <a:gdLst/>
                <a:ahLst/>
                <a:cxnLst/>
                <a:rect l="l" t="t" r="r" b="b"/>
                <a:pathLst>
                  <a:path w="4191" h="2742" extrusionOk="0">
                    <a:moveTo>
                      <a:pt x="347" y="0"/>
                    </a:moveTo>
                    <a:cubicBezTo>
                      <a:pt x="158" y="0"/>
                      <a:pt x="0" y="158"/>
                      <a:pt x="0" y="347"/>
                    </a:cubicBezTo>
                    <a:cubicBezTo>
                      <a:pt x="0" y="505"/>
                      <a:pt x="158" y="662"/>
                      <a:pt x="315" y="662"/>
                    </a:cubicBezTo>
                    <a:lnTo>
                      <a:pt x="2426" y="662"/>
                    </a:lnTo>
                    <a:cubicBezTo>
                      <a:pt x="2615" y="662"/>
                      <a:pt x="2773" y="820"/>
                      <a:pt x="2773" y="1009"/>
                    </a:cubicBezTo>
                    <a:lnTo>
                      <a:pt x="2773" y="1576"/>
                    </a:lnTo>
                    <a:lnTo>
                      <a:pt x="2678" y="1450"/>
                    </a:lnTo>
                    <a:cubicBezTo>
                      <a:pt x="2615" y="1387"/>
                      <a:pt x="2521" y="1355"/>
                      <a:pt x="2430" y="1355"/>
                    </a:cubicBezTo>
                    <a:cubicBezTo>
                      <a:pt x="2340" y="1355"/>
                      <a:pt x="2253" y="1387"/>
                      <a:pt x="2206" y="1450"/>
                    </a:cubicBezTo>
                    <a:cubicBezTo>
                      <a:pt x="2080" y="1576"/>
                      <a:pt x="2080" y="1796"/>
                      <a:pt x="2206" y="1922"/>
                    </a:cubicBezTo>
                    <a:lnTo>
                      <a:pt x="2899" y="2647"/>
                    </a:lnTo>
                    <a:cubicBezTo>
                      <a:pt x="2993" y="2710"/>
                      <a:pt x="3056" y="2741"/>
                      <a:pt x="3151" y="2741"/>
                    </a:cubicBezTo>
                    <a:cubicBezTo>
                      <a:pt x="3214" y="2741"/>
                      <a:pt x="3340" y="2710"/>
                      <a:pt x="3371" y="2647"/>
                    </a:cubicBezTo>
                    <a:lnTo>
                      <a:pt x="4096" y="1922"/>
                    </a:lnTo>
                    <a:cubicBezTo>
                      <a:pt x="4191" y="1796"/>
                      <a:pt x="4191" y="1576"/>
                      <a:pt x="4096" y="1450"/>
                    </a:cubicBezTo>
                    <a:cubicBezTo>
                      <a:pt x="4033" y="1387"/>
                      <a:pt x="3938" y="1355"/>
                      <a:pt x="3848" y="1355"/>
                    </a:cubicBezTo>
                    <a:cubicBezTo>
                      <a:pt x="3757" y="1355"/>
                      <a:pt x="3671" y="1387"/>
                      <a:pt x="3623" y="1450"/>
                    </a:cubicBezTo>
                    <a:lnTo>
                      <a:pt x="3497" y="1576"/>
                    </a:lnTo>
                    <a:lnTo>
                      <a:pt x="3497" y="1009"/>
                    </a:lnTo>
                    <a:cubicBezTo>
                      <a:pt x="3497" y="442"/>
                      <a:pt x="3025" y="0"/>
                      <a:pt x="24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971;p62">
                <a:extLst>
                  <a:ext uri="{FF2B5EF4-FFF2-40B4-BE49-F238E27FC236}">
                    <a16:creationId xmlns:a16="http://schemas.microsoft.com/office/drawing/2014/main" id="{24885F94-70D5-3392-8237-931DEC0C2192}"/>
                  </a:ext>
                </a:extLst>
              </p:cNvPr>
              <p:cNvSpPr/>
              <p:nvPr/>
            </p:nvSpPr>
            <p:spPr>
              <a:xfrm>
                <a:off x="2174875" y="2145875"/>
                <a:ext cx="105575" cy="69325"/>
              </a:xfrm>
              <a:custGeom>
                <a:avLst/>
                <a:gdLst/>
                <a:ahLst/>
                <a:cxnLst/>
                <a:rect l="l" t="t" r="r" b="b"/>
                <a:pathLst>
                  <a:path w="4223" h="2773" extrusionOk="0">
                    <a:moveTo>
                      <a:pt x="1056" y="0"/>
                    </a:moveTo>
                    <a:cubicBezTo>
                      <a:pt x="969" y="0"/>
                      <a:pt x="883" y="32"/>
                      <a:pt x="820" y="95"/>
                    </a:cubicBezTo>
                    <a:lnTo>
                      <a:pt x="95" y="820"/>
                    </a:lnTo>
                    <a:cubicBezTo>
                      <a:pt x="1" y="914"/>
                      <a:pt x="1" y="1166"/>
                      <a:pt x="95" y="1292"/>
                    </a:cubicBezTo>
                    <a:cubicBezTo>
                      <a:pt x="158" y="1339"/>
                      <a:pt x="253" y="1363"/>
                      <a:pt x="343" y="1363"/>
                    </a:cubicBezTo>
                    <a:cubicBezTo>
                      <a:pt x="434" y="1363"/>
                      <a:pt x="521" y="1339"/>
                      <a:pt x="568" y="1292"/>
                    </a:cubicBezTo>
                    <a:lnTo>
                      <a:pt x="694" y="1166"/>
                    </a:lnTo>
                    <a:lnTo>
                      <a:pt x="694" y="1702"/>
                    </a:lnTo>
                    <a:cubicBezTo>
                      <a:pt x="757" y="2300"/>
                      <a:pt x="1229" y="2773"/>
                      <a:pt x="1765" y="2773"/>
                    </a:cubicBezTo>
                    <a:lnTo>
                      <a:pt x="3844" y="2773"/>
                    </a:lnTo>
                    <a:cubicBezTo>
                      <a:pt x="4065" y="2773"/>
                      <a:pt x="4222" y="2615"/>
                      <a:pt x="4222" y="2426"/>
                    </a:cubicBezTo>
                    <a:cubicBezTo>
                      <a:pt x="4222" y="2237"/>
                      <a:pt x="4065" y="2080"/>
                      <a:pt x="3844" y="2080"/>
                    </a:cubicBezTo>
                    <a:lnTo>
                      <a:pt x="1765" y="2080"/>
                    </a:lnTo>
                    <a:cubicBezTo>
                      <a:pt x="1576" y="2080"/>
                      <a:pt x="1418" y="1922"/>
                      <a:pt x="1418" y="1702"/>
                    </a:cubicBezTo>
                    <a:lnTo>
                      <a:pt x="1418" y="1166"/>
                    </a:lnTo>
                    <a:lnTo>
                      <a:pt x="1544" y="1292"/>
                    </a:lnTo>
                    <a:cubicBezTo>
                      <a:pt x="1592" y="1339"/>
                      <a:pt x="1678" y="1363"/>
                      <a:pt x="1769" y="1363"/>
                    </a:cubicBezTo>
                    <a:cubicBezTo>
                      <a:pt x="1859" y="1363"/>
                      <a:pt x="1954" y="1339"/>
                      <a:pt x="2017" y="1292"/>
                    </a:cubicBezTo>
                    <a:cubicBezTo>
                      <a:pt x="2112" y="1166"/>
                      <a:pt x="2112" y="914"/>
                      <a:pt x="2017" y="820"/>
                    </a:cubicBezTo>
                    <a:lnTo>
                      <a:pt x="1292" y="95"/>
                    </a:lnTo>
                    <a:cubicBezTo>
                      <a:pt x="1229" y="32"/>
                      <a:pt x="1143" y="0"/>
                      <a:pt x="105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972;p62">
                <a:extLst>
                  <a:ext uri="{FF2B5EF4-FFF2-40B4-BE49-F238E27FC236}">
                    <a16:creationId xmlns:a16="http://schemas.microsoft.com/office/drawing/2014/main" id="{04313FD3-3F65-ADEE-BA69-DBBA827A7019}"/>
                  </a:ext>
                </a:extLst>
              </p:cNvPr>
              <p:cNvSpPr/>
              <p:nvPr/>
            </p:nvSpPr>
            <p:spPr>
              <a:xfrm>
                <a:off x="2141000" y="1954475"/>
                <a:ext cx="139450" cy="174100"/>
              </a:xfrm>
              <a:custGeom>
                <a:avLst/>
                <a:gdLst/>
                <a:ahLst/>
                <a:cxnLst/>
                <a:rect l="l" t="t" r="r" b="b"/>
                <a:pathLst>
                  <a:path w="5578" h="6964" extrusionOk="0">
                    <a:moveTo>
                      <a:pt x="2773" y="694"/>
                    </a:moveTo>
                    <a:cubicBezTo>
                      <a:pt x="3372" y="694"/>
                      <a:pt x="3782" y="1166"/>
                      <a:pt x="3782" y="1734"/>
                    </a:cubicBezTo>
                    <a:cubicBezTo>
                      <a:pt x="3782" y="2301"/>
                      <a:pt x="3309" y="2742"/>
                      <a:pt x="2773" y="2742"/>
                    </a:cubicBezTo>
                    <a:cubicBezTo>
                      <a:pt x="2175" y="2742"/>
                      <a:pt x="1734" y="2269"/>
                      <a:pt x="1734" y="1734"/>
                    </a:cubicBezTo>
                    <a:cubicBezTo>
                      <a:pt x="1734" y="1166"/>
                      <a:pt x="2206" y="694"/>
                      <a:pt x="2773" y="694"/>
                    </a:cubicBezTo>
                    <a:close/>
                    <a:moveTo>
                      <a:pt x="2773" y="3466"/>
                    </a:moveTo>
                    <a:cubicBezTo>
                      <a:pt x="3908" y="3466"/>
                      <a:pt x="4853" y="4411"/>
                      <a:pt x="4853" y="5546"/>
                    </a:cubicBezTo>
                    <a:lnTo>
                      <a:pt x="4853" y="6270"/>
                    </a:lnTo>
                    <a:lnTo>
                      <a:pt x="694" y="6270"/>
                    </a:lnTo>
                    <a:lnTo>
                      <a:pt x="694" y="5546"/>
                    </a:lnTo>
                    <a:cubicBezTo>
                      <a:pt x="694" y="4411"/>
                      <a:pt x="1639" y="3466"/>
                      <a:pt x="2773" y="3466"/>
                    </a:cubicBezTo>
                    <a:close/>
                    <a:moveTo>
                      <a:pt x="2805" y="1"/>
                    </a:moveTo>
                    <a:cubicBezTo>
                      <a:pt x="1860" y="1"/>
                      <a:pt x="1072" y="788"/>
                      <a:pt x="1072" y="1734"/>
                    </a:cubicBezTo>
                    <a:cubicBezTo>
                      <a:pt x="1072" y="2238"/>
                      <a:pt x="1324" y="2710"/>
                      <a:pt x="1671" y="3025"/>
                    </a:cubicBezTo>
                    <a:cubicBezTo>
                      <a:pt x="726" y="3466"/>
                      <a:pt x="64" y="4443"/>
                      <a:pt x="64" y="5577"/>
                    </a:cubicBezTo>
                    <a:lnTo>
                      <a:pt x="64" y="6617"/>
                    </a:lnTo>
                    <a:cubicBezTo>
                      <a:pt x="1" y="6806"/>
                      <a:pt x="159" y="6963"/>
                      <a:pt x="379" y="6963"/>
                    </a:cubicBezTo>
                    <a:lnTo>
                      <a:pt x="5199" y="6963"/>
                    </a:lnTo>
                    <a:cubicBezTo>
                      <a:pt x="5420" y="6963"/>
                      <a:pt x="5577" y="6806"/>
                      <a:pt x="5577" y="6617"/>
                    </a:cubicBezTo>
                    <a:lnTo>
                      <a:pt x="5577" y="5577"/>
                    </a:lnTo>
                    <a:cubicBezTo>
                      <a:pt x="5577" y="4443"/>
                      <a:pt x="4884" y="3498"/>
                      <a:pt x="3939" y="3025"/>
                    </a:cubicBezTo>
                    <a:cubicBezTo>
                      <a:pt x="4317" y="2710"/>
                      <a:pt x="4538" y="2238"/>
                      <a:pt x="4538" y="1734"/>
                    </a:cubicBezTo>
                    <a:cubicBezTo>
                      <a:pt x="4538" y="788"/>
                      <a:pt x="3750" y="1"/>
                      <a:pt x="28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9973;p62">
                <a:extLst>
                  <a:ext uri="{FF2B5EF4-FFF2-40B4-BE49-F238E27FC236}">
                    <a16:creationId xmlns:a16="http://schemas.microsoft.com/office/drawing/2014/main" id="{DFA99192-212C-0BF3-0168-DE0B3297474A}"/>
                  </a:ext>
                </a:extLst>
              </p:cNvPr>
              <p:cNvSpPr/>
              <p:nvPr/>
            </p:nvSpPr>
            <p:spPr>
              <a:xfrm>
                <a:off x="2298525" y="2076550"/>
                <a:ext cx="139450" cy="174100"/>
              </a:xfrm>
              <a:custGeom>
                <a:avLst/>
                <a:gdLst/>
                <a:ahLst/>
                <a:cxnLst/>
                <a:rect l="l" t="t" r="r" b="b"/>
                <a:pathLst>
                  <a:path w="5578" h="6964" extrusionOk="0">
                    <a:moveTo>
                      <a:pt x="2773" y="663"/>
                    </a:moveTo>
                    <a:cubicBezTo>
                      <a:pt x="3372" y="663"/>
                      <a:pt x="3782" y="1135"/>
                      <a:pt x="3782" y="1702"/>
                    </a:cubicBezTo>
                    <a:cubicBezTo>
                      <a:pt x="3782" y="2238"/>
                      <a:pt x="3309" y="2710"/>
                      <a:pt x="2773" y="2710"/>
                    </a:cubicBezTo>
                    <a:cubicBezTo>
                      <a:pt x="2175" y="2710"/>
                      <a:pt x="1734" y="2238"/>
                      <a:pt x="1734" y="1702"/>
                    </a:cubicBezTo>
                    <a:cubicBezTo>
                      <a:pt x="1734" y="1135"/>
                      <a:pt x="2175" y="663"/>
                      <a:pt x="2773" y="663"/>
                    </a:cubicBezTo>
                    <a:close/>
                    <a:moveTo>
                      <a:pt x="2773" y="3467"/>
                    </a:moveTo>
                    <a:cubicBezTo>
                      <a:pt x="3908" y="3467"/>
                      <a:pt x="4853" y="4412"/>
                      <a:pt x="4853" y="5546"/>
                    </a:cubicBezTo>
                    <a:lnTo>
                      <a:pt x="4853" y="6270"/>
                    </a:lnTo>
                    <a:lnTo>
                      <a:pt x="694" y="6270"/>
                    </a:lnTo>
                    <a:lnTo>
                      <a:pt x="694" y="5546"/>
                    </a:lnTo>
                    <a:cubicBezTo>
                      <a:pt x="694" y="4412"/>
                      <a:pt x="1639" y="3467"/>
                      <a:pt x="2773" y="3467"/>
                    </a:cubicBezTo>
                    <a:close/>
                    <a:moveTo>
                      <a:pt x="2773" y="1"/>
                    </a:moveTo>
                    <a:cubicBezTo>
                      <a:pt x="1828" y="1"/>
                      <a:pt x="1041" y="789"/>
                      <a:pt x="1041" y="1734"/>
                    </a:cubicBezTo>
                    <a:cubicBezTo>
                      <a:pt x="1041" y="2238"/>
                      <a:pt x="1261" y="2710"/>
                      <a:pt x="1608" y="3025"/>
                    </a:cubicBezTo>
                    <a:cubicBezTo>
                      <a:pt x="663" y="3467"/>
                      <a:pt x="1" y="4443"/>
                      <a:pt x="1" y="5546"/>
                    </a:cubicBezTo>
                    <a:lnTo>
                      <a:pt x="1" y="6617"/>
                    </a:lnTo>
                    <a:cubicBezTo>
                      <a:pt x="1" y="6806"/>
                      <a:pt x="159" y="6964"/>
                      <a:pt x="379" y="6964"/>
                    </a:cubicBezTo>
                    <a:lnTo>
                      <a:pt x="5199" y="6964"/>
                    </a:lnTo>
                    <a:cubicBezTo>
                      <a:pt x="5420" y="6964"/>
                      <a:pt x="5577" y="6806"/>
                      <a:pt x="5577" y="6617"/>
                    </a:cubicBezTo>
                    <a:lnTo>
                      <a:pt x="5577" y="5546"/>
                    </a:lnTo>
                    <a:cubicBezTo>
                      <a:pt x="5514" y="4412"/>
                      <a:pt x="4853" y="3467"/>
                      <a:pt x="3908" y="3025"/>
                    </a:cubicBezTo>
                    <a:cubicBezTo>
                      <a:pt x="4254" y="2710"/>
                      <a:pt x="4506" y="2238"/>
                      <a:pt x="4506" y="1734"/>
                    </a:cubicBezTo>
                    <a:cubicBezTo>
                      <a:pt x="4506" y="789"/>
                      <a:pt x="3719" y="1"/>
                      <a:pt x="27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9656;p62">
              <a:extLst>
                <a:ext uri="{FF2B5EF4-FFF2-40B4-BE49-F238E27FC236}">
                  <a16:creationId xmlns:a16="http://schemas.microsoft.com/office/drawing/2014/main" id="{EDF2D2EC-56B9-1B7E-9860-2F27CEF3D9F9}"/>
                </a:ext>
              </a:extLst>
            </p:cNvPr>
            <p:cNvGrpSpPr/>
            <p:nvPr/>
          </p:nvGrpSpPr>
          <p:grpSpPr>
            <a:xfrm>
              <a:off x="440248" y="3401364"/>
              <a:ext cx="368987" cy="363666"/>
              <a:chOff x="-64774725" y="1916550"/>
              <a:chExt cx="319000" cy="314400"/>
            </a:xfrm>
            <a:solidFill>
              <a:schemeClr val="bg1"/>
            </a:solidFill>
          </p:grpSpPr>
          <p:sp>
            <p:nvSpPr>
              <p:cNvPr id="23" name="Google Shape;9657;p62">
                <a:extLst>
                  <a:ext uri="{FF2B5EF4-FFF2-40B4-BE49-F238E27FC236}">
                    <a16:creationId xmlns:a16="http://schemas.microsoft.com/office/drawing/2014/main" id="{B5A3CD2A-104F-97BB-0F1E-3FD4C31038C4}"/>
                  </a:ext>
                </a:extLst>
              </p:cNvPr>
              <p:cNvSpPr/>
              <p:nvPr/>
            </p:nvSpPr>
            <p:spPr>
              <a:xfrm>
                <a:off x="-64774725" y="1916550"/>
                <a:ext cx="319000" cy="314400"/>
              </a:xfrm>
              <a:custGeom>
                <a:avLst/>
                <a:gdLst/>
                <a:ahLst/>
                <a:cxnLst/>
                <a:rect l="l" t="t" r="r" b="b"/>
                <a:pathLst>
                  <a:path w="12760" h="12576" extrusionOk="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658;p62">
                <a:extLst>
                  <a:ext uri="{FF2B5EF4-FFF2-40B4-BE49-F238E27FC236}">
                    <a16:creationId xmlns:a16="http://schemas.microsoft.com/office/drawing/2014/main" id="{1B9BEFFD-0283-E88E-43A2-2360D02F0AB2}"/>
                  </a:ext>
                </a:extLst>
              </p:cNvPr>
              <p:cNvSpPr/>
              <p:nvPr/>
            </p:nvSpPr>
            <p:spPr>
              <a:xfrm>
                <a:off x="-64636900" y="2010600"/>
                <a:ext cx="89800" cy="82525"/>
              </a:xfrm>
              <a:custGeom>
                <a:avLst/>
                <a:gdLst/>
                <a:ahLst/>
                <a:cxnLst/>
                <a:rect l="l" t="t" r="r" b="b"/>
                <a:pathLst>
                  <a:path w="3592" h="3301" extrusionOk="0">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10037;p63">
              <a:extLst>
                <a:ext uri="{FF2B5EF4-FFF2-40B4-BE49-F238E27FC236}">
                  <a16:creationId xmlns:a16="http://schemas.microsoft.com/office/drawing/2014/main" id="{4DB131AB-5C9A-1B2B-FF1B-B09F87FBFB8D}"/>
                </a:ext>
              </a:extLst>
            </p:cNvPr>
            <p:cNvGrpSpPr/>
            <p:nvPr/>
          </p:nvGrpSpPr>
          <p:grpSpPr>
            <a:xfrm>
              <a:off x="456650" y="4679512"/>
              <a:ext cx="366963" cy="352768"/>
              <a:chOff x="-31889075" y="2658950"/>
              <a:chExt cx="302475" cy="290775"/>
            </a:xfrm>
            <a:solidFill>
              <a:schemeClr val="bg1"/>
            </a:solidFill>
          </p:grpSpPr>
          <p:sp>
            <p:nvSpPr>
              <p:cNvPr id="26" name="Google Shape;10038;p63">
                <a:extLst>
                  <a:ext uri="{FF2B5EF4-FFF2-40B4-BE49-F238E27FC236}">
                    <a16:creationId xmlns:a16="http://schemas.microsoft.com/office/drawing/2014/main" id="{51C4F2B7-BC29-8380-ED68-AFC5BF88EB55}"/>
                  </a:ext>
                </a:extLst>
              </p:cNvPr>
              <p:cNvSpPr/>
              <p:nvPr/>
            </p:nvSpPr>
            <p:spPr>
              <a:xfrm>
                <a:off x="-31889075" y="2658950"/>
                <a:ext cx="302475" cy="290775"/>
              </a:xfrm>
              <a:custGeom>
                <a:avLst/>
                <a:gdLst/>
                <a:ahLst/>
                <a:cxnLst/>
                <a:rect l="l" t="t" r="r" b="b"/>
                <a:pathLst>
                  <a:path w="12099" h="11631" extrusionOk="0">
                    <a:moveTo>
                      <a:pt x="10555" y="712"/>
                    </a:moveTo>
                    <a:lnTo>
                      <a:pt x="11153" y="1310"/>
                    </a:lnTo>
                    <a:lnTo>
                      <a:pt x="10051" y="3138"/>
                    </a:lnTo>
                    <a:lnTo>
                      <a:pt x="8728" y="1814"/>
                    </a:lnTo>
                    <a:lnTo>
                      <a:pt x="10555" y="712"/>
                    </a:lnTo>
                    <a:close/>
                    <a:moveTo>
                      <a:pt x="8665" y="2696"/>
                    </a:moveTo>
                    <a:lnTo>
                      <a:pt x="9137" y="3169"/>
                    </a:lnTo>
                    <a:lnTo>
                      <a:pt x="7278" y="4996"/>
                    </a:lnTo>
                    <a:lnTo>
                      <a:pt x="6806" y="4524"/>
                    </a:lnTo>
                    <a:lnTo>
                      <a:pt x="8665" y="2696"/>
                    </a:lnTo>
                    <a:close/>
                    <a:moveTo>
                      <a:pt x="3022" y="640"/>
                    </a:moveTo>
                    <a:cubicBezTo>
                      <a:pt x="3549" y="640"/>
                      <a:pt x="4066" y="847"/>
                      <a:pt x="4443" y="1247"/>
                    </a:cubicBezTo>
                    <a:cubicBezTo>
                      <a:pt x="5010" y="1783"/>
                      <a:pt x="5199" y="2602"/>
                      <a:pt x="4915" y="3358"/>
                    </a:cubicBezTo>
                    <a:cubicBezTo>
                      <a:pt x="4884" y="3484"/>
                      <a:pt x="4915" y="3642"/>
                      <a:pt x="5010" y="3705"/>
                    </a:cubicBezTo>
                    <a:lnTo>
                      <a:pt x="8160" y="6855"/>
                    </a:lnTo>
                    <a:cubicBezTo>
                      <a:pt x="8208" y="6926"/>
                      <a:pt x="8308" y="6961"/>
                      <a:pt x="8409" y="6961"/>
                    </a:cubicBezTo>
                    <a:cubicBezTo>
                      <a:pt x="8442" y="6961"/>
                      <a:pt x="8476" y="6957"/>
                      <a:pt x="8507" y="6950"/>
                    </a:cubicBezTo>
                    <a:cubicBezTo>
                      <a:pt x="8741" y="6862"/>
                      <a:pt x="8981" y="6819"/>
                      <a:pt x="9217" y="6819"/>
                    </a:cubicBezTo>
                    <a:cubicBezTo>
                      <a:pt x="9743" y="6819"/>
                      <a:pt x="10248" y="7031"/>
                      <a:pt x="10618" y="7422"/>
                    </a:cubicBezTo>
                    <a:cubicBezTo>
                      <a:pt x="11153" y="7926"/>
                      <a:pt x="11342" y="8682"/>
                      <a:pt x="11153" y="9375"/>
                    </a:cubicBezTo>
                    <a:lnTo>
                      <a:pt x="10240" y="8493"/>
                    </a:lnTo>
                    <a:cubicBezTo>
                      <a:pt x="10035" y="8289"/>
                      <a:pt x="9767" y="8186"/>
                      <a:pt x="9503" y="8186"/>
                    </a:cubicBezTo>
                    <a:cubicBezTo>
                      <a:pt x="9240" y="8186"/>
                      <a:pt x="8980" y="8289"/>
                      <a:pt x="8791" y="8493"/>
                    </a:cubicBezTo>
                    <a:cubicBezTo>
                      <a:pt x="8381" y="8871"/>
                      <a:pt x="8381" y="9533"/>
                      <a:pt x="8791" y="9943"/>
                    </a:cubicBezTo>
                    <a:lnTo>
                      <a:pt x="9673" y="10856"/>
                    </a:lnTo>
                    <a:cubicBezTo>
                      <a:pt x="9498" y="10904"/>
                      <a:pt x="9318" y="10928"/>
                      <a:pt x="9140" y="10928"/>
                    </a:cubicBezTo>
                    <a:cubicBezTo>
                      <a:pt x="8614" y="10928"/>
                      <a:pt x="8096" y="10721"/>
                      <a:pt x="7719" y="10321"/>
                    </a:cubicBezTo>
                    <a:cubicBezTo>
                      <a:pt x="7152" y="9785"/>
                      <a:pt x="6963" y="8966"/>
                      <a:pt x="7247" y="8210"/>
                    </a:cubicBezTo>
                    <a:cubicBezTo>
                      <a:pt x="7278" y="8084"/>
                      <a:pt x="7247" y="7926"/>
                      <a:pt x="7152" y="7863"/>
                    </a:cubicBezTo>
                    <a:lnTo>
                      <a:pt x="4002" y="4713"/>
                    </a:lnTo>
                    <a:cubicBezTo>
                      <a:pt x="3960" y="4629"/>
                      <a:pt x="3876" y="4587"/>
                      <a:pt x="3787" y="4587"/>
                    </a:cubicBezTo>
                    <a:cubicBezTo>
                      <a:pt x="3743" y="4587"/>
                      <a:pt x="3697" y="4597"/>
                      <a:pt x="3655" y="4618"/>
                    </a:cubicBezTo>
                    <a:cubicBezTo>
                      <a:pt x="3421" y="4706"/>
                      <a:pt x="3181" y="4749"/>
                      <a:pt x="2945" y="4749"/>
                    </a:cubicBezTo>
                    <a:cubicBezTo>
                      <a:pt x="2419" y="4749"/>
                      <a:pt x="1914" y="4537"/>
                      <a:pt x="1544" y="4146"/>
                    </a:cubicBezTo>
                    <a:cubicBezTo>
                      <a:pt x="1009" y="3642"/>
                      <a:pt x="820" y="2885"/>
                      <a:pt x="1009" y="2192"/>
                    </a:cubicBezTo>
                    <a:lnTo>
                      <a:pt x="1009" y="2192"/>
                    </a:lnTo>
                    <a:lnTo>
                      <a:pt x="1922" y="3075"/>
                    </a:lnTo>
                    <a:cubicBezTo>
                      <a:pt x="2127" y="3279"/>
                      <a:pt x="2395" y="3382"/>
                      <a:pt x="2659" y="3382"/>
                    </a:cubicBezTo>
                    <a:cubicBezTo>
                      <a:pt x="2923" y="3382"/>
                      <a:pt x="3183" y="3279"/>
                      <a:pt x="3372" y="3075"/>
                    </a:cubicBezTo>
                    <a:cubicBezTo>
                      <a:pt x="3781" y="2696"/>
                      <a:pt x="3781" y="2035"/>
                      <a:pt x="3372" y="1625"/>
                    </a:cubicBezTo>
                    <a:lnTo>
                      <a:pt x="2490" y="712"/>
                    </a:lnTo>
                    <a:cubicBezTo>
                      <a:pt x="2665" y="664"/>
                      <a:pt x="2844" y="640"/>
                      <a:pt x="3022" y="640"/>
                    </a:cubicBezTo>
                    <a:close/>
                    <a:moveTo>
                      <a:pt x="4380" y="6036"/>
                    </a:moveTo>
                    <a:lnTo>
                      <a:pt x="5829" y="7485"/>
                    </a:lnTo>
                    <a:lnTo>
                      <a:pt x="2679" y="10636"/>
                    </a:lnTo>
                    <a:cubicBezTo>
                      <a:pt x="2474" y="10840"/>
                      <a:pt x="2206" y="10943"/>
                      <a:pt x="1942" y="10943"/>
                    </a:cubicBezTo>
                    <a:cubicBezTo>
                      <a:pt x="1678" y="10943"/>
                      <a:pt x="1418" y="10840"/>
                      <a:pt x="1229" y="10636"/>
                    </a:cubicBezTo>
                    <a:cubicBezTo>
                      <a:pt x="820" y="10226"/>
                      <a:pt x="820" y="9596"/>
                      <a:pt x="1229" y="9186"/>
                    </a:cubicBezTo>
                    <a:lnTo>
                      <a:pt x="4380" y="6036"/>
                    </a:lnTo>
                    <a:close/>
                    <a:moveTo>
                      <a:pt x="2915" y="1"/>
                    </a:moveTo>
                    <a:cubicBezTo>
                      <a:pt x="2465" y="1"/>
                      <a:pt x="2014" y="112"/>
                      <a:pt x="1607" y="334"/>
                    </a:cubicBezTo>
                    <a:cubicBezTo>
                      <a:pt x="1544" y="365"/>
                      <a:pt x="1450" y="491"/>
                      <a:pt x="1450" y="554"/>
                    </a:cubicBezTo>
                    <a:cubicBezTo>
                      <a:pt x="1450" y="680"/>
                      <a:pt x="1481" y="775"/>
                      <a:pt x="1544" y="838"/>
                    </a:cubicBezTo>
                    <a:lnTo>
                      <a:pt x="2836" y="2129"/>
                    </a:lnTo>
                    <a:cubicBezTo>
                      <a:pt x="2962" y="2255"/>
                      <a:pt x="2962" y="2507"/>
                      <a:pt x="2836" y="2602"/>
                    </a:cubicBezTo>
                    <a:cubicBezTo>
                      <a:pt x="2773" y="2665"/>
                      <a:pt x="2686" y="2696"/>
                      <a:pt x="2600" y="2696"/>
                    </a:cubicBezTo>
                    <a:cubicBezTo>
                      <a:pt x="2513" y="2696"/>
                      <a:pt x="2427" y="2665"/>
                      <a:pt x="2364" y="2602"/>
                    </a:cubicBezTo>
                    <a:lnTo>
                      <a:pt x="1072" y="1310"/>
                    </a:lnTo>
                    <a:cubicBezTo>
                      <a:pt x="1001" y="1239"/>
                      <a:pt x="912" y="1204"/>
                      <a:pt x="846" y="1204"/>
                    </a:cubicBezTo>
                    <a:cubicBezTo>
                      <a:pt x="824" y="1204"/>
                      <a:pt x="804" y="1208"/>
                      <a:pt x="788" y="1216"/>
                    </a:cubicBezTo>
                    <a:cubicBezTo>
                      <a:pt x="662" y="1216"/>
                      <a:pt x="599" y="1310"/>
                      <a:pt x="536" y="1373"/>
                    </a:cubicBezTo>
                    <a:cubicBezTo>
                      <a:pt x="1" y="2413"/>
                      <a:pt x="127" y="3736"/>
                      <a:pt x="1009" y="4618"/>
                    </a:cubicBezTo>
                    <a:cubicBezTo>
                      <a:pt x="1549" y="5135"/>
                      <a:pt x="2230" y="5407"/>
                      <a:pt x="2934" y="5407"/>
                    </a:cubicBezTo>
                    <a:cubicBezTo>
                      <a:pt x="3173" y="5407"/>
                      <a:pt x="3415" y="5375"/>
                      <a:pt x="3655" y="5311"/>
                    </a:cubicBezTo>
                    <a:lnTo>
                      <a:pt x="3907" y="5563"/>
                    </a:lnTo>
                    <a:lnTo>
                      <a:pt x="757" y="8714"/>
                    </a:lnTo>
                    <a:cubicBezTo>
                      <a:pt x="64" y="9344"/>
                      <a:pt x="64" y="10447"/>
                      <a:pt x="757" y="11108"/>
                    </a:cubicBezTo>
                    <a:cubicBezTo>
                      <a:pt x="1088" y="11455"/>
                      <a:pt x="1521" y="11628"/>
                      <a:pt x="1954" y="11628"/>
                    </a:cubicBezTo>
                    <a:cubicBezTo>
                      <a:pt x="2387" y="11628"/>
                      <a:pt x="2820" y="11455"/>
                      <a:pt x="3151" y="11108"/>
                    </a:cubicBezTo>
                    <a:lnTo>
                      <a:pt x="6302" y="7958"/>
                    </a:lnTo>
                    <a:lnTo>
                      <a:pt x="6522" y="8210"/>
                    </a:lnTo>
                    <a:cubicBezTo>
                      <a:pt x="6302" y="9155"/>
                      <a:pt x="6522" y="10132"/>
                      <a:pt x="7247" y="10825"/>
                    </a:cubicBezTo>
                    <a:cubicBezTo>
                      <a:pt x="7765" y="11362"/>
                      <a:pt x="8469" y="11630"/>
                      <a:pt x="9169" y="11630"/>
                    </a:cubicBezTo>
                    <a:cubicBezTo>
                      <a:pt x="9618" y="11630"/>
                      <a:pt x="10066" y="11519"/>
                      <a:pt x="10460" y="11297"/>
                    </a:cubicBezTo>
                    <a:cubicBezTo>
                      <a:pt x="10555" y="11266"/>
                      <a:pt x="10618" y="11140"/>
                      <a:pt x="10618" y="11077"/>
                    </a:cubicBezTo>
                    <a:cubicBezTo>
                      <a:pt x="10618" y="11014"/>
                      <a:pt x="10586" y="10888"/>
                      <a:pt x="10555" y="10793"/>
                    </a:cubicBezTo>
                    <a:lnTo>
                      <a:pt x="9263" y="9501"/>
                    </a:lnTo>
                    <a:cubicBezTo>
                      <a:pt x="9137" y="9375"/>
                      <a:pt x="9137" y="9155"/>
                      <a:pt x="9263" y="9029"/>
                    </a:cubicBezTo>
                    <a:cubicBezTo>
                      <a:pt x="9310" y="8966"/>
                      <a:pt x="9397" y="8934"/>
                      <a:pt x="9488" y="8934"/>
                    </a:cubicBezTo>
                    <a:cubicBezTo>
                      <a:pt x="9578" y="8934"/>
                      <a:pt x="9673" y="8966"/>
                      <a:pt x="9736" y="9029"/>
                    </a:cubicBezTo>
                    <a:lnTo>
                      <a:pt x="11027" y="10321"/>
                    </a:lnTo>
                    <a:cubicBezTo>
                      <a:pt x="11075" y="10392"/>
                      <a:pt x="11157" y="10427"/>
                      <a:pt x="11236" y="10427"/>
                    </a:cubicBezTo>
                    <a:cubicBezTo>
                      <a:pt x="11262" y="10427"/>
                      <a:pt x="11287" y="10423"/>
                      <a:pt x="11311" y="10415"/>
                    </a:cubicBezTo>
                    <a:cubicBezTo>
                      <a:pt x="11405" y="10415"/>
                      <a:pt x="11500" y="10321"/>
                      <a:pt x="11532" y="10258"/>
                    </a:cubicBezTo>
                    <a:cubicBezTo>
                      <a:pt x="12099" y="9218"/>
                      <a:pt x="11973" y="7895"/>
                      <a:pt x="11059" y="7013"/>
                    </a:cubicBezTo>
                    <a:cubicBezTo>
                      <a:pt x="10542" y="6496"/>
                      <a:pt x="9850" y="6224"/>
                      <a:pt x="9139" y="6224"/>
                    </a:cubicBezTo>
                    <a:cubicBezTo>
                      <a:pt x="8897" y="6224"/>
                      <a:pt x="8653" y="6255"/>
                      <a:pt x="8413" y="6320"/>
                    </a:cubicBezTo>
                    <a:lnTo>
                      <a:pt x="7719" y="5595"/>
                    </a:lnTo>
                    <a:lnTo>
                      <a:pt x="9578" y="3736"/>
                    </a:lnTo>
                    <a:lnTo>
                      <a:pt x="9799" y="3988"/>
                    </a:lnTo>
                    <a:cubicBezTo>
                      <a:pt x="9867" y="4056"/>
                      <a:pt x="9958" y="4089"/>
                      <a:pt x="10051" y="4089"/>
                    </a:cubicBezTo>
                    <a:cubicBezTo>
                      <a:pt x="10172" y="4089"/>
                      <a:pt x="10294" y="4032"/>
                      <a:pt x="10366" y="3925"/>
                    </a:cubicBezTo>
                    <a:lnTo>
                      <a:pt x="11815" y="1499"/>
                    </a:lnTo>
                    <a:cubicBezTo>
                      <a:pt x="11878" y="1373"/>
                      <a:pt x="11878" y="1184"/>
                      <a:pt x="11784" y="1090"/>
                    </a:cubicBezTo>
                    <a:lnTo>
                      <a:pt x="10775" y="82"/>
                    </a:lnTo>
                    <a:cubicBezTo>
                      <a:pt x="10723" y="30"/>
                      <a:pt x="10652" y="6"/>
                      <a:pt x="10573" y="6"/>
                    </a:cubicBezTo>
                    <a:cubicBezTo>
                      <a:pt x="10507" y="6"/>
                      <a:pt x="10437" y="22"/>
                      <a:pt x="10366" y="50"/>
                    </a:cubicBezTo>
                    <a:lnTo>
                      <a:pt x="7940" y="1499"/>
                    </a:lnTo>
                    <a:cubicBezTo>
                      <a:pt x="7751" y="1625"/>
                      <a:pt x="7719" y="1909"/>
                      <a:pt x="7877" y="2066"/>
                    </a:cubicBezTo>
                    <a:lnTo>
                      <a:pt x="8097" y="2287"/>
                    </a:lnTo>
                    <a:lnTo>
                      <a:pt x="6270" y="4146"/>
                    </a:lnTo>
                    <a:lnTo>
                      <a:pt x="5546" y="3421"/>
                    </a:lnTo>
                    <a:cubicBezTo>
                      <a:pt x="5798" y="2476"/>
                      <a:pt x="5546" y="1499"/>
                      <a:pt x="4852" y="806"/>
                    </a:cubicBezTo>
                    <a:cubicBezTo>
                      <a:pt x="4315" y="269"/>
                      <a:pt x="3615" y="1"/>
                      <a:pt x="29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0039;p63">
                <a:extLst>
                  <a:ext uri="{FF2B5EF4-FFF2-40B4-BE49-F238E27FC236}">
                    <a16:creationId xmlns:a16="http://schemas.microsoft.com/office/drawing/2014/main" id="{FCDEA4F6-802B-1513-C7CE-5535C4E5E05E}"/>
                  </a:ext>
                </a:extLst>
              </p:cNvPr>
              <p:cNvSpPr/>
              <p:nvPr/>
            </p:nvSpPr>
            <p:spPr>
              <a:xfrm>
                <a:off x="-31838650" y="2838200"/>
                <a:ext cx="70100" cy="68550"/>
              </a:xfrm>
              <a:custGeom>
                <a:avLst/>
                <a:gdLst/>
                <a:ahLst/>
                <a:cxnLst/>
                <a:rect l="l" t="t" r="r" b="b"/>
                <a:pathLst>
                  <a:path w="2804" h="2742" extrusionOk="0">
                    <a:moveTo>
                      <a:pt x="2430" y="0"/>
                    </a:moveTo>
                    <a:cubicBezTo>
                      <a:pt x="2339" y="0"/>
                      <a:pt x="2253" y="32"/>
                      <a:pt x="2205" y="95"/>
                    </a:cubicBezTo>
                    <a:lnTo>
                      <a:pt x="95" y="2174"/>
                    </a:lnTo>
                    <a:cubicBezTo>
                      <a:pt x="0" y="2300"/>
                      <a:pt x="0" y="2521"/>
                      <a:pt x="95" y="2647"/>
                    </a:cubicBezTo>
                    <a:cubicBezTo>
                      <a:pt x="158" y="2710"/>
                      <a:pt x="236" y="2741"/>
                      <a:pt x="319" y="2741"/>
                    </a:cubicBezTo>
                    <a:cubicBezTo>
                      <a:pt x="402" y="2741"/>
                      <a:pt x="488" y="2710"/>
                      <a:pt x="567" y="2647"/>
                    </a:cubicBezTo>
                    <a:lnTo>
                      <a:pt x="2678" y="567"/>
                    </a:lnTo>
                    <a:cubicBezTo>
                      <a:pt x="2804" y="441"/>
                      <a:pt x="2804" y="221"/>
                      <a:pt x="2678" y="95"/>
                    </a:cubicBezTo>
                    <a:cubicBezTo>
                      <a:pt x="2615" y="32"/>
                      <a:pt x="2520" y="0"/>
                      <a:pt x="24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9888;p62">
              <a:extLst>
                <a:ext uri="{FF2B5EF4-FFF2-40B4-BE49-F238E27FC236}">
                  <a16:creationId xmlns:a16="http://schemas.microsoft.com/office/drawing/2014/main" id="{AE70B1F2-FC70-2008-41DA-381E04AC0CFE}"/>
                </a:ext>
              </a:extLst>
            </p:cNvPr>
            <p:cNvGrpSpPr/>
            <p:nvPr/>
          </p:nvGrpSpPr>
          <p:grpSpPr>
            <a:xfrm>
              <a:off x="452005" y="5486131"/>
              <a:ext cx="347599" cy="350371"/>
              <a:chOff x="1777925" y="1953700"/>
              <a:chExt cx="294600" cy="296950"/>
            </a:xfrm>
            <a:solidFill>
              <a:schemeClr val="bg1"/>
            </a:solidFill>
          </p:grpSpPr>
          <p:sp>
            <p:nvSpPr>
              <p:cNvPr id="29" name="Google Shape;9889;p62">
                <a:extLst>
                  <a:ext uri="{FF2B5EF4-FFF2-40B4-BE49-F238E27FC236}">
                    <a16:creationId xmlns:a16="http://schemas.microsoft.com/office/drawing/2014/main" id="{D8BB8D1A-3AEC-15C1-E873-E84131FFF165}"/>
                  </a:ext>
                </a:extLst>
              </p:cNvPr>
              <p:cNvSpPr/>
              <p:nvPr/>
            </p:nvSpPr>
            <p:spPr>
              <a:xfrm>
                <a:off x="1794450" y="2052125"/>
                <a:ext cx="278075" cy="198525"/>
              </a:xfrm>
              <a:custGeom>
                <a:avLst/>
                <a:gdLst/>
                <a:ahLst/>
                <a:cxnLst/>
                <a:rect l="l" t="t" r="r" b="b"/>
                <a:pathLst>
                  <a:path w="11123" h="7941" extrusionOk="0">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890;p62">
                <a:extLst>
                  <a:ext uri="{FF2B5EF4-FFF2-40B4-BE49-F238E27FC236}">
                    <a16:creationId xmlns:a16="http://schemas.microsoft.com/office/drawing/2014/main" id="{A8E3B202-368D-2B07-3C0D-6EA5CF89EB3F}"/>
                  </a:ext>
                </a:extLst>
              </p:cNvPr>
              <p:cNvSpPr/>
              <p:nvPr/>
            </p:nvSpPr>
            <p:spPr>
              <a:xfrm>
                <a:off x="1777925" y="1953700"/>
                <a:ext cx="278050" cy="198675"/>
              </a:xfrm>
              <a:custGeom>
                <a:avLst/>
                <a:gdLst/>
                <a:ahLst/>
                <a:cxnLst/>
                <a:rect l="l" t="t" r="r" b="b"/>
                <a:pathLst>
                  <a:path w="11122" h="7947" extrusionOk="0">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891;p62">
                <a:extLst>
                  <a:ext uri="{FF2B5EF4-FFF2-40B4-BE49-F238E27FC236}">
                    <a16:creationId xmlns:a16="http://schemas.microsoft.com/office/drawing/2014/main" id="{4B81F95C-5DB0-6D7B-47D7-63B31202A706}"/>
                  </a:ext>
                </a:extLst>
              </p:cNvPr>
              <p:cNvSpPr/>
              <p:nvPr/>
            </p:nvSpPr>
            <p:spPr>
              <a:xfrm>
                <a:off x="1829125" y="2006475"/>
                <a:ext cx="191400" cy="191400"/>
              </a:xfrm>
              <a:custGeom>
                <a:avLst/>
                <a:gdLst/>
                <a:ahLst/>
                <a:cxnLst/>
                <a:rect l="l" t="t" r="r" b="b"/>
                <a:pathLst>
                  <a:path w="7656" h="7656" extrusionOk="0">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892;p62">
                <a:extLst>
                  <a:ext uri="{FF2B5EF4-FFF2-40B4-BE49-F238E27FC236}">
                    <a16:creationId xmlns:a16="http://schemas.microsoft.com/office/drawing/2014/main" id="{1E1C6950-4FB2-52F0-F62F-BC9E23F51586}"/>
                  </a:ext>
                </a:extLst>
              </p:cNvPr>
              <p:cNvSpPr/>
              <p:nvPr/>
            </p:nvSpPr>
            <p:spPr>
              <a:xfrm>
                <a:off x="1915750" y="2058450"/>
                <a:ext cx="35475" cy="52800"/>
              </a:xfrm>
              <a:custGeom>
                <a:avLst/>
                <a:gdLst/>
                <a:ahLst/>
                <a:cxnLst/>
                <a:rect l="l" t="t" r="r" b="b"/>
                <a:pathLst>
                  <a:path w="1419" h="2112" extrusionOk="0">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7319938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413867" y="1191480"/>
            <a:ext cx="11616266" cy="223753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7000" b="0" i="0" u="none" strike="noStrike" kern="0" cap="none" spc="0" normalizeH="0" baseline="0" noProof="0" dirty="0">
                <a:ln>
                  <a:noFill/>
                </a:ln>
                <a:solidFill>
                  <a:prstClr val="white"/>
                </a:solidFill>
                <a:effectLst/>
                <a:uLnTx/>
                <a:uFillTx/>
                <a:latin typeface="Darker Grotesque" pitchFamily="2" charset="0"/>
              </a:rPr>
              <a:t>Risk</a:t>
            </a:r>
          </a:p>
        </p:txBody>
      </p:sp>
      <p:sp>
        <p:nvSpPr>
          <p:cNvPr id="2" name="TextBox 1">
            <a:extLst>
              <a:ext uri="{FF2B5EF4-FFF2-40B4-BE49-F238E27FC236}">
                <a16:creationId xmlns:a16="http://schemas.microsoft.com/office/drawing/2014/main" id="{8C80BDA4-8EFB-9151-313A-AEF51B605007}"/>
              </a:ext>
            </a:extLst>
          </p:cNvPr>
          <p:cNvSpPr txBox="1"/>
          <p:nvPr/>
        </p:nvSpPr>
        <p:spPr>
          <a:xfrm>
            <a:off x="0" y="3410918"/>
            <a:ext cx="12192000" cy="2174441"/>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500" b="0" i="0" u="none" strike="noStrike" kern="0" cap="none" spc="0" normalizeH="0" baseline="0" noProof="0" dirty="0">
                <a:ln>
                  <a:noFill/>
                </a:ln>
                <a:solidFill>
                  <a:prstClr val="white"/>
                </a:solidFill>
                <a:effectLst/>
                <a:uLnTx/>
                <a:uFillTx/>
                <a:latin typeface="Darker Grotesque" pitchFamily="2" charset="0"/>
              </a:rPr>
              <a:t>Management</a:t>
            </a:r>
          </a:p>
        </p:txBody>
      </p:sp>
      <p:grpSp>
        <p:nvGrpSpPr>
          <p:cNvPr id="5" name="Group 4">
            <a:extLst>
              <a:ext uri="{FF2B5EF4-FFF2-40B4-BE49-F238E27FC236}">
                <a16:creationId xmlns:a16="http://schemas.microsoft.com/office/drawing/2014/main" id="{8C204BA2-6E72-995F-D421-F857E7A8B789}"/>
              </a:ext>
            </a:extLst>
          </p:cNvPr>
          <p:cNvGrpSpPr/>
          <p:nvPr/>
        </p:nvGrpSpPr>
        <p:grpSpPr>
          <a:xfrm>
            <a:off x="241320" y="7373215"/>
            <a:ext cx="11709360" cy="5541002"/>
            <a:chOff x="234547" y="369986"/>
            <a:chExt cx="11709360" cy="5541002"/>
          </a:xfrm>
        </p:grpSpPr>
        <p:cxnSp>
          <p:nvCxnSpPr>
            <p:cNvPr id="6" name="Straight Connector 5">
              <a:extLst>
                <a:ext uri="{FF2B5EF4-FFF2-40B4-BE49-F238E27FC236}">
                  <a16:creationId xmlns:a16="http://schemas.microsoft.com/office/drawing/2014/main" id="{CB1B4C02-F69B-05F6-4983-FA6FDD2C710C}"/>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7" name="!!competition">
              <a:extLst>
                <a:ext uri="{FF2B5EF4-FFF2-40B4-BE49-F238E27FC236}">
                  <a16:creationId xmlns:a16="http://schemas.microsoft.com/office/drawing/2014/main" id="{1394505E-6A9D-377F-226E-98937207DFA4}"/>
                </a:ext>
              </a:extLst>
            </p:cNvPr>
            <p:cNvGrpSpPr/>
            <p:nvPr/>
          </p:nvGrpSpPr>
          <p:grpSpPr>
            <a:xfrm>
              <a:off x="5842207" y="369986"/>
              <a:ext cx="507586" cy="507586"/>
              <a:chOff x="7790768" y="1868829"/>
              <a:chExt cx="507586" cy="507586"/>
            </a:xfrm>
          </p:grpSpPr>
          <p:sp useBgFill="1">
            <p:nvSpPr>
              <p:cNvPr id="33" name="Oval 32">
                <a:extLst>
                  <a:ext uri="{FF2B5EF4-FFF2-40B4-BE49-F238E27FC236}">
                    <a16:creationId xmlns:a16="http://schemas.microsoft.com/office/drawing/2014/main" id="{F6BCBEC4-EDDB-E4E8-06E5-B7EC69248DA2}"/>
                  </a:ext>
                </a:extLst>
              </p:cNvPr>
              <p:cNvSpPr/>
              <p:nvPr/>
            </p:nvSpPr>
            <p:spPr>
              <a:xfrm>
                <a:off x="7790768" y="1868829"/>
                <a:ext cx="507586" cy="507586"/>
              </a:xfrm>
              <a:prstGeom prst="ellipse">
                <a:avLst/>
              </a:prstGeom>
              <a:blipFill dpi="0" rotWithShape="0">
                <a:blip r:embed="rId2">
                  <a:lum/>
                </a:blip>
                <a:srcRect/>
                <a:stretch>
                  <a:fillRect l="-1536723" t="-367961" r="-765235"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34" name="Graphic 33">
                <a:extLst>
                  <a:ext uri="{FF2B5EF4-FFF2-40B4-BE49-F238E27FC236}">
                    <a16:creationId xmlns:a16="http://schemas.microsoft.com/office/drawing/2014/main" id="{2A01D63C-172D-47C0-0EEA-8406231BA6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18561" y="1996622"/>
                <a:ext cx="252000" cy="252000"/>
              </a:xfrm>
              <a:prstGeom prst="rect">
                <a:avLst/>
              </a:prstGeom>
            </p:spPr>
          </p:pic>
        </p:grpSp>
        <p:sp>
          <p:nvSpPr>
            <p:cNvPr id="23" name="TextBox 22">
              <a:extLst>
                <a:ext uri="{FF2B5EF4-FFF2-40B4-BE49-F238E27FC236}">
                  <a16:creationId xmlns:a16="http://schemas.microsoft.com/office/drawing/2014/main" id="{EA8AEE33-F1A0-2B78-6B30-49FFF73838D7}"/>
                </a:ext>
              </a:extLst>
            </p:cNvPr>
            <p:cNvSpPr txBox="1"/>
            <p:nvPr/>
          </p:nvSpPr>
          <p:spPr>
            <a:xfrm>
              <a:off x="234547" y="1056986"/>
              <a:ext cx="4484524" cy="1473609"/>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Mitigating Risks, Maximising Potential</a:t>
              </a:r>
            </a:p>
          </p:txBody>
        </p:sp>
        <p:sp>
          <p:nvSpPr>
            <p:cNvPr id="24" name="Google Shape;484;p32">
              <a:extLst>
                <a:ext uri="{FF2B5EF4-FFF2-40B4-BE49-F238E27FC236}">
                  <a16:creationId xmlns:a16="http://schemas.microsoft.com/office/drawing/2014/main" id="{6895B5AD-9C06-93FF-1176-757FF8627A62}"/>
                </a:ext>
              </a:extLst>
            </p:cNvPr>
            <p:cNvSpPr txBox="1">
              <a:spLocks/>
            </p:cNvSpPr>
            <p:nvPr/>
          </p:nvSpPr>
          <p:spPr>
            <a:xfrm>
              <a:off x="3590400" y="3491592"/>
              <a:ext cx="25056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pPr>
              <a:r>
                <a:rPr kumimoji="0" lang="en-CA" sz="1800" b="1" i="0" u="none" strike="noStrike" kern="0" cap="none" spc="0" normalizeH="0" baseline="0" noProof="0" dirty="0">
                  <a:ln>
                    <a:noFill/>
                  </a:ln>
                  <a:solidFill>
                    <a:srgbClr val="FFFFFF"/>
                  </a:solidFill>
                  <a:effectLst/>
                  <a:uLnTx/>
                  <a:uFillTx/>
                  <a:latin typeface="Raleway"/>
                  <a:sym typeface="Raleway"/>
                </a:rPr>
                <a:t>Mitigation</a:t>
              </a:r>
            </a:p>
          </p:txBody>
        </p:sp>
        <p:sp>
          <p:nvSpPr>
            <p:cNvPr id="25" name="Google Shape;486;p32">
              <a:extLst>
                <a:ext uri="{FF2B5EF4-FFF2-40B4-BE49-F238E27FC236}">
                  <a16:creationId xmlns:a16="http://schemas.microsoft.com/office/drawing/2014/main" id="{ED5F2359-E487-9333-C307-4445EE0B7A31}"/>
                </a:ext>
              </a:extLst>
            </p:cNvPr>
            <p:cNvSpPr txBox="1">
              <a:spLocks/>
            </p:cNvSpPr>
            <p:nvPr/>
          </p:nvSpPr>
          <p:spPr>
            <a:xfrm>
              <a:off x="3590399" y="4155388"/>
              <a:ext cx="2505600" cy="1755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Continuous learning model</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Multiple Scenario-based testing</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Regular data audits</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Compliance with all standards</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Proof of concept in multiple use cases for Insurance purposes</a:t>
              </a:r>
            </a:p>
            <a:p>
              <a:pPr marL="0" indent="0">
                <a:buClr>
                  <a:srgbClr val="FFFFFF"/>
                </a:buClr>
              </a:pPr>
              <a:endParaRPr kumimoji="0" lang="en-CA" sz="1200" b="0" i="0" u="none" strike="noStrike" kern="0" cap="none" spc="0" normalizeH="0" baseline="0" noProof="0" dirty="0">
                <a:ln>
                  <a:noFill/>
                </a:ln>
                <a:solidFill>
                  <a:srgbClr val="FFFFFF"/>
                </a:solidFill>
                <a:effectLst/>
                <a:uLnTx/>
                <a:uFillTx/>
                <a:latin typeface="Rubik"/>
                <a:cs typeface="Rubik"/>
                <a:sym typeface="Rubik"/>
              </a:endParaRPr>
            </a:p>
          </p:txBody>
        </p:sp>
        <p:sp>
          <p:nvSpPr>
            <p:cNvPr id="26" name="Google Shape;487;p32">
              <a:extLst>
                <a:ext uri="{FF2B5EF4-FFF2-40B4-BE49-F238E27FC236}">
                  <a16:creationId xmlns:a16="http://schemas.microsoft.com/office/drawing/2014/main" id="{AFF7C2F3-2916-5537-26CD-B8465CEE8EDC}"/>
                </a:ext>
              </a:extLst>
            </p:cNvPr>
            <p:cNvSpPr txBox="1">
              <a:spLocks/>
            </p:cNvSpPr>
            <p:nvPr/>
          </p:nvSpPr>
          <p:spPr>
            <a:xfrm>
              <a:off x="382525" y="4155388"/>
              <a:ext cx="2505600" cy="1755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pPr>
              <a:r>
                <a:rPr kumimoji="0" lang="en-CA" sz="1400" b="0" i="0" u="none" strike="noStrike" kern="0" cap="none" spc="0" normalizeH="0" baseline="0" noProof="0" dirty="0">
                  <a:ln>
                    <a:noFill/>
                  </a:ln>
                  <a:solidFill>
                    <a:srgbClr val="FFFFFF"/>
                  </a:solidFill>
                  <a:effectLst/>
                  <a:uLnTx/>
                  <a:uFillTx/>
                  <a:latin typeface="Rubik"/>
                  <a:cs typeface="Rubik"/>
                  <a:sym typeface="Rubik"/>
                </a:rPr>
                <a:t>Market volatility</a:t>
              </a:r>
            </a:p>
            <a:p>
              <a:pPr marL="0" indent="0">
                <a:buClr>
                  <a:srgbClr val="FFFFFF"/>
                </a:buClr>
              </a:pPr>
              <a:r>
                <a:rPr kumimoji="0" lang="en-CA" sz="1400" b="0" i="0" u="none" strike="noStrike" kern="0" cap="none" spc="0" normalizeH="0" baseline="0" noProof="0" dirty="0">
                  <a:ln>
                    <a:noFill/>
                  </a:ln>
                  <a:solidFill>
                    <a:srgbClr val="FFFFFF"/>
                  </a:solidFill>
                  <a:effectLst/>
                  <a:uLnTx/>
                  <a:uFillTx/>
                  <a:latin typeface="Rubik"/>
                  <a:cs typeface="Rubik"/>
                  <a:sym typeface="Rubik"/>
                </a:rPr>
                <a:t>Data quality</a:t>
              </a:r>
            </a:p>
            <a:p>
              <a:pPr marL="0" indent="0">
                <a:buClr>
                  <a:srgbClr val="FFFFFF"/>
                </a:buClr>
              </a:pPr>
              <a:r>
                <a:rPr kumimoji="0" lang="en-CA" sz="1400" b="0" i="0" u="none" strike="noStrike" kern="0" cap="none" spc="0" normalizeH="0" baseline="0" noProof="0" dirty="0">
                  <a:ln>
                    <a:noFill/>
                  </a:ln>
                  <a:solidFill>
                    <a:srgbClr val="FFFFFF"/>
                  </a:solidFill>
                  <a:effectLst/>
                  <a:uLnTx/>
                  <a:uFillTx/>
                  <a:latin typeface="Rubik"/>
                  <a:cs typeface="Rubik"/>
                  <a:sym typeface="Rubik"/>
                </a:rPr>
                <a:t>Overfitting models</a:t>
              </a:r>
            </a:p>
            <a:p>
              <a:pPr marL="0" indent="0">
                <a:buClr>
                  <a:srgbClr val="FFFFFF"/>
                </a:buClr>
              </a:pPr>
              <a:r>
                <a:rPr kumimoji="0" lang="en-CA" sz="1400" b="0" i="0" u="none" strike="noStrike" kern="0" cap="none" spc="0" normalizeH="0" baseline="0" noProof="0" dirty="0">
                  <a:ln>
                    <a:noFill/>
                  </a:ln>
                  <a:solidFill>
                    <a:srgbClr val="FFFFFF"/>
                  </a:solidFill>
                  <a:effectLst/>
                  <a:uLnTx/>
                  <a:uFillTx/>
                  <a:latin typeface="Rubik"/>
                  <a:cs typeface="Rubik"/>
                  <a:sym typeface="Rubik"/>
                </a:rPr>
                <a:t>Outsourcing of Risk not an option without proof of concept</a:t>
              </a:r>
            </a:p>
          </p:txBody>
        </p:sp>
        <p:sp>
          <p:nvSpPr>
            <p:cNvPr id="27" name="Google Shape;488;p32">
              <a:extLst>
                <a:ext uri="{FF2B5EF4-FFF2-40B4-BE49-F238E27FC236}">
                  <a16:creationId xmlns:a16="http://schemas.microsoft.com/office/drawing/2014/main" id="{6A0BC42A-1DF7-34EB-6608-3C1E5DDB5289}"/>
                </a:ext>
              </a:extLst>
            </p:cNvPr>
            <p:cNvSpPr txBox="1">
              <a:spLocks/>
            </p:cNvSpPr>
            <p:nvPr/>
          </p:nvSpPr>
          <p:spPr>
            <a:xfrm>
              <a:off x="382525" y="3491592"/>
              <a:ext cx="25056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defRPr/>
              </a:pPr>
              <a:r>
                <a:rPr kumimoji="0" lang="en-CA" sz="1800" b="1" i="0" u="none" strike="noStrike" kern="0" cap="none" spc="0" normalizeH="0" baseline="0" noProof="0" dirty="0">
                  <a:ln>
                    <a:noFill/>
                  </a:ln>
                  <a:solidFill>
                    <a:srgbClr val="FFFFFF"/>
                  </a:solidFill>
                  <a:effectLst/>
                  <a:uLnTx/>
                  <a:uFillTx/>
                  <a:latin typeface="Raleway"/>
                  <a:sym typeface="Raleway"/>
                </a:rPr>
                <a:t>Key Risks </a:t>
              </a:r>
            </a:p>
          </p:txBody>
        </p:sp>
        <p:grpSp>
          <p:nvGrpSpPr>
            <p:cNvPr id="28" name="Google Shape;489;p32">
              <a:extLst>
                <a:ext uri="{FF2B5EF4-FFF2-40B4-BE49-F238E27FC236}">
                  <a16:creationId xmlns:a16="http://schemas.microsoft.com/office/drawing/2014/main" id="{74C3EA3C-E4D9-78BE-D4B2-F22555A8EBF3}"/>
                </a:ext>
              </a:extLst>
            </p:cNvPr>
            <p:cNvGrpSpPr/>
            <p:nvPr/>
          </p:nvGrpSpPr>
          <p:grpSpPr>
            <a:xfrm>
              <a:off x="472508" y="3155494"/>
              <a:ext cx="305424" cy="336106"/>
              <a:chOff x="2539526" y="2468018"/>
              <a:chExt cx="278063" cy="305996"/>
            </a:xfrm>
            <a:solidFill>
              <a:schemeClr val="bg1"/>
            </a:solidFill>
          </p:grpSpPr>
          <p:sp>
            <p:nvSpPr>
              <p:cNvPr id="31" name="Google Shape;490;p32">
                <a:extLst>
                  <a:ext uri="{FF2B5EF4-FFF2-40B4-BE49-F238E27FC236}">
                    <a16:creationId xmlns:a16="http://schemas.microsoft.com/office/drawing/2014/main" id="{45A815F8-6C21-66F1-1B28-F8A524CD8E93}"/>
                  </a:ext>
                </a:extLst>
              </p:cNvPr>
              <p:cNvSpPr/>
              <p:nvPr/>
            </p:nvSpPr>
            <p:spPr>
              <a:xfrm>
                <a:off x="2539526" y="2468018"/>
                <a:ext cx="249494" cy="305996"/>
              </a:xfrm>
              <a:custGeom>
                <a:avLst/>
                <a:gdLst/>
                <a:ahLst/>
                <a:cxnLst/>
                <a:rect l="l" t="t" r="r" b="b"/>
                <a:pathLst>
                  <a:path w="91810" h="112602" extrusionOk="0">
                    <a:moveTo>
                      <a:pt x="24763" y="10513"/>
                    </a:moveTo>
                    <a:lnTo>
                      <a:pt x="28267" y="17288"/>
                    </a:lnTo>
                    <a:cubicBezTo>
                      <a:pt x="27099" y="18923"/>
                      <a:pt x="26398" y="20792"/>
                      <a:pt x="26398" y="23128"/>
                    </a:cubicBezTo>
                    <a:lnTo>
                      <a:pt x="25931" y="34108"/>
                    </a:lnTo>
                    <a:cubicBezTo>
                      <a:pt x="25464" y="33875"/>
                      <a:pt x="24938" y="33758"/>
                      <a:pt x="24413" y="33758"/>
                    </a:cubicBezTo>
                    <a:cubicBezTo>
                      <a:pt x="23887" y="33758"/>
                      <a:pt x="23361" y="33875"/>
                      <a:pt x="22894" y="34108"/>
                    </a:cubicBezTo>
                    <a:lnTo>
                      <a:pt x="15652" y="38080"/>
                    </a:lnTo>
                    <a:lnTo>
                      <a:pt x="17054" y="29903"/>
                    </a:lnTo>
                    <a:cubicBezTo>
                      <a:pt x="17521" y="28735"/>
                      <a:pt x="16820" y="27801"/>
                      <a:pt x="16353" y="26866"/>
                    </a:cubicBezTo>
                    <a:lnTo>
                      <a:pt x="10513" y="21026"/>
                    </a:lnTo>
                    <a:lnTo>
                      <a:pt x="18689" y="19858"/>
                    </a:lnTo>
                    <a:cubicBezTo>
                      <a:pt x="19857" y="19624"/>
                      <a:pt x="20792" y="18923"/>
                      <a:pt x="21025" y="18223"/>
                    </a:cubicBezTo>
                    <a:lnTo>
                      <a:pt x="24763" y="10513"/>
                    </a:lnTo>
                    <a:close/>
                    <a:moveTo>
                      <a:pt x="36677" y="19683"/>
                    </a:moveTo>
                    <a:cubicBezTo>
                      <a:pt x="38488" y="19683"/>
                      <a:pt x="40298" y="20909"/>
                      <a:pt x="40415" y="23362"/>
                    </a:cubicBezTo>
                    <a:lnTo>
                      <a:pt x="40415" y="61441"/>
                    </a:lnTo>
                    <a:cubicBezTo>
                      <a:pt x="40649" y="63543"/>
                      <a:pt x="42284" y="64595"/>
                      <a:pt x="43861" y="64595"/>
                    </a:cubicBezTo>
                    <a:cubicBezTo>
                      <a:pt x="45438" y="64595"/>
                      <a:pt x="46956" y="63543"/>
                      <a:pt x="46956" y="61441"/>
                    </a:cubicBezTo>
                    <a:lnTo>
                      <a:pt x="46956" y="46256"/>
                    </a:lnTo>
                    <a:cubicBezTo>
                      <a:pt x="47073" y="43453"/>
                      <a:pt x="49117" y="42051"/>
                      <a:pt x="51161" y="42051"/>
                    </a:cubicBezTo>
                    <a:cubicBezTo>
                      <a:pt x="53205" y="42051"/>
                      <a:pt x="55249" y="43453"/>
                      <a:pt x="55366" y="46256"/>
                    </a:cubicBezTo>
                    <a:lnTo>
                      <a:pt x="55366" y="61441"/>
                    </a:lnTo>
                    <a:cubicBezTo>
                      <a:pt x="55600" y="63543"/>
                      <a:pt x="57235" y="64595"/>
                      <a:pt x="58812" y="64595"/>
                    </a:cubicBezTo>
                    <a:cubicBezTo>
                      <a:pt x="60389" y="64595"/>
                      <a:pt x="61907" y="63543"/>
                      <a:pt x="61907" y="61441"/>
                    </a:cubicBezTo>
                    <a:lnTo>
                      <a:pt x="61907" y="49760"/>
                    </a:lnTo>
                    <a:cubicBezTo>
                      <a:pt x="62024" y="46957"/>
                      <a:pt x="64068" y="45555"/>
                      <a:pt x="66112" y="45555"/>
                    </a:cubicBezTo>
                    <a:cubicBezTo>
                      <a:pt x="68156" y="45555"/>
                      <a:pt x="70201" y="46957"/>
                      <a:pt x="70317" y="49760"/>
                    </a:cubicBezTo>
                    <a:lnTo>
                      <a:pt x="70317" y="61441"/>
                    </a:lnTo>
                    <a:cubicBezTo>
                      <a:pt x="70434" y="63543"/>
                      <a:pt x="72069" y="64595"/>
                      <a:pt x="73676" y="64595"/>
                    </a:cubicBezTo>
                    <a:cubicBezTo>
                      <a:pt x="75282" y="64595"/>
                      <a:pt x="76859" y="63543"/>
                      <a:pt x="76859" y="61441"/>
                    </a:cubicBezTo>
                    <a:lnTo>
                      <a:pt x="76859" y="55834"/>
                    </a:lnTo>
                    <a:cubicBezTo>
                      <a:pt x="76975" y="53031"/>
                      <a:pt x="79019" y="51629"/>
                      <a:pt x="81064" y="51629"/>
                    </a:cubicBezTo>
                    <a:cubicBezTo>
                      <a:pt x="83108" y="51629"/>
                      <a:pt x="85152" y="53031"/>
                      <a:pt x="85269" y="55834"/>
                    </a:cubicBezTo>
                    <a:lnTo>
                      <a:pt x="85269" y="61441"/>
                    </a:lnTo>
                    <a:lnTo>
                      <a:pt x="85035" y="84101"/>
                    </a:lnTo>
                    <a:cubicBezTo>
                      <a:pt x="85035" y="89942"/>
                      <a:pt x="82465" y="95315"/>
                      <a:pt x="78494" y="99286"/>
                    </a:cubicBezTo>
                    <a:cubicBezTo>
                      <a:pt x="74289" y="103491"/>
                      <a:pt x="68916" y="105360"/>
                      <a:pt x="63309" y="105360"/>
                    </a:cubicBezTo>
                    <a:lnTo>
                      <a:pt x="46723" y="105360"/>
                    </a:lnTo>
                    <a:cubicBezTo>
                      <a:pt x="38546" y="105360"/>
                      <a:pt x="31071" y="100688"/>
                      <a:pt x="27566" y="93446"/>
                    </a:cubicBezTo>
                    <a:cubicBezTo>
                      <a:pt x="27566" y="93212"/>
                      <a:pt x="27333" y="93212"/>
                      <a:pt x="27333" y="92978"/>
                    </a:cubicBezTo>
                    <a:cubicBezTo>
                      <a:pt x="22661" y="82933"/>
                      <a:pt x="12849" y="64945"/>
                      <a:pt x="8877" y="57937"/>
                    </a:cubicBezTo>
                    <a:lnTo>
                      <a:pt x="9578" y="57469"/>
                    </a:lnTo>
                    <a:cubicBezTo>
                      <a:pt x="10696" y="56671"/>
                      <a:pt x="12141" y="56309"/>
                      <a:pt x="13614" y="56309"/>
                    </a:cubicBezTo>
                    <a:cubicBezTo>
                      <a:pt x="14297" y="56309"/>
                      <a:pt x="14986" y="56387"/>
                      <a:pt x="15652" y="56535"/>
                    </a:cubicBezTo>
                    <a:cubicBezTo>
                      <a:pt x="17755" y="57236"/>
                      <a:pt x="19390" y="58404"/>
                      <a:pt x="20792" y="60039"/>
                    </a:cubicBezTo>
                    <a:lnTo>
                      <a:pt x="26866" y="69851"/>
                    </a:lnTo>
                    <a:cubicBezTo>
                      <a:pt x="27450" y="70824"/>
                      <a:pt x="28683" y="71311"/>
                      <a:pt x="29888" y="71311"/>
                    </a:cubicBezTo>
                    <a:cubicBezTo>
                      <a:pt x="30130" y="71311"/>
                      <a:pt x="30370" y="71291"/>
                      <a:pt x="30603" y="71253"/>
                    </a:cubicBezTo>
                    <a:cubicBezTo>
                      <a:pt x="32005" y="71019"/>
                      <a:pt x="32939" y="69384"/>
                      <a:pt x="32939" y="67982"/>
                    </a:cubicBezTo>
                    <a:lnTo>
                      <a:pt x="32939" y="23362"/>
                    </a:lnTo>
                    <a:cubicBezTo>
                      <a:pt x="33056" y="20909"/>
                      <a:pt x="34867" y="19683"/>
                      <a:pt x="36677" y="19683"/>
                    </a:cubicBezTo>
                    <a:close/>
                    <a:moveTo>
                      <a:pt x="24763" y="1"/>
                    </a:moveTo>
                    <a:cubicBezTo>
                      <a:pt x="23595" y="1"/>
                      <a:pt x="22427" y="702"/>
                      <a:pt x="21726" y="1870"/>
                    </a:cubicBezTo>
                    <a:lnTo>
                      <a:pt x="15886" y="13784"/>
                    </a:lnTo>
                    <a:lnTo>
                      <a:pt x="2804" y="15886"/>
                    </a:lnTo>
                    <a:cubicBezTo>
                      <a:pt x="1635" y="16120"/>
                      <a:pt x="467" y="17055"/>
                      <a:pt x="234" y="18223"/>
                    </a:cubicBezTo>
                    <a:cubicBezTo>
                      <a:pt x="0" y="19391"/>
                      <a:pt x="234" y="20792"/>
                      <a:pt x="1168" y="21727"/>
                    </a:cubicBezTo>
                    <a:lnTo>
                      <a:pt x="10746" y="31071"/>
                    </a:lnTo>
                    <a:lnTo>
                      <a:pt x="8410" y="44154"/>
                    </a:lnTo>
                    <a:cubicBezTo>
                      <a:pt x="7846" y="46223"/>
                      <a:pt x="9705" y="47989"/>
                      <a:pt x="11670" y="47989"/>
                    </a:cubicBezTo>
                    <a:cubicBezTo>
                      <a:pt x="12145" y="47989"/>
                      <a:pt x="12627" y="47885"/>
                      <a:pt x="13082" y="47658"/>
                    </a:cubicBezTo>
                    <a:lnTo>
                      <a:pt x="24763" y="41584"/>
                    </a:lnTo>
                    <a:lnTo>
                      <a:pt x="26398" y="42285"/>
                    </a:lnTo>
                    <a:lnTo>
                      <a:pt x="26398" y="57469"/>
                    </a:lnTo>
                    <a:cubicBezTo>
                      <a:pt x="23816" y="53064"/>
                      <a:pt x="18962" y="50733"/>
                      <a:pt x="14020" y="50733"/>
                    </a:cubicBezTo>
                    <a:cubicBezTo>
                      <a:pt x="11362" y="50733"/>
                      <a:pt x="8677" y="51408"/>
                      <a:pt x="6308" y="52797"/>
                    </a:cubicBezTo>
                    <a:lnTo>
                      <a:pt x="3037" y="54900"/>
                    </a:lnTo>
                    <a:cubicBezTo>
                      <a:pt x="1635" y="55834"/>
                      <a:pt x="1168" y="57703"/>
                      <a:pt x="1869" y="59338"/>
                    </a:cubicBezTo>
                    <a:cubicBezTo>
                      <a:pt x="1869" y="59572"/>
                      <a:pt x="15886" y="84568"/>
                      <a:pt x="21492" y="96716"/>
                    </a:cubicBezTo>
                    <a:cubicBezTo>
                      <a:pt x="21492" y="96950"/>
                      <a:pt x="21726" y="96950"/>
                      <a:pt x="21726" y="97183"/>
                    </a:cubicBezTo>
                    <a:cubicBezTo>
                      <a:pt x="24062" y="101856"/>
                      <a:pt x="27566" y="105594"/>
                      <a:pt x="32005" y="108630"/>
                    </a:cubicBezTo>
                    <a:cubicBezTo>
                      <a:pt x="36444" y="111200"/>
                      <a:pt x="41583" y="112602"/>
                      <a:pt x="46723" y="112602"/>
                    </a:cubicBezTo>
                    <a:lnTo>
                      <a:pt x="63309" y="112602"/>
                    </a:lnTo>
                    <a:cubicBezTo>
                      <a:pt x="71018" y="112602"/>
                      <a:pt x="78027" y="109799"/>
                      <a:pt x="83166" y="104425"/>
                    </a:cubicBezTo>
                    <a:cubicBezTo>
                      <a:pt x="88306" y="99286"/>
                      <a:pt x="91342" y="92278"/>
                      <a:pt x="91576" y="84568"/>
                    </a:cubicBezTo>
                    <a:lnTo>
                      <a:pt x="91810" y="61908"/>
                    </a:lnTo>
                    <a:lnTo>
                      <a:pt x="91810" y="56301"/>
                    </a:lnTo>
                    <a:cubicBezTo>
                      <a:pt x="91576" y="49760"/>
                      <a:pt x="86670" y="44854"/>
                      <a:pt x="80830" y="44854"/>
                    </a:cubicBezTo>
                    <a:cubicBezTo>
                      <a:pt x="78961" y="44854"/>
                      <a:pt x="77559" y="45322"/>
                      <a:pt x="76158" y="46022"/>
                    </a:cubicBezTo>
                    <a:cubicBezTo>
                      <a:pt x="74704" y="41662"/>
                      <a:pt x="70349" y="38865"/>
                      <a:pt x="65946" y="38865"/>
                    </a:cubicBezTo>
                    <a:cubicBezTo>
                      <a:pt x="63979" y="38865"/>
                      <a:pt x="62003" y="39423"/>
                      <a:pt x="60272" y="40649"/>
                    </a:cubicBezTo>
                    <a:cubicBezTo>
                      <a:pt x="58385" y="37390"/>
                      <a:pt x="54735" y="35390"/>
                      <a:pt x="50985" y="35390"/>
                    </a:cubicBezTo>
                    <a:cubicBezTo>
                      <a:pt x="49629" y="35390"/>
                      <a:pt x="48260" y="35652"/>
                      <a:pt x="46956" y="36211"/>
                    </a:cubicBezTo>
                    <a:lnTo>
                      <a:pt x="46956" y="23362"/>
                    </a:lnTo>
                    <a:lnTo>
                      <a:pt x="46956" y="22428"/>
                    </a:lnTo>
                    <a:lnTo>
                      <a:pt x="48358" y="21026"/>
                    </a:lnTo>
                    <a:cubicBezTo>
                      <a:pt x="49292" y="20092"/>
                      <a:pt x="49526" y="18923"/>
                      <a:pt x="49292" y="17522"/>
                    </a:cubicBezTo>
                    <a:cubicBezTo>
                      <a:pt x="49059" y="16354"/>
                      <a:pt x="47891" y="15419"/>
                      <a:pt x="46723" y="15186"/>
                    </a:cubicBezTo>
                    <a:lnTo>
                      <a:pt x="42518" y="14718"/>
                    </a:lnTo>
                    <a:cubicBezTo>
                      <a:pt x="40890" y="13535"/>
                      <a:pt x="38888" y="12914"/>
                      <a:pt x="36867" y="12914"/>
                    </a:cubicBezTo>
                    <a:cubicBezTo>
                      <a:pt x="35697" y="12914"/>
                      <a:pt x="34520" y="13122"/>
                      <a:pt x="33407" y="13550"/>
                    </a:cubicBezTo>
                    <a:lnTo>
                      <a:pt x="27566" y="1870"/>
                    </a:lnTo>
                    <a:cubicBezTo>
                      <a:pt x="27099" y="702"/>
                      <a:pt x="25931" y="1"/>
                      <a:pt x="24763"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491;p32">
                <a:extLst>
                  <a:ext uri="{FF2B5EF4-FFF2-40B4-BE49-F238E27FC236}">
                    <a16:creationId xmlns:a16="http://schemas.microsoft.com/office/drawing/2014/main" id="{664E2375-8CA6-4394-FAA4-F69278265202}"/>
                  </a:ext>
                </a:extLst>
              </p:cNvPr>
              <p:cNvSpPr/>
              <p:nvPr/>
            </p:nvSpPr>
            <p:spPr>
              <a:xfrm>
                <a:off x="2733787" y="2468972"/>
                <a:ext cx="83802" cy="81145"/>
              </a:xfrm>
              <a:custGeom>
                <a:avLst/>
                <a:gdLst/>
                <a:ahLst/>
                <a:cxnLst/>
                <a:rect l="l" t="t" r="r" b="b"/>
                <a:pathLst>
                  <a:path w="30838" h="29860" extrusionOk="0">
                    <a:moveTo>
                      <a:pt x="15419" y="10396"/>
                    </a:moveTo>
                    <a:lnTo>
                      <a:pt x="16353" y="12265"/>
                    </a:lnTo>
                    <a:cubicBezTo>
                      <a:pt x="17054" y="12966"/>
                      <a:pt x="17755" y="13900"/>
                      <a:pt x="18689" y="13900"/>
                    </a:cubicBezTo>
                    <a:lnTo>
                      <a:pt x="20792" y="14367"/>
                    </a:lnTo>
                    <a:lnTo>
                      <a:pt x="19390" y="15769"/>
                    </a:lnTo>
                    <a:cubicBezTo>
                      <a:pt x="18456" y="16704"/>
                      <a:pt x="18222" y="17404"/>
                      <a:pt x="18456" y="18572"/>
                    </a:cubicBezTo>
                    <a:lnTo>
                      <a:pt x="18689" y="20675"/>
                    </a:lnTo>
                    <a:lnTo>
                      <a:pt x="17054" y="19741"/>
                    </a:lnTo>
                    <a:cubicBezTo>
                      <a:pt x="16587" y="19507"/>
                      <a:pt x="16061" y="19390"/>
                      <a:pt x="15536" y="19390"/>
                    </a:cubicBezTo>
                    <a:cubicBezTo>
                      <a:pt x="15010" y="19390"/>
                      <a:pt x="14484" y="19507"/>
                      <a:pt x="14017" y="19741"/>
                    </a:cubicBezTo>
                    <a:lnTo>
                      <a:pt x="12382" y="20675"/>
                    </a:lnTo>
                    <a:lnTo>
                      <a:pt x="12615" y="18572"/>
                    </a:lnTo>
                    <a:cubicBezTo>
                      <a:pt x="12849" y="17404"/>
                      <a:pt x="12382" y="16704"/>
                      <a:pt x="11681" y="15769"/>
                    </a:cubicBezTo>
                    <a:lnTo>
                      <a:pt x="10279" y="14367"/>
                    </a:lnTo>
                    <a:lnTo>
                      <a:pt x="12382" y="13900"/>
                    </a:lnTo>
                    <a:cubicBezTo>
                      <a:pt x="13550" y="13667"/>
                      <a:pt x="14251" y="12966"/>
                      <a:pt x="14718" y="12265"/>
                    </a:cubicBezTo>
                    <a:lnTo>
                      <a:pt x="15419" y="10396"/>
                    </a:lnTo>
                    <a:close/>
                    <a:moveTo>
                      <a:pt x="15536" y="0"/>
                    </a:moveTo>
                    <a:cubicBezTo>
                      <a:pt x="14368" y="0"/>
                      <a:pt x="13200" y="584"/>
                      <a:pt x="12615" y="1752"/>
                    </a:cubicBezTo>
                    <a:lnTo>
                      <a:pt x="9579" y="7826"/>
                    </a:lnTo>
                    <a:lnTo>
                      <a:pt x="3037" y="8761"/>
                    </a:lnTo>
                    <a:cubicBezTo>
                      <a:pt x="1869" y="8994"/>
                      <a:pt x="701" y="9929"/>
                      <a:pt x="234" y="11097"/>
                    </a:cubicBezTo>
                    <a:cubicBezTo>
                      <a:pt x="0" y="12265"/>
                      <a:pt x="234" y="13667"/>
                      <a:pt x="1169" y="14601"/>
                    </a:cubicBezTo>
                    <a:lnTo>
                      <a:pt x="6074" y="19273"/>
                    </a:lnTo>
                    <a:lnTo>
                      <a:pt x="4906" y="26048"/>
                    </a:lnTo>
                    <a:cubicBezTo>
                      <a:pt x="4673" y="26982"/>
                      <a:pt x="5374" y="28384"/>
                      <a:pt x="6074" y="29085"/>
                    </a:cubicBezTo>
                    <a:cubicBezTo>
                      <a:pt x="6622" y="29632"/>
                      <a:pt x="7329" y="29859"/>
                      <a:pt x="8057" y="29859"/>
                    </a:cubicBezTo>
                    <a:cubicBezTo>
                      <a:pt x="8571" y="29859"/>
                      <a:pt x="9095" y="29746"/>
                      <a:pt x="9579" y="29552"/>
                    </a:cubicBezTo>
                    <a:lnTo>
                      <a:pt x="15886" y="26282"/>
                    </a:lnTo>
                    <a:lnTo>
                      <a:pt x="21960" y="29552"/>
                    </a:lnTo>
                    <a:cubicBezTo>
                      <a:pt x="22444" y="29746"/>
                      <a:pt x="22928" y="29859"/>
                      <a:pt x="23411" y="29859"/>
                    </a:cubicBezTo>
                    <a:cubicBezTo>
                      <a:pt x="24096" y="29859"/>
                      <a:pt x="24780" y="29632"/>
                      <a:pt x="25464" y="29085"/>
                    </a:cubicBezTo>
                    <a:cubicBezTo>
                      <a:pt x="26399" y="28384"/>
                      <a:pt x="26866" y="27216"/>
                      <a:pt x="26632" y="26048"/>
                    </a:cubicBezTo>
                    <a:lnTo>
                      <a:pt x="25464" y="19273"/>
                    </a:lnTo>
                    <a:lnTo>
                      <a:pt x="30370" y="14601"/>
                    </a:lnTo>
                    <a:cubicBezTo>
                      <a:pt x="30604" y="13667"/>
                      <a:pt x="30837" y="12265"/>
                      <a:pt x="30604" y="11097"/>
                    </a:cubicBezTo>
                    <a:cubicBezTo>
                      <a:pt x="30370" y="9929"/>
                      <a:pt x="29202" y="8994"/>
                      <a:pt x="28034" y="8761"/>
                    </a:cubicBezTo>
                    <a:lnTo>
                      <a:pt x="21259" y="7826"/>
                    </a:lnTo>
                    <a:lnTo>
                      <a:pt x="18456" y="1752"/>
                    </a:lnTo>
                    <a:cubicBezTo>
                      <a:pt x="17872" y="584"/>
                      <a:pt x="16704" y="0"/>
                      <a:pt x="15536"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9" name="Google Shape;492;p32">
              <a:extLst>
                <a:ext uri="{FF2B5EF4-FFF2-40B4-BE49-F238E27FC236}">
                  <a16:creationId xmlns:a16="http://schemas.microsoft.com/office/drawing/2014/main" id="{E970D560-6FAF-0FBB-8541-8EFE761A11E6}"/>
                </a:ext>
              </a:extLst>
            </p:cNvPr>
            <p:cNvSpPr/>
            <p:nvPr/>
          </p:nvSpPr>
          <p:spPr>
            <a:xfrm>
              <a:off x="3696347" y="3156177"/>
              <a:ext cx="336812" cy="334720"/>
            </a:xfrm>
            <a:custGeom>
              <a:avLst/>
              <a:gdLst/>
              <a:ahLst/>
              <a:cxnLst/>
              <a:rect l="l" t="t" r="r" b="b"/>
              <a:pathLst>
                <a:path w="112835" h="112134" extrusionOk="0">
                  <a:moveTo>
                    <a:pt x="70785" y="6541"/>
                  </a:moveTo>
                  <a:cubicBezTo>
                    <a:pt x="70084" y="9111"/>
                    <a:pt x="68682" y="14017"/>
                    <a:pt x="67748" y="16587"/>
                  </a:cubicBezTo>
                  <a:lnTo>
                    <a:pt x="48592" y="16587"/>
                  </a:lnTo>
                  <a:lnTo>
                    <a:pt x="48592" y="6541"/>
                  </a:lnTo>
                  <a:close/>
                  <a:moveTo>
                    <a:pt x="87605" y="14484"/>
                  </a:moveTo>
                  <a:lnTo>
                    <a:pt x="87605" y="14951"/>
                  </a:lnTo>
                  <a:lnTo>
                    <a:pt x="83166" y="18923"/>
                  </a:lnTo>
                  <a:cubicBezTo>
                    <a:pt x="82699" y="19623"/>
                    <a:pt x="82232" y="20792"/>
                    <a:pt x="82232" y="21726"/>
                  </a:cubicBezTo>
                  <a:cubicBezTo>
                    <a:pt x="82232" y="22427"/>
                    <a:pt x="82699" y="23361"/>
                    <a:pt x="83633" y="24062"/>
                  </a:cubicBezTo>
                  <a:lnTo>
                    <a:pt x="85736" y="25464"/>
                  </a:lnTo>
                  <a:lnTo>
                    <a:pt x="66346" y="25464"/>
                  </a:lnTo>
                  <a:lnTo>
                    <a:pt x="67047" y="23128"/>
                  </a:lnTo>
                  <a:lnTo>
                    <a:pt x="70551" y="23128"/>
                  </a:lnTo>
                  <a:cubicBezTo>
                    <a:pt x="71953" y="23128"/>
                    <a:pt x="73354" y="22193"/>
                    <a:pt x="73588" y="20792"/>
                  </a:cubicBezTo>
                  <a:lnTo>
                    <a:pt x="75457" y="14484"/>
                  </a:lnTo>
                  <a:close/>
                  <a:moveTo>
                    <a:pt x="45321" y="39247"/>
                  </a:moveTo>
                  <a:lnTo>
                    <a:pt x="62842" y="71018"/>
                  </a:lnTo>
                  <a:cubicBezTo>
                    <a:pt x="62504" y="73386"/>
                    <a:pt x="60642" y="74556"/>
                    <a:pt x="58806" y="74556"/>
                  </a:cubicBezTo>
                  <a:cubicBezTo>
                    <a:pt x="56838" y="74556"/>
                    <a:pt x="54899" y="73210"/>
                    <a:pt x="54899" y="70551"/>
                  </a:cubicBezTo>
                  <a:lnTo>
                    <a:pt x="54899" y="69383"/>
                  </a:lnTo>
                  <a:cubicBezTo>
                    <a:pt x="54665" y="63309"/>
                    <a:pt x="50168" y="60272"/>
                    <a:pt x="45671" y="60272"/>
                  </a:cubicBezTo>
                  <a:cubicBezTo>
                    <a:pt x="41174" y="60272"/>
                    <a:pt x="36677" y="63309"/>
                    <a:pt x="36444" y="69383"/>
                  </a:cubicBezTo>
                  <a:lnTo>
                    <a:pt x="36444" y="83166"/>
                  </a:lnTo>
                  <a:cubicBezTo>
                    <a:pt x="36327" y="86086"/>
                    <a:pt x="34224" y="87546"/>
                    <a:pt x="32122" y="87546"/>
                  </a:cubicBezTo>
                  <a:cubicBezTo>
                    <a:pt x="30019" y="87546"/>
                    <a:pt x="27917" y="86086"/>
                    <a:pt x="27800" y="83166"/>
                  </a:cubicBezTo>
                  <a:lnTo>
                    <a:pt x="27800" y="71018"/>
                  </a:lnTo>
                  <a:lnTo>
                    <a:pt x="45321" y="39247"/>
                  </a:lnTo>
                  <a:close/>
                  <a:moveTo>
                    <a:pt x="72420" y="46956"/>
                  </a:moveTo>
                  <a:lnTo>
                    <a:pt x="102789" y="105359"/>
                  </a:lnTo>
                  <a:lnTo>
                    <a:pt x="89006" y="105359"/>
                  </a:lnTo>
                  <a:cubicBezTo>
                    <a:pt x="86203" y="100453"/>
                    <a:pt x="67280" y="65411"/>
                    <a:pt x="64944" y="61440"/>
                  </a:cubicBezTo>
                  <a:lnTo>
                    <a:pt x="72420" y="46956"/>
                  </a:lnTo>
                  <a:close/>
                  <a:moveTo>
                    <a:pt x="45438" y="67222"/>
                  </a:moveTo>
                  <a:cubicBezTo>
                    <a:pt x="46723" y="67222"/>
                    <a:pt x="48007" y="68098"/>
                    <a:pt x="48124" y="69850"/>
                  </a:cubicBezTo>
                  <a:lnTo>
                    <a:pt x="48124" y="71018"/>
                  </a:lnTo>
                  <a:cubicBezTo>
                    <a:pt x="48124" y="77417"/>
                    <a:pt x="53546" y="81522"/>
                    <a:pt x="59026" y="81522"/>
                  </a:cubicBezTo>
                  <a:cubicBezTo>
                    <a:pt x="61749" y="81522"/>
                    <a:pt x="64486" y="80509"/>
                    <a:pt x="66580" y="78260"/>
                  </a:cubicBezTo>
                  <a:lnTo>
                    <a:pt x="81764" y="106060"/>
                  </a:lnTo>
                  <a:lnTo>
                    <a:pt x="81764" y="106060"/>
                  </a:lnTo>
                  <a:lnTo>
                    <a:pt x="8410" y="105826"/>
                  </a:lnTo>
                  <a:lnTo>
                    <a:pt x="20792" y="83166"/>
                  </a:lnTo>
                  <a:lnTo>
                    <a:pt x="20792" y="83633"/>
                  </a:lnTo>
                  <a:cubicBezTo>
                    <a:pt x="21142" y="90875"/>
                    <a:pt x="26457" y="94496"/>
                    <a:pt x="31771" y="94496"/>
                  </a:cubicBezTo>
                  <a:cubicBezTo>
                    <a:pt x="37086" y="94496"/>
                    <a:pt x="42401" y="90875"/>
                    <a:pt x="42751" y="83633"/>
                  </a:cubicBezTo>
                  <a:lnTo>
                    <a:pt x="42751" y="69850"/>
                  </a:lnTo>
                  <a:cubicBezTo>
                    <a:pt x="42868" y="68098"/>
                    <a:pt x="44153" y="67222"/>
                    <a:pt x="45438" y="67222"/>
                  </a:cubicBezTo>
                  <a:close/>
                  <a:moveTo>
                    <a:pt x="46255" y="0"/>
                  </a:moveTo>
                  <a:cubicBezTo>
                    <a:pt x="44386" y="0"/>
                    <a:pt x="42985" y="1402"/>
                    <a:pt x="42985" y="3271"/>
                  </a:cubicBezTo>
                  <a:lnTo>
                    <a:pt x="42985" y="33407"/>
                  </a:lnTo>
                  <a:cubicBezTo>
                    <a:pt x="42050" y="33874"/>
                    <a:pt x="41583" y="34575"/>
                    <a:pt x="40882" y="35275"/>
                  </a:cubicBezTo>
                  <a:lnTo>
                    <a:pt x="1168" y="107228"/>
                  </a:lnTo>
                  <a:cubicBezTo>
                    <a:pt x="0" y="109330"/>
                    <a:pt x="1402" y="112134"/>
                    <a:pt x="4205" y="112134"/>
                  </a:cubicBezTo>
                  <a:lnTo>
                    <a:pt x="109798" y="112134"/>
                  </a:lnTo>
                  <a:cubicBezTo>
                    <a:pt x="110966" y="112134"/>
                    <a:pt x="112134" y="111667"/>
                    <a:pt x="112835" y="110732"/>
                  </a:cubicBezTo>
                  <a:cubicBezTo>
                    <a:pt x="111900" y="109564"/>
                    <a:pt x="111900" y="108396"/>
                    <a:pt x="111200" y="107228"/>
                  </a:cubicBezTo>
                  <a:lnTo>
                    <a:pt x="78260" y="43919"/>
                  </a:lnTo>
                  <a:cubicBezTo>
                    <a:pt x="78027" y="43218"/>
                    <a:pt x="77793" y="42985"/>
                    <a:pt x="77793" y="42751"/>
                  </a:cubicBezTo>
                  <a:cubicBezTo>
                    <a:pt x="76625" y="41116"/>
                    <a:pt x="74522" y="40415"/>
                    <a:pt x="72420" y="40415"/>
                  </a:cubicBezTo>
                  <a:cubicBezTo>
                    <a:pt x="70317" y="40415"/>
                    <a:pt x="68682" y="41583"/>
                    <a:pt x="67514" y="42985"/>
                  </a:cubicBezTo>
                  <a:cubicBezTo>
                    <a:pt x="67280" y="43218"/>
                    <a:pt x="67280" y="43452"/>
                    <a:pt x="67280" y="43452"/>
                  </a:cubicBezTo>
                  <a:lnTo>
                    <a:pt x="61440" y="54432"/>
                  </a:lnTo>
                  <a:lnTo>
                    <a:pt x="50928" y="35042"/>
                  </a:lnTo>
                  <a:cubicBezTo>
                    <a:pt x="50227" y="34107"/>
                    <a:pt x="49760" y="33173"/>
                    <a:pt x="48825" y="32939"/>
                  </a:cubicBezTo>
                  <a:lnTo>
                    <a:pt x="48825" y="23361"/>
                  </a:lnTo>
                  <a:lnTo>
                    <a:pt x="60506" y="23361"/>
                  </a:lnTo>
                  <a:lnTo>
                    <a:pt x="59338" y="28034"/>
                  </a:lnTo>
                  <a:cubicBezTo>
                    <a:pt x="58637" y="30136"/>
                    <a:pt x="60506" y="32239"/>
                    <a:pt x="62608" y="32239"/>
                  </a:cubicBezTo>
                  <a:lnTo>
                    <a:pt x="96482" y="32239"/>
                  </a:lnTo>
                  <a:cubicBezTo>
                    <a:pt x="97884" y="32239"/>
                    <a:pt x="99052" y="31304"/>
                    <a:pt x="99519" y="29902"/>
                  </a:cubicBezTo>
                  <a:cubicBezTo>
                    <a:pt x="99986" y="28267"/>
                    <a:pt x="99519" y="26865"/>
                    <a:pt x="98351" y="25931"/>
                  </a:cubicBezTo>
                  <a:lnTo>
                    <a:pt x="91109" y="20792"/>
                  </a:lnTo>
                  <a:lnTo>
                    <a:pt x="98818" y="13783"/>
                  </a:lnTo>
                  <a:cubicBezTo>
                    <a:pt x="99519" y="12849"/>
                    <a:pt x="100220" y="11447"/>
                    <a:pt x="99519" y="10279"/>
                  </a:cubicBezTo>
                  <a:cubicBezTo>
                    <a:pt x="99052" y="9111"/>
                    <a:pt x="97884" y="8176"/>
                    <a:pt x="96716" y="8176"/>
                  </a:cubicBezTo>
                  <a:lnTo>
                    <a:pt x="78027" y="8176"/>
                  </a:lnTo>
                  <a:lnTo>
                    <a:pt x="79195" y="4205"/>
                  </a:lnTo>
                  <a:cubicBezTo>
                    <a:pt x="79428" y="3271"/>
                    <a:pt x="79195" y="2103"/>
                    <a:pt x="78494" y="1168"/>
                  </a:cubicBezTo>
                  <a:cubicBezTo>
                    <a:pt x="78027" y="234"/>
                    <a:pt x="77092" y="0"/>
                    <a:pt x="75924" y="0"/>
                  </a:cubicBezTo>
                  <a:close/>
                </a:path>
              </a:pathLst>
            </a:custGeom>
            <a:solidFill>
              <a:schemeClr val="bg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0" name="Picture 29" descr="A black background with icons&#10;&#10;AI-generated content may be incorrect.">
              <a:extLst>
                <a:ext uri="{FF2B5EF4-FFF2-40B4-BE49-F238E27FC236}">
                  <a16:creationId xmlns:a16="http://schemas.microsoft.com/office/drawing/2014/main" id="{61F94A1C-E5C6-2269-CF0E-F83D5EEF62E6}"/>
                </a:ext>
              </a:extLst>
            </p:cNvPr>
            <p:cNvPicPr>
              <a:picLocks noChangeAspect="1"/>
            </p:cNvPicPr>
            <p:nvPr/>
          </p:nvPicPr>
          <p:blipFill>
            <a:blip r:embed="rId5">
              <a:lum bright="70000" contrast="-70000"/>
            </a:blip>
            <a:stretch>
              <a:fillRect/>
            </a:stretch>
          </p:blipFill>
          <p:spPr>
            <a:xfrm>
              <a:off x="6798273" y="1290782"/>
              <a:ext cx="4276436" cy="4276436"/>
            </a:xfrm>
            <a:prstGeom prst="rect">
              <a:avLst/>
            </a:prstGeom>
          </p:spPr>
        </p:pic>
      </p:grpSp>
    </p:spTree>
    <p:extLst>
      <p:ext uri="{BB962C8B-B14F-4D97-AF65-F5344CB8AC3E}">
        <p14:creationId xmlns:p14="http://schemas.microsoft.com/office/powerpoint/2010/main" val="2319019701"/>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C45562-EF5A-7E04-A272-61897D8CA6A5}"/>
              </a:ext>
            </a:extLst>
          </p:cNvPr>
          <p:cNvSpPr txBox="1"/>
          <p:nvPr/>
        </p:nvSpPr>
        <p:spPr>
          <a:xfrm>
            <a:off x="406035" y="431039"/>
            <a:ext cx="371897"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Risk</a:t>
            </a:r>
          </a:p>
        </p:txBody>
      </p:sp>
      <p:grpSp>
        <p:nvGrpSpPr>
          <p:cNvPr id="34" name="Group 33">
            <a:extLst>
              <a:ext uri="{FF2B5EF4-FFF2-40B4-BE49-F238E27FC236}">
                <a16:creationId xmlns:a16="http://schemas.microsoft.com/office/drawing/2014/main" id="{2A6FF324-E5B4-5584-917E-E96207383114}"/>
              </a:ext>
            </a:extLst>
          </p:cNvPr>
          <p:cNvGrpSpPr/>
          <p:nvPr/>
        </p:nvGrpSpPr>
        <p:grpSpPr>
          <a:xfrm>
            <a:off x="234547" y="369986"/>
            <a:ext cx="11709360" cy="5541002"/>
            <a:chOff x="234547" y="369986"/>
            <a:chExt cx="11709360" cy="5541002"/>
          </a:xfrm>
        </p:grpSpPr>
        <p:cxnSp>
          <p:nvCxnSpPr>
            <p:cNvPr id="3" name="Straight Connector 2">
              <a:extLst>
                <a:ext uri="{FF2B5EF4-FFF2-40B4-BE49-F238E27FC236}">
                  <a16:creationId xmlns:a16="http://schemas.microsoft.com/office/drawing/2014/main" id="{C41B7FAE-4866-A263-E991-D4FCBCB852E5}"/>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6" name="!!competition">
              <a:extLst>
                <a:ext uri="{FF2B5EF4-FFF2-40B4-BE49-F238E27FC236}">
                  <a16:creationId xmlns:a16="http://schemas.microsoft.com/office/drawing/2014/main" id="{74012B2E-5A72-9F26-6B5E-56414F0A3580}"/>
                </a:ext>
              </a:extLst>
            </p:cNvPr>
            <p:cNvGrpSpPr/>
            <p:nvPr/>
          </p:nvGrpSpPr>
          <p:grpSpPr>
            <a:xfrm>
              <a:off x="5842207" y="369986"/>
              <a:ext cx="507586" cy="507586"/>
              <a:chOff x="7790768" y="1868829"/>
              <a:chExt cx="507586" cy="507586"/>
            </a:xfrm>
          </p:grpSpPr>
          <p:sp useBgFill="1">
            <p:nvSpPr>
              <p:cNvPr id="7" name="Oval 6">
                <a:extLst>
                  <a:ext uri="{FF2B5EF4-FFF2-40B4-BE49-F238E27FC236}">
                    <a16:creationId xmlns:a16="http://schemas.microsoft.com/office/drawing/2014/main" id="{9A22C53F-3E56-34E9-2CA1-3B30B8FB208B}"/>
                  </a:ext>
                </a:extLst>
              </p:cNvPr>
              <p:cNvSpPr/>
              <p:nvPr/>
            </p:nvSpPr>
            <p:spPr>
              <a:xfrm>
                <a:off x="7790768" y="1868829"/>
                <a:ext cx="507586" cy="507586"/>
              </a:xfrm>
              <a:prstGeom prst="ellipse">
                <a:avLst/>
              </a:prstGeom>
              <a:blipFill dpi="0" rotWithShape="0">
                <a:blip r:embed="rId2">
                  <a:lum/>
                </a:blip>
                <a:srcRect/>
                <a:stretch>
                  <a:fillRect l="-1536723" t="-367961" r="-765235"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1" name="Graphic 10">
                <a:extLst>
                  <a:ext uri="{FF2B5EF4-FFF2-40B4-BE49-F238E27FC236}">
                    <a16:creationId xmlns:a16="http://schemas.microsoft.com/office/drawing/2014/main" id="{3EC2CCEE-EFF3-9F23-541D-D7987B57CB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18561" y="1996622"/>
                <a:ext cx="252000" cy="252000"/>
              </a:xfrm>
              <a:prstGeom prst="rect">
                <a:avLst/>
              </a:prstGeom>
            </p:spPr>
          </p:pic>
        </p:grpSp>
        <p:sp>
          <p:nvSpPr>
            <p:cNvPr id="15" name="TextBox 14">
              <a:extLst>
                <a:ext uri="{FF2B5EF4-FFF2-40B4-BE49-F238E27FC236}">
                  <a16:creationId xmlns:a16="http://schemas.microsoft.com/office/drawing/2014/main" id="{06547E5B-44EA-F3BF-9F66-0DC1828939FA}"/>
                </a:ext>
              </a:extLst>
            </p:cNvPr>
            <p:cNvSpPr txBox="1"/>
            <p:nvPr/>
          </p:nvSpPr>
          <p:spPr>
            <a:xfrm>
              <a:off x="234547" y="1056986"/>
              <a:ext cx="4484524" cy="1473609"/>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Mitigating Risks, Maximising Potential</a:t>
              </a:r>
            </a:p>
          </p:txBody>
        </p:sp>
        <p:sp>
          <p:nvSpPr>
            <p:cNvPr id="19" name="Google Shape;484;p32">
              <a:extLst>
                <a:ext uri="{FF2B5EF4-FFF2-40B4-BE49-F238E27FC236}">
                  <a16:creationId xmlns:a16="http://schemas.microsoft.com/office/drawing/2014/main" id="{9E26B8B1-8AE8-44BF-8124-ECEE63EF2872}"/>
                </a:ext>
              </a:extLst>
            </p:cNvPr>
            <p:cNvSpPr txBox="1">
              <a:spLocks/>
            </p:cNvSpPr>
            <p:nvPr/>
          </p:nvSpPr>
          <p:spPr>
            <a:xfrm>
              <a:off x="3590400" y="3491592"/>
              <a:ext cx="25056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pPr>
              <a:r>
                <a:rPr kumimoji="0" lang="en-CA" sz="1800" b="1" i="0" u="none" strike="noStrike" kern="0" cap="none" spc="0" normalizeH="0" baseline="0" noProof="0" dirty="0">
                  <a:ln>
                    <a:noFill/>
                  </a:ln>
                  <a:solidFill>
                    <a:srgbClr val="FFFFFF"/>
                  </a:solidFill>
                  <a:effectLst/>
                  <a:uLnTx/>
                  <a:uFillTx/>
                  <a:latin typeface="Raleway"/>
                  <a:sym typeface="Raleway"/>
                </a:rPr>
                <a:t>Mitigation</a:t>
              </a:r>
            </a:p>
          </p:txBody>
        </p:sp>
        <p:sp>
          <p:nvSpPr>
            <p:cNvPr id="20" name="Google Shape;486;p32">
              <a:extLst>
                <a:ext uri="{FF2B5EF4-FFF2-40B4-BE49-F238E27FC236}">
                  <a16:creationId xmlns:a16="http://schemas.microsoft.com/office/drawing/2014/main" id="{0B0A2E91-677F-1FBA-B612-02AA249A0C63}"/>
                </a:ext>
              </a:extLst>
            </p:cNvPr>
            <p:cNvSpPr txBox="1">
              <a:spLocks/>
            </p:cNvSpPr>
            <p:nvPr/>
          </p:nvSpPr>
          <p:spPr>
            <a:xfrm>
              <a:off x="3590399" y="4155388"/>
              <a:ext cx="2505600" cy="1755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Continuous learning model</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Multiple Scenario-based testing</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Regular data audits</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Compliance with all standards</a:t>
              </a:r>
            </a:p>
            <a:p>
              <a:pPr marL="0" indent="0">
                <a:buClr>
                  <a:srgbClr val="FFFFFF"/>
                </a:buClr>
              </a:pPr>
              <a:r>
                <a:rPr kumimoji="0" lang="en-CA" sz="1200" b="0" i="0" u="none" strike="noStrike" kern="0" cap="none" spc="0" normalizeH="0" baseline="0" noProof="0" dirty="0">
                  <a:ln>
                    <a:noFill/>
                  </a:ln>
                  <a:solidFill>
                    <a:srgbClr val="FFFFFF"/>
                  </a:solidFill>
                  <a:effectLst/>
                  <a:uLnTx/>
                  <a:uFillTx/>
                  <a:latin typeface="Rubik"/>
                  <a:cs typeface="Rubik"/>
                  <a:sym typeface="Rubik"/>
                </a:rPr>
                <a:t>Proof of concept in multiple use cases for Insurance purposes</a:t>
              </a:r>
            </a:p>
            <a:p>
              <a:pPr marL="0" indent="0">
                <a:buClr>
                  <a:srgbClr val="FFFFFF"/>
                </a:buClr>
              </a:pPr>
              <a:endParaRPr kumimoji="0" lang="en-CA" sz="1200" b="0" i="0" u="none" strike="noStrike" kern="0" cap="none" spc="0" normalizeH="0" baseline="0" noProof="0" dirty="0">
                <a:ln>
                  <a:noFill/>
                </a:ln>
                <a:solidFill>
                  <a:srgbClr val="FFFFFF"/>
                </a:solidFill>
                <a:effectLst/>
                <a:uLnTx/>
                <a:uFillTx/>
                <a:latin typeface="Rubik"/>
                <a:cs typeface="Rubik"/>
                <a:sym typeface="Rubik"/>
              </a:endParaRPr>
            </a:p>
          </p:txBody>
        </p:sp>
        <p:sp>
          <p:nvSpPr>
            <p:cNvPr id="21" name="Google Shape;487;p32">
              <a:extLst>
                <a:ext uri="{FF2B5EF4-FFF2-40B4-BE49-F238E27FC236}">
                  <a16:creationId xmlns:a16="http://schemas.microsoft.com/office/drawing/2014/main" id="{B48D49FC-2F99-6ABD-A034-6137F1E3C20E}"/>
                </a:ext>
              </a:extLst>
            </p:cNvPr>
            <p:cNvSpPr txBox="1">
              <a:spLocks/>
            </p:cNvSpPr>
            <p:nvPr/>
          </p:nvSpPr>
          <p:spPr>
            <a:xfrm>
              <a:off x="382525" y="4155388"/>
              <a:ext cx="2505600" cy="1755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1pPr>
              <a:lvl2pPr marL="914400" marR="0" lvl="1"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2pPr>
              <a:lvl3pPr marL="1371600" marR="0" lvl="2"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3pPr>
              <a:lvl4pPr marL="1828800" marR="0" lvl="3"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4pPr>
              <a:lvl5pPr marL="2286000" marR="0" lvl="4"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5pPr>
              <a:lvl6pPr marL="2743200" marR="0" lvl="5"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6pPr>
              <a:lvl7pPr marL="3200400" marR="0" lvl="6"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7pPr>
              <a:lvl8pPr marL="3657600" marR="0" lvl="7"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8pPr>
              <a:lvl9pPr marL="4114800" marR="0" lvl="8" indent="-304800" algn="ctr" rtl="0">
                <a:lnSpc>
                  <a:spcPct val="100000"/>
                </a:lnSpc>
                <a:spcBef>
                  <a:spcPts val="0"/>
                </a:spcBef>
                <a:spcAft>
                  <a:spcPts val="0"/>
                </a:spcAft>
                <a:buClr>
                  <a:schemeClr val="accent2"/>
                </a:buClr>
                <a:buSzPts val="1200"/>
                <a:buFont typeface="Rubik"/>
                <a:buNone/>
                <a:defRPr sz="1200" b="0" i="0" u="none" strike="noStrike" cap="none">
                  <a:solidFill>
                    <a:schemeClr val="accent2"/>
                  </a:solidFill>
                  <a:latin typeface="Rubik"/>
                  <a:ea typeface="Rubik"/>
                  <a:cs typeface="Rubik"/>
                  <a:sym typeface="Rubik"/>
                </a:defRPr>
              </a:lvl9pPr>
            </a:lstStyle>
            <a:p>
              <a:pPr marL="0" indent="0">
                <a:buClr>
                  <a:srgbClr val="FFFFFF"/>
                </a:buClr>
              </a:pPr>
              <a:r>
                <a:rPr kumimoji="0" lang="en-CA" sz="1400" b="0" i="0" u="none" strike="noStrike" kern="0" cap="none" spc="0" normalizeH="0" baseline="0" noProof="0" dirty="0">
                  <a:ln>
                    <a:noFill/>
                  </a:ln>
                  <a:solidFill>
                    <a:srgbClr val="FFFFFF"/>
                  </a:solidFill>
                  <a:effectLst/>
                  <a:uLnTx/>
                  <a:uFillTx/>
                  <a:latin typeface="Rubik"/>
                  <a:cs typeface="Rubik"/>
                  <a:sym typeface="Rubik"/>
                </a:rPr>
                <a:t>Market volatility</a:t>
              </a:r>
            </a:p>
            <a:p>
              <a:pPr marL="0" indent="0">
                <a:buClr>
                  <a:srgbClr val="FFFFFF"/>
                </a:buClr>
              </a:pPr>
              <a:r>
                <a:rPr kumimoji="0" lang="en-CA" sz="1400" b="0" i="0" u="none" strike="noStrike" kern="0" cap="none" spc="0" normalizeH="0" baseline="0" noProof="0" dirty="0">
                  <a:ln>
                    <a:noFill/>
                  </a:ln>
                  <a:solidFill>
                    <a:srgbClr val="FFFFFF"/>
                  </a:solidFill>
                  <a:effectLst/>
                  <a:uLnTx/>
                  <a:uFillTx/>
                  <a:latin typeface="Rubik"/>
                  <a:cs typeface="Rubik"/>
                  <a:sym typeface="Rubik"/>
                </a:rPr>
                <a:t>Data quality</a:t>
              </a:r>
            </a:p>
            <a:p>
              <a:pPr marL="0" indent="0">
                <a:buClr>
                  <a:srgbClr val="FFFFFF"/>
                </a:buClr>
              </a:pPr>
              <a:r>
                <a:rPr kumimoji="0" lang="en-CA" sz="1400" b="0" i="0" u="none" strike="noStrike" kern="0" cap="none" spc="0" normalizeH="0" baseline="0" noProof="0" dirty="0">
                  <a:ln>
                    <a:noFill/>
                  </a:ln>
                  <a:solidFill>
                    <a:srgbClr val="FFFFFF"/>
                  </a:solidFill>
                  <a:effectLst/>
                  <a:uLnTx/>
                  <a:uFillTx/>
                  <a:latin typeface="Rubik"/>
                  <a:cs typeface="Rubik"/>
                  <a:sym typeface="Rubik"/>
                </a:rPr>
                <a:t>Overfitting models</a:t>
              </a:r>
            </a:p>
            <a:p>
              <a:pPr marL="0" indent="0">
                <a:buClr>
                  <a:srgbClr val="FFFFFF"/>
                </a:buClr>
              </a:pPr>
              <a:r>
                <a:rPr kumimoji="0" lang="en-CA" sz="1400" b="0" i="0" u="none" strike="noStrike" kern="0" cap="none" spc="0" normalizeH="0" baseline="0" noProof="0" dirty="0">
                  <a:ln>
                    <a:noFill/>
                  </a:ln>
                  <a:solidFill>
                    <a:srgbClr val="FFFFFF"/>
                  </a:solidFill>
                  <a:effectLst/>
                  <a:uLnTx/>
                  <a:uFillTx/>
                  <a:latin typeface="Rubik"/>
                  <a:cs typeface="Rubik"/>
                  <a:sym typeface="Rubik"/>
                </a:rPr>
                <a:t>Outsourcing of Risk not an option without proof of concept</a:t>
              </a:r>
            </a:p>
          </p:txBody>
        </p:sp>
        <p:sp>
          <p:nvSpPr>
            <p:cNvPr id="22" name="Google Shape;488;p32">
              <a:extLst>
                <a:ext uri="{FF2B5EF4-FFF2-40B4-BE49-F238E27FC236}">
                  <a16:creationId xmlns:a16="http://schemas.microsoft.com/office/drawing/2014/main" id="{C4046B7B-D78C-FD8F-1E43-389D48D8A036}"/>
                </a:ext>
              </a:extLst>
            </p:cNvPr>
            <p:cNvSpPr txBox="1">
              <a:spLocks/>
            </p:cNvSpPr>
            <p:nvPr/>
          </p:nvSpPr>
          <p:spPr>
            <a:xfrm>
              <a:off x="382525" y="3491592"/>
              <a:ext cx="25056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2400"/>
                <a:buFont typeface="Raleway"/>
                <a:buNone/>
                <a:defRPr sz="1800" b="1" i="0" u="none" strike="noStrike" cap="none">
                  <a:solidFill>
                    <a:schemeClr val="accent2"/>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accent2"/>
                </a:buClr>
                <a:buSzPts val="2400"/>
                <a:buFont typeface="Raleway"/>
                <a:buNone/>
                <a:defRPr sz="2400" b="1" i="0" u="none" strike="noStrike" cap="none">
                  <a:solidFill>
                    <a:schemeClr val="accent2"/>
                  </a:solidFill>
                  <a:latin typeface="Raleway"/>
                  <a:ea typeface="Raleway"/>
                  <a:cs typeface="Raleway"/>
                  <a:sym typeface="Raleway"/>
                </a:defRPr>
              </a:lvl9pPr>
            </a:lstStyle>
            <a:p>
              <a:pPr marL="0" indent="0">
                <a:buClr>
                  <a:srgbClr val="FFFFFF"/>
                </a:buClr>
                <a:defRPr/>
              </a:pPr>
              <a:r>
                <a:rPr kumimoji="0" lang="en-CA" sz="1800" b="1" i="0" u="none" strike="noStrike" kern="0" cap="none" spc="0" normalizeH="0" baseline="0" noProof="0" dirty="0">
                  <a:ln>
                    <a:noFill/>
                  </a:ln>
                  <a:solidFill>
                    <a:srgbClr val="FFFFFF"/>
                  </a:solidFill>
                  <a:effectLst/>
                  <a:uLnTx/>
                  <a:uFillTx/>
                  <a:latin typeface="Raleway"/>
                  <a:sym typeface="Raleway"/>
                </a:rPr>
                <a:t>Key Risks </a:t>
              </a:r>
            </a:p>
          </p:txBody>
        </p:sp>
        <p:grpSp>
          <p:nvGrpSpPr>
            <p:cNvPr id="24" name="Google Shape;489;p32">
              <a:extLst>
                <a:ext uri="{FF2B5EF4-FFF2-40B4-BE49-F238E27FC236}">
                  <a16:creationId xmlns:a16="http://schemas.microsoft.com/office/drawing/2014/main" id="{76C859C2-FD4F-5E72-21A2-12A2E4C4B659}"/>
                </a:ext>
              </a:extLst>
            </p:cNvPr>
            <p:cNvGrpSpPr/>
            <p:nvPr/>
          </p:nvGrpSpPr>
          <p:grpSpPr>
            <a:xfrm>
              <a:off x="472508" y="3155494"/>
              <a:ext cx="305424" cy="336106"/>
              <a:chOff x="2539526" y="2468018"/>
              <a:chExt cx="278063" cy="305996"/>
            </a:xfrm>
            <a:solidFill>
              <a:schemeClr val="bg1"/>
            </a:solidFill>
          </p:grpSpPr>
          <p:sp>
            <p:nvSpPr>
              <p:cNvPr id="25" name="Google Shape;490;p32">
                <a:extLst>
                  <a:ext uri="{FF2B5EF4-FFF2-40B4-BE49-F238E27FC236}">
                    <a16:creationId xmlns:a16="http://schemas.microsoft.com/office/drawing/2014/main" id="{0EF3306A-0F90-FCC1-F0E8-B250CCA07868}"/>
                  </a:ext>
                </a:extLst>
              </p:cNvPr>
              <p:cNvSpPr/>
              <p:nvPr/>
            </p:nvSpPr>
            <p:spPr>
              <a:xfrm>
                <a:off x="2539526" y="2468018"/>
                <a:ext cx="249494" cy="305996"/>
              </a:xfrm>
              <a:custGeom>
                <a:avLst/>
                <a:gdLst/>
                <a:ahLst/>
                <a:cxnLst/>
                <a:rect l="l" t="t" r="r" b="b"/>
                <a:pathLst>
                  <a:path w="91810" h="112602" extrusionOk="0">
                    <a:moveTo>
                      <a:pt x="24763" y="10513"/>
                    </a:moveTo>
                    <a:lnTo>
                      <a:pt x="28267" y="17288"/>
                    </a:lnTo>
                    <a:cubicBezTo>
                      <a:pt x="27099" y="18923"/>
                      <a:pt x="26398" y="20792"/>
                      <a:pt x="26398" y="23128"/>
                    </a:cubicBezTo>
                    <a:lnTo>
                      <a:pt x="25931" y="34108"/>
                    </a:lnTo>
                    <a:cubicBezTo>
                      <a:pt x="25464" y="33875"/>
                      <a:pt x="24938" y="33758"/>
                      <a:pt x="24413" y="33758"/>
                    </a:cubicBezTo>
                    <a:cubicBezTo>
                      <a:pt x="23887" y="33758"/>
                      <a:pt x="23361" y="33875"/>
                      <a:pt x="22894" y="34108"/>
                    </a:cubicBezTo>
                    <a:lnTo>
                      <a:pt x="15652" y="38080"/>
                    </a:lnTo>
                    <a:lnTo>
                      <a:pt x="17054" y="29903"/>
                    </a:lnTo>
                    <a:cubicBezTo>
                      <a:pt x="17521" y="28735"/>
                      <a:pt x="16820" y="27801"/>
                      <a:pt x="16353" y="26866"/>
                    </a:cubicBezTo>
                    <a:lnTo>
                      <a:pt x="10513" y="21026"/>
                    </a:lnTo>
                    <a:lnTo>
                      <a:pt x="18689" y="19858"/>
                    </a:lnTo>
                    <a:cubicBezTo>
                      <a:pt x="19857" y="19624"/>
                      <a:pt x="20792" y="18923"/>
                      <a:pt x="21025" y="18223"/>
                    </a:cubicBezTo>
                    <a:lnTo>
                      <a:pt x="24763" y="10513"/>
                    </a:lnTo>
                    <a:close/>
                    <a:moveTo>
                      <a:pt x="36677" y="19683"/>
                    </a:moveTo>
                    <a:cubicBezTo>
                      <a:pt x="38488" y="19683"/>
                      <a:pt x="40298" y="20909"/>
                      <a:pt x="40415" y="23362"/>
                    </a:cubicBezTo>
                    <a:lnTo>
                      <a:pt x="40415" y="61441"/>
                    </a:lnTo>
                    <a:cubicBezTo>
                      <a:pt x="40649" y="63543"/>
                      <a:pt x="42284" y="64595"/>
                      <a:pt x="43861" y="64595"/>
                    </a:cubicBezTo>
                    <a:cubicBezTo>
                      <a:pt x="45438" y="64595"/>
                      <a:pt x="46956" y="63543"/>
                      <a:pt x="46956" y="61441"/>
                    </a:cubicBezTo>
                    <a:lnTo>
                      <a:pt x="46956" y="46256"/>
                    </a:lnTo>
                    <a:cubicBezTo>
                      <a:pt x="47073" y="43453"/>
                      <a:pt x="49117" y="42051"/>
                      <a:pt x="51161" y="42051"/>
                    </a:cubicBezTo>
                    <a:cubicBezTo>
                      <a:pt x="53205" y="42051"/>
                      <a:pt x="55249" y="43453"/>
                      <a:pt x="55366" y="46256"/>
                    </a:cubicBezTo>
                    <a:lnTo>
                      <a:pt x="55366" y="61441"/>
                    </a:lnTo>
                    <a:cubicBezTo>
                      <a:pt x="55600" y="63543"/>
                      <a:pt x="57235" y="64595"/>
                      <a:pt x="58812" y="64595"/>
                    </a:cubicBezTo>
                    <a:cubicBezTo>
                      <a:pt x="60389" y="64595"/>
                      <a:pt x="61907" y="63543"/>
                      <a:pt x="61907" y="61441"/>
                    </a:cubicBezTo>
                    <a:lnTo>
                      <a:pt x="61907" y="49760"/>
                    </a:lnTo>
                    <a:cubicBezTo>
                      <a:pt x="62024" y="46957"/>
                      <a:pt x="64068" y="45555"/>
                      <a:pt x="66112" y="45555"/>
                    </a:cubicBezTo>
                    <a:cubicBezTo>
                      <a:pt x="68156" y="45555"/>
                      <a:pt x="70201" y="46957"/>
                      <a:pt x="70317" y="49760"/>
                    </a:cubicBezTo>
                    <a:lnTo>
                      <a:pt x="70317" y="61441"/>
                    </a:lnTo>
                    <a:cubicBezTo>
                      <a:pt x="70434" y="63543"/>
                      <a:pt x="72069" y="64595"/>
                      <a:pt x="73676" y="64595"/>
                    </a:cubicBezTo>
                    <a:cubicBezTo>
                      <a:pt x="75282" y="64595"/>
                      <a:pt x="76859" y="63543"/>
                      <a:pt x="76859" y="61441"/>
                    </a:cubicBezTo>
                    <a:lnTo>
                      <a:pt x="76859" y="55834"/>
                    </a:lnTo>
                    <a:cubicBezTo>
                      <a:pt x="76975" y="53031"/>
                      <a:pt x="79019" y="51629"/>
                      <a:pt x="81064" y="51629"/>
                    </a:cubicBezTo>
                    <a:cubicBezTo>
                      <a:pt x="83108" y="51629"/>
                      <a:pt x="85152" y="53031"/>
                      <a:pt x="85269" y="55834"/>
                    </a:cubicBezTo>
                    <a:lnTo>
                      <a:pt x="85269" y="61441"/>
                    </a:lnTo>
                    <a:lnTo>
                      <a:pt x="85035" y="84101"/>
                    </a:lnTo>
                    <a:cubicBezTo>
                      <a:pt x="85035" y="89942"/>
                      <a:pt x="82465" y="95315"/>
                      <a:pt x="78494" y="99286"/>
                    </a:cubicBezTo>
                    <a:cubicBezTo>
                      <a:pt x="74289" y="103491"/>
                      <a:pt x="68916" y="105360"/>
                      <a:pt x="63309" y="105360"/>
                    </a:cubicBezTo>
                    <a:lnTo>
                      <a:pt x="46723" y="105360"/>
                    </a:lnTo>
                    <a:cubicBezTo>
                      <a:pt x="38546" y="105360"/>
                      <a:pt x="31071" y="100688"/>
                      <a:pt x="27566" y="93446"/>
                    </a:cubicBezTo>
                    <a:cubicBezTo>
                      <a:pt x="27566" y="93212"/>
                      <a:pt x="27333" y="93212"/>
                      <a:pt x="27333" y="92978"/>
                    </a:cubicBezTo>
                    <a:cubicBezTo>
                      <a:pt x="22661" y="82933"/>
                      <a:pt x="12849" y="64945"/>
                      <a:pt x="8877" y="57937"/>
                    </a:cubicBezTo>
                    <a:lnTo>
                      <a:pt x="9578" y="57469"/>
                    </a:lnTo>
                    <a:cubicBezTo>
                      <a:pt x="10696" y="56671"/>
                      <a:pt x="12141" y="56309"/>
                      <a:pt x="13614" y="56309"/>
                    </a:cubicBezTo>
                    <a:cubicBezTo>
                      <a:pt x="14297" y="56309"/>
                      <a:pt x="14986" y="56387"/>
                      <a:pt x="15652" y="56535"/>
                    </a:cubicBezTo>
                    <a:cubicBezTo>
                      <a:pt x="17755" y="57236"/>
                      <a:pt x="19390" y="58404"/>
                      <a:pt x="20792" y="60039"/>
                    </a:cubicBezTo>
                    <a:lnTo>
                      <a:pt x="26866" y="69851"/>
                    </a:lnTo>
                    <a:cubicBezTo>
                      <a:pt x="27450" y="70824"/>
                      <a:pt x="28683" y="71311"/>
                      <a:pt x="29888" y="71311"/>
                    </a:cubicBezTo>
                    <a:cubicBezTo>
                      <a:pt x="30130" y="71311"/>
                      <a:pt x="30370" y="71291"/>
                      <a:pt x="30603" y="71253"/>
                    </a:cubicBezTo>
                    <a:cubicBezTo>
                      <a:pt x="32005" y="71019"/>
                      <a:pt x="32939" y="69384"/>
                      <a:pt x="32939" y="67982"/>
                    </a:cubicBezTo>
                    <a:lnTo>
                      <a:pt x="32939" y="23362"/>
                    </a:lnTo>
                    <a:cubicBezTo>
                      <a:pt x="33056" y="20909"/>
                      <a:pt x="34867" y="19683"/>
                      <a:pt x="36677" y="19683"/>
                    </a:cubicBezTo>
                    <a:close/>
                    <a:moveTo>
                      <a:pt x="24763" y="1"/>
                    </a:moveTo>
                    <a:cubicBezTo>
                      <a:pt x="23595" y="1"/>
                      <a:pt x="22427" y="702"/>
                      <a:pt x="21726" y="1870"/>
                    </a:cubicBezTo>
                    <a:lnTo>
                      <a:pt x="15886" y="13784"/>
                    </a:lnTo>
                    <a:lnTo>
                      <a:pt x="2804" y="15886"/>
                    </a:lnTo>
                    <a:cubicBezTo>
                      <a:pt x="1635" y="16120"/>
                      <a:pt x="467" y="17055"/>
                      <a:pt x="234" y="18223"/>
                    </a:cubicBezTo>
                    <a:cubicBezTo>
                      <a:pt x="0" y="19391"/>
                      <a:pt x="234" y="20792"/>
                      <a:pt x="1168" y="21727"/>
                    </a:cubicBezTo>
                    <a:lnTo>
                      <a:pt x="10746" y="31071"/>
                    </a:lnTo>
                    <a:lnTo>
                      <a:pt x="8410" y="44154"/>
                    </a:lnTo>
                    <a:cubicBezTo>
                      <a:pt x="7846" y="46223"/>
                      <a:pt x="9705" y="47989"/>
                      <a:pt x="11670" y="47989"/>
                    </a:cubicBezTo>
                    <a:cubicBezTo>
                      <a:pt x="12145" y="47989"/>
                      <a:pt x="12627" y="47885"/>
                      <a:pt x="13082" y="47658"/>
                    </a:cubicBezTo>
                    <a:lnTo>
                      <a:pt x="24763" y="41584"/>
                    </a:lnTo>
                    <a:lnTo>
                      <a:pt x="26398" y="42285"/>
                    </a:lnTo>
                    <a:lnTo>
                      <a:pt x="26398" y="57469"/>
                    </a:lnTo>
                    <a:cubicBezTo>
                      <a:pt x="23816" y="53064"/>
                      <a:pt x="18962" y="50733"/>
                      <a:pt x="14020" y="50733"/>
                    </a:cubicBezTo>
                    <a:cubicBezTo>
                      <a:pt x="11362" y="50733"/>
                      <a:pt x="8677" y="51408"/>
                      <a:pt x="6308" y="52797"/>
                    </a:cubicBezTo>
                    <a:lnTo>
                      <a:pt x="3037" y="54900"/>
                    </a:lnTo>
                    <a:cubicBezTo>
                      <a:pt x="1635" y="55834"/>
                      <a:pt x="1168" y="57703"/>
                      <a:pt x="1869" y="59338"/>
                    </a:cubicBezTo>
                    <a:cubicBezTo>
                      <a:pt x="1869" y="59572"/>
                      <a:pt x="15886" y="84568"/>
                      <a:pt x="21492" y="96716"/>
                    </a:cubicBezTo>
                    <a:cubicBezTo>
                      <a:pt x="21492" y="96950"/>
                      <a:pt x="21726" y="96950"/>
                      <a:pt x="21726" y="97183"/>
                    </a:cubicBezTo>
                    <a:cubicBezTo>
                      <a:pt x="24062" y="101856"/>
                      <a:pt x="27566" y="105594"/>
                      <a:pt x="32005" y="108630"/>
                    </a:cubicBezTo>
                    <a:cubicBezTo>
                      <a:pt x="36444" y="111200"/>
                      <a:pt x="41583" y="112602"/>
                      <a:pt x="46723" y="112602"/>
                    </a:cubicBezTo>
                    <a:lnTo>
                      <a:pt x="63309" y="112602"/>
                    </a:lnTo>
                    <a:cubicBezTo>
                      <a:pt x="71018" y="112602"/>
                      <a:pt x="78027" y="109799"/>
                      <a:pt x="83166" y="104425"/>
                    </a:cubicBezTo>
                    <a:cubicBezTo>
                      <a:pt x="88306" y="99286"/>
                      <a:pt x="91342" y="92278"/>
                      <a:pt x="91576" y="84568"/>
                    </a:cubicBezTo>
                    <a:lnTo>
                      <a:pt x="91810" y="61908"/>
                    </a:lnTo>
                    <a:lnTo>
                      <a:pt x="91810" y="56301"/>
                    </a:lnTo>
                    <a:cubicBezTo>
                      <a:pt x="91576" y="49760"/>
                      <a:pt x="86670" y="44854"/>
                      <a:pt x="80830" y="44854"/>
                    </a:cubicBezTo>
                    <a:cubicBezTo>
                      <a:pt x="78961" y="44854"/>
                      <a:pt x="77559" y="45322"/>
                      <a:pt x="76158" y="46022"/>
                    </a:cubicBezTo>
                    <a:cubicBezTo>
                      <a:pt x="74704" y="41662"/>
                      <a:pt x="70349" y="38865"/>
                      <a:pt x="65946" y="38865"/>
                    </a:cubicBezTo>
                    <a:cubicBezTo>
                      <a:pt x="63979" y="38865"/>
                      <a:pt x="62003" y="39423"/>
                      <a:pt x="60272" y="40649"/>
                    </a:cubicBezTo>
                    <a:cubicBezTo>
                      <a:pt x="58385" y="37390"/>
                      <a:pt x="54735" y="35390"/>
                      <a:pt x="50985" y="35390"/>
                    </a:cubicBezTo>
                    <a:cubicBezTo>
                      <a:pt x="49629" y="35390"/>
                      <a:pt x="48260" y="35652"/>
                      <a:pt x="46956" y="36211"/>
                    </a:cubicBezTo>
                    <a:lnTo>
                      <a:pt x="46956" y="23362"/>
                    </a:lnTo>
                    <a:lnTo>
                      <a:pt x="46956" y="22428"/>
                    </a:lnTo>
                    <a:lnTo>
                      <a:pt x="48358" y="21026"/>
                    </a:lnTo>
                    <a:cubicBezTo>
                      <a:pt x="49292" y="20092"/>
                      <a:pt x="49526" y="18923"/>
                      <a:pt x="49292" y="17522"/>
                    </a:cubicBezTo>
                    <a:cubicBezTo>
                      <a:pt x="49059" y="16354"/>
                      <a:pt x="47891" y="15419"/>
                      <a:pt x="46723" y="15186"/>
                    </a:cubicBezTo>
                    <a:lnTo>
                      <a:pt x="42518" y="14718"/>
                    </a:lnTo>
                    <a:cubicBezTo>
                      <a:pt x="40890" y="13535"/>
                      <a:pt x="38888" y="12914"/>
                      <a:pt x="36867" y="12914"/>
                    </a:cubicBezTo>
                    <a:cubicBezTo>
                      <a:pt x="35697" y="12914"/>
                      <a:pt x="34520" y="13122"/>
                      <a:pt x="33407" y="13550"/>
                    </a:cubicBezTo>
                    <a:lnTo>
                      <a:pt x="27566" y="1870"/>
                    </a:lnTo>
                    <a:cubicBezTo>
                      <a:pt x="27099" y="702"/>
                      <a:pt x="25931" y="1"/>
                      <a:pt x="24763" y="1"/>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491;p32">
                <a:extLst>
                  <a:ext uri="{FF2B5EF4-FFF2-40B4-BE49-F238E27FC236}">
                    <a16:creationId xmlns:a16="http://schemas.microsoft.com/office/drawing/2014/main" id="{ECB3A6E6-7E24-7A76-ABE2-496C0C06B88F}"/>
                  </a:ext>
                </a:extLst>
              </p:cNvPr>
              <p:cNvSpPr/>
              <p:nvPr/>
            </p:nvSpPr>
            <p:spPr>
              <a:xfrm>
                <a:off x="2733787" y="2468972"/>
                <a:ext cx="83802" cy="81145"/>
              </a:xfrm>
              <a:custGeom>
                <a:avLst/>
                <a:gdLst/>
                <a:ahLst/>
                <a:cxnLst/>
                <a:rect l="l" t="t" r="r" b="b"/>
                <a:pathLst>
                  <a:path w="30838" h="29860" extrusionOk="0">
                    <a:moveTo>
                      <a:pt x="15419" y="10396"/>
                    </a:moveTo>
                    <a:lnTo>
                      <a:pt x="16353" y="12265"/>
                    </a:lnTo>
                    <a:cubicBezTo>
                      <a:pt x="17054" y="12966"/>
                      <a:pt x="17755" y="13900"/>
                      <a:pt x="18689" y="13900"/>
                    </a:cubicBezTo>
                    <a:lnTo>
                      <a:pt x="20792" y="14367"/>
                    </a:lnTo>
                    <a:lnTo>
                      <a:pt x="19390" y="15769"/>
                    </a:lnTo>
                    <a:cubicBezTo>
                      <a:pt x="18456" y="16704"/>
                      <a:pt x="18222" y="17404"/>
                      <a:pt x="18456" y="18572"/>
                    </a:cubicBezTo>
                    <a:lnTo>
                      <a:pt x="18689" y="20675"/>
                    </a:lnTo>
                    <a:lnTo>
                      <a:pt x="17054" y="19741"/>
                    </a:lnTo>
                    <a:cubicBezTo>
                      <a:pt x="16587" y="19507"/>
                      <a:pt x="16061" y="19390"/>
                      <a:pt x="15536" y="19390"/>
                    </a:cubicBezTo>
                    <a:cubicBezTo>
                      <a:pt x="15010" y="19390"/>
                      <a:pt x="14484" y="19507"/>
                      <a:pt x="14017" y="19741"/>
                    </a:cubicBezTo>
                    <a:lnTo>
                      <a:pt x="12382" y="20675"/>
                    </a:lnTo>
                    <a:lnTo>
                      <a:pt x="12615" y="18572"/>
                    </a:lnTo>
                    <a:cubicBezTo>
                      <a:pt x="12849" y="17404"/>
                      <a:pt x="12382" y="16704"/>
                      <a:pt x="11681" y="15769"/>
                    </a:cubicBezTo>
                    <a:lnTo>
                      <a:pt x="10279" y="14367"/>
                    </a:lnTo>
                    <a:lnTo>
                      <a:pt x="12382" y="13900"/>
                    </a:lnTo>
                    <a:cubicBezTo>
                      <a:pt x="13550" y="13667"/>
                      <a:pt x="14251" y="12966"/>
                      <a:pt x="14718" y="12265"/>
                    </a:cubicBezTo>
                    <a:lnTo>
                      <a:pt x="15419" y="10396"/>
                    </a:lnTo>
                    <a:close/>
                    <a:moveTo>
                      <a:pt x="15536" y="0"/>
                    </a:moveTo>
                    <a:cubicBezTo>
                      <a:pt x="14368" y="0"/>
                      <a:pt x="13200" y="584"/>
                      <a:pt x="12615" y="1752"/>
                    </a:cubicBezTo>
                    <a:lnTo>
                      <a:pt x="9579" y="7826"/>
                    </a:lnTo>
                    <a:lnTo>
                      <a:pt x="3037" y="8761"/>
                    </a:lnTo>
                    <a:cubicBezTo>
                      <a:pt x="1869" y="8994"/>
                      <a:pt x="701" y="9929"/>
                      <a:pt x="234" y="11097"/>
                    </a:cubicBezTo>
                    <a:cubicBezTo>
                      <a:pt x="0" y="12265"/>
                      <a:pt x="234" y="13667"/>
                      <a:pt x="1169" y="14601"/>
                    </a:cubicBezTo>
                    <a:lnTo>
                      <a:pt x="6074" y="19273"/>
                    </a:lnTo>
                    <a:lnTo>
                      <a:pt x="4906" y="26048"/>
                    </a:lnTo>
                    <a:cubicBezTo>
                      <a:pt x="4673" y="26982"/>
                      <a:pt x="5374" y="28384"/>
                      <a:pt x="6074" y="29085"/>
                    </a:cubicBezTo>
                    <a:cubicBezTo>
                      <a:pt x="6622" y="29632"/>
                      <a:pt x="7329" y="29859"/>
                      <a:pt x="8057" y="29859"/>
                    </a:cubicBezTo>
                    <a:cubicBezTo>
                      <a:pt x="8571" y="29859"/>
                      <a:pt x="9095" y="29746"/>
                      <a:pt x="9579" y="29552"/>
                    </a:cubicBezTo>
                    <a:lnTo>
                      <a:pt x="15886" y="26282"/>
                    </a:lnTo>
                    <a:lnTo>
                      <a:pt x="21960" y="29552"/>
                    </a:lnTo>
                    <a:cubicBezTo>
                      <a:pt x="22444" y="29746"/>
                      <a:pt x="22928" y="29859"/>
                      <a:pt x="23411" y="29859"/>
                    </a:cubicBezTo>
                    <a:cubicBezTo>
                      <a:pt x="24096" y="29859"/>
                      <a:pt x="24780" y="29632"/>
                      <a:pt x="25464" y="29085"/>
                    </a:cubicBezTo>
                    <a:cubicBezTo>
                      <a:pt x="26399" y="28384"/>
                      <a:pt x="26866" y="27216"/>
                      <a:pt x="26632" y="26048"/>
                    </a:cubicBezTo>
                    <a:lnTo>
                      <a:pt x="25464" y="19273"/>
                    </a:lnTo>
                    <a:lnTo>
                      <a:pt x="30370" y="14601"/>
                    </a:lnTo>
                    <a:cubicBezTo>
                      <a:pt x="30604" y="13667"/>
                      <a:pt x="30837" y="12265"/>
                      <a:pt x="30604" y="11097"/>
                    </a:cubicBezTo>
                    <a:cubicBezTo>
                      <a:pt x="30370" y="9929"/>
                      <a:pt x="29202" y="8994"/>
                      <a:pt x="28034" y="8761"/>
                    </a:cubicBezTo>
                    <a:lnTo>
                      <a:pt x="21259" y="7826"/>
                    </a:lnTo>
                    <a:lnTo>
                      <a:pt x="18456" y="1752"/>
                    </a:lnTo>
                    <a:cubicBezTo>
                      <a:pt x="17872" y="584"/>
                      <a:pt x="16704" y="0"/>
                      <a:pt x="15536" y="0"/>
                    </a:cubicBezTo>
                    <a:close/>
                  </a:path>
                </a:pathLst>
              </a:custGeom>
              <a:grp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8" name="Google Shape;492;p32">
              <a:extLst>
                <a:ext uri="{FF2B5EF4-FFF2-40B4-BE49-F238E27FC236}">
                  <a16:creationId xmlns:a16="http://schemas.microsoft.com/office/drawing/2014/main" id="{86E760A5-1F39-D944-42D1-E8DA461E063B}"/>
                </a:ext>
              </a:extLst>
            </p:cNvPr>
            <p:cNvSpPr/>
            <p:nvPr/>
          </p:nvSpPr>
          <p:spPr>
            <a:xfrm>
              <a:off x="3696347" y="3156177"/>
              <a:ext cx="336812" cy="334720"/>
            </a:xfrm>
            <a:custGeom>
              <a:avLst/>
              <a:gdLst/>
              <a:ahLst/>
              <a:cxnLst/>
              <a:rect l="l" t="t" r="r" b="b"/>
              <a:pathLst>
                <a:path w="112835" h="112134" extrusionOk="0">
                  <a:moveTo>
                    <a:pt x="70785" y="6541"/>
                  </a:moveTo>
                  <a:cubicBezTo>
                    <a:pt x="70084" y="9111"/>
                    <a:pt x="68682" y="14017"/>
                    <a:pt x="67748" y="16587"/>
                  </a:cubicBezTo>
                  <a:lnTo>
                    <a:pt x="48592" y="16587"/>
                  </a:lnTo>
                  <a:lnTo>
                    <a:pt x="48592" y="6541"/>
                  </a:lnTo>
                  <a:close/>
                  <a:moveTo>
                    <a:pt x="87605" y="14484"/>
                  </a:moveTo>
                  <a:lnTo>
                    <a:pt x="87605" y="14951"/>
                  </a:lnTo>
                  <a:lnTo>
                    <a:pt x="83166" y="18923"/>
                  </a:lnTo>
                  <a:cubicBezTo>
                    <a:pt x="82699" y="19623"/>
                    <a:pt x="82232" y="20792"/>
                    <a:pt x="82232" y="21726"/>
                  </a:cubicBezTo>
                  <a:cubicBezTo>
                    <a:pt x="82232" y="22427"/>
                    <a:pt x="82699" y="23361"/>
                    <a:pt x="83633" y="24062"/>
                  </a:cubicBezTo>
                  <a:lnTo>
                    <a:pt x="85736" y="25464"/>
                  </a:lnTo>
                  <a:lnTo>
                    <a:pt x="66346" y="25464"/>
                  </a:lnTo>
                  <a:lnTo>
                    <a:pt x="67047" y="23128"/>
                  </a:lnTo>
                  <a:lnTo>
                    <a:pt x="70551" y="23128"/>
                  </a:lnTo>
                  <a:cubicBezTo>
                    <a:pt x="71953" y="23128"/>
                    <a:pt x="73354" y="22193"/>
                    <a:pt x="73588" y="20792"/>
                  </a:cubicBezTo>
                  <a:lnTo>
                    <a:pt x="75457" y="14484"/>
                  </a:lnTo>
                  <a:close/>
                  <a:moveTo>
                    <a:pt x="45321" y="39247"/>
                  </a:moveTo>
                  <a:lnTo>
                    <a:pt x="62842" y="71018"/>
                  </a:lnTo>
                  <a:cubicBezTo>
                    <a:pt x="62504" y="73386"/>
                    <a:pt x="60642" y="74556"/>
                    <a:pt x="58806" y="74556"/>
                  </a:cubicBezTo>
                  <a:cubicBezTo>
                    <a:pt x="56838" y="74556"/>
                    <a:pt x="54899" y="73210"/>
                    <a:pt x="54899" y="70551"/>
                  </a:cubicBezTo>
                  <a:lnTo>
                    <a:pt x="54899" y="69383"/>
                  </a:lnTo>
                  <a:cubicBezTo>
                    <a:pt x="54665" y="63309"/>
                    <a:pt x="50168" y="60272"/>
                    <a:pt x="45671" y="60272"/>
                  </a:cubicBezTo>
                  <a:cubicBezTo>
                    <a:pt x="41174" y="60272"/>
                    <a:pt x="36677" y="63309"/>
                    <a:pt x="36444" y="69383"/>
                  </a:cubicBezTo>
                  <a:lnTo>
                    <a:pt x="36444" y="83166"/>
                  </a:lnTo>
                  <a:cubicBezTo>
                    <a:pt x="36327" y="86086"/>
                    <a:pt x="34224" y="87546"/>
                    <a:pt x="32122" y="87546"/>
                  </a:cubicBezTo>
                  <a:cubicBezTo>
                    <a:pt x="30019" y="87546"/>
                    <a:pt x="27917" y="86086"/>
                    <a:pt x="27800" y="83166"/>
                  </a:cubicBezTo>
                  <a:lnTo>
                    <a:pt x="27800" y="71018"/>
                  </a:lnTo>
                  <a:lnTo>
                    <a:pt x="45321" y="39247"/>
                  </a:lnTo>
                  <a:close/>
                  <a:moveTo>
                    <a:pt x="72420" y="46956"/>
                  </a:moveTo>
                  <a:lnTo>
                    <a:pt x="102789" y="105359"/>
                  </a:lnTo>
                  <a:lnTo>
                    <a:pt x="89006" y="105359"/>
                  </a:lnTo>
                  <a:cubicBezTo>
                    <a:pt x="86203" y="100453"/>
                    <a:pt x="67280" y="65411"/>
                    <a:pt x="64944" y="61440"/>
                  </a:cubicBezTo>
                  <a:lnTo>
                    <a:pt x="72420" y="46956"/>
                  </a:lnTo>
                  <a:close/>
                  <a:moveTo>
                    <a:pt x="45438" y="67222"/>
                  </a:moveTo>
                  <a:cubicBezTo>
                    <a:pt x="46723" y="67222"/>
                    <a:pt x="48007" y="68098"/>
                    <a:pt x="48124" y="69850"/>
                  </a:cubicBezTo>
                  <a:lnTo>
                    <a:pt x="48124" y="71018"/>
                  </a:lnTo>
                  <a:cubicBezTo>
                    <a:pt x="48124" y="77417"/>
                    <a:pt x="53546" y="81522"/>
                    <a:pt x="59026" y="81522"/>
                  </a:cubicBezTo>
                  <a:cubicBezTo>
                    <a:pt x="61749" y="81522"/>
                    <a:pt x="64486" y="80509"/>
                    <a:pt x="66580" y="78260"/>
                  </a:cubicBezTo>
                  <a:lnTo>
                    <a:pt x="81764" y="106060"/>
                  </a:lnTo>
                  <a:lnTo>
                    <a:pt x="81764" y="106060"/>
                  </a:lnTo>
                  <a:lnTo>
                    <a:pt x="8410" y="105826"/>
                  </a:lnTo>
                  <a:lnTo>
                    <a:pt x="20792" y="83166"/>
                  </a:lnTo>
                  <a:lnTo>
                    <a:pt x="20792" y="83633"/>
                  </a:lnTo>
                  <a:cubicBezTo>
                    <a:pt x="21142" y="90875"/>
                    <a:pt x="26457" y="94496"/>
                    <a:pt x="31771" y="94496"/>
                  </a:cubicBezTo>
                  <a:cubicBezTo>
                    <a:pt x="37086" y="94496"/>
                    <a:pt x="42401" y="90875"/>
                    <a:pt x="42751" y="83633"/>
                  </a:cubicBezTo>
                  <a:lnTo>
                    <a:pt x="42751" y="69850"/>
                  </a:lnTo>
                  <a:cubicBezTo>
                    <a:pt x="42868" y="68098"/>
                    <a:pt x="44153" y="67222"/>
                    <a:pt x="45438" y="67222"/>
                  </a:cubicBezTo>
                  <a:close/>
                  <a:moveTo>
                    <a:pt x="46255" y="0"/>
                  </a:moveTo>
                  <a:cubicBezTo>
                    <a:pt x="44386" y="0"/>
                    <a:pt x="42985" y="1402"/>
                    <a:pt x="42985" y="3271"/>
                  </a:cubicBezTo>
                  <a:lnTo>
                    <a:pt x="42985" y="33407"/>
                  </a:lnTo>
                  <a:cubicBezTo>
                    <a:pt x="42050" y="33874"/>
                    <a:pt x="41583" y="34575"/>
                    <a:pt x="40882" y="35275"/>
                  </a:cubicBezTo>
                  <a:lnTo>
                    <a:pt x="1168" y="107228"/>
                  </a:lnTo>
                  <a:cubicBezTo>
                    <a:pt x="0" y="109330"/>
                    <a:pt x="1402" y="112134"/>
                    <a:pt x="4205" y="112134"/>
                  </a:cubicBezTo>
                  <a:lnTo>
                    <a:pt x="109798" y="112134"/>
                  </a:lnTo>
                  <a:cubicBezTo>
                    <a:pt x="110966" y="112134"/>
                    <a:pt x="112134" y="111667"/>
                    <a:pt x="112835" y="110732"/>
                  </a:cubicBezTo>
                  <a:cubicBezTo>
                    <a:pt x="111900" y="109564"/>
                    <a:pt x="111900" y="108396"/>
                    <a:pt x="111200" y="107228"/>
                  </a:cubicBezTo>
                  <a:lnTo>
                    <a:pt x="78260" y="43919"/>
                  </a:lnTo>
                  <a:cubicBezTo>
                    <a:pt x="78027" y="43218"/>
                    <a:pt x="77793" y="42985"/>
                    <a:pt x="77793" y="42751"/>
                  </a:cubicBezTo>
                  <a:cubicBezTo>
                    <a:pt x="76625" y="41116"/>
                    <a:pt x="74522" y="40415"/>
                    <a:pt x="72420" y="40415"/>
                  </a:cubicBezTo>
                  <a:cubicBezTo>
                    <a:pt x="70317" y="40415"/>
                    <a:pt x="68682" y="41583"/>
                    <a:pt x="67514" y="42985"/>
                  </a:cubicBezTo>
                  <a:cubicBezTo>
                    <a:pt x="67280" y="43218"/>
                    <a:pt x="67280" y="43452"/>
                    <a:pt x="67280" y="43452"/>
                  </a:cubicBezTo>
                  <a:lnTo>
                    <a:pt x="61440" y="54432"/>
                  </a:lnTo>
                  <a:lnTo>
                    <a:pt x="50928" y="35042"/>
                  </a:lnTo>
                  <a:cubicBezTo>
                    <a:pt x="50227" y="34107"/>
                    <a:pt x="49760" y="33173"/>
                    <a:pt x="48825" y="32939"/>
                  </a:cubicBezTo>
                  <a:lnTo>
                    <a:pt x="48825" y="23361"/>
                  </a:lnTo>
                  <a:lnTo>
                    <a:pt x="60506" y="23361"/>
                  </a:lnTo>
                  <a:lnTo>
                    <a:pt x="59338" y="28034"/>
                  </a:lnTo>
                  <a:cubicBezTo>
                    <a:pt x="58637" y="30136"/>
                    <a:pt x="60506" y="32239"/>
                    <a:pt x="62608" y="32239"/>
                  </a:cubicBezTo>
                  <a:lnTo>
                    <a:pt x="96482" y="32239"/>
                  </a:lnTo>
                  <a:cubicBezTo>
                    <a:pt x="97884" y="32239"/>
                    <a:pt x="99052" y="31304"/>
                    <a:pt x="99519" y="29902"/>
                  </a:cubicBezTo>
                  <a:cubicBezTo>
                    <a:pt x="99986" y="28267"/>
                    <a:pt x="99519" y="26865"/>
                    <a:pt x="98351" y="25931"/>
                  </a:cubicBezTo>
                  <a:lnTo>
                    <a:pt x="91109" y="20792"/>
                  </a:lnTo>
                  <a:lnTo>
                    <a:pt x="98818" y="13783"/>
                  </a:lnTo>
                  <a:cubicBezTo>
                    <a:pt x="99519" y="12849"/>
                    <a:pt x="100220" y="11447"/>
                    <a:pt x="99519" y="10279"/>
                  </a:cubicBezTo>
                  <a:cubicBezTo>
                    <a:pt x="99052" y="9111"/>
                    <a:pt x="97884" y="8176"/>
                    <a:pt x="96716" y="8176"/>
                  </a:cubicBezTo>
                  <a:lnTo>
                    <a:pt x="78027" y="8176"/>
                  </a:lnTo>
                  <a:lnTo>
                    <a:pt x="79195" y="4205"/>
                  </a:lnTo>
                  <a:cubicBezTo>
                    <a:pt x="79428" y="3271"/>
                    <a:pt x="79195" y="2103"/>
                    <a:pt x="78494" y="1168"/>
                  </a:cubicBezTo>
                  <a:cubicBezTo>
                    <a:pt x="78027" y="234"/>
                    <a:pt x="77092" y="0"/>
                    <a:pt x="75924" y="0"/>
                  </a:cubicBezTo>
                  <a:close/>
                </a:path>
              </a:pathLst>
            </a:custGeom>
            <a:solidFill>
              <a:schemeClr val="bg1"/>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2" name="Picture 31" descr="A black background with icons&#10;&#10;AI-generated content may be incorrect.">
              <a:extLst>
                <a:ext uri="{FF2B5EF4-FFF2-40B4-BE49-F238E27FC236}">
                  <a16:creationId xmlns:a16="http://schemas.microsoft.com/office/drawing/2014/main" id="{7AAECEF8-8BDC-993A-4DED-0514456DCAB8}"/>
                </a:ext>
              </a:extLst>
            </p:cNvPr>
            <p:cNvPicPr>
              <a:picLocks noChangeAspect="1"/>
            </p:cNvPicPr>
            <p:nvPr/>
          </p:nvPicPr>
          <p:blipFill>
            <a:blip r:embed="rId5">
              <a:lum bright="70000" contrast="-70000"/>
            </a:blip>
            <a:stretch>
              <a:fillRect/>
            </a:stretch>
          </p:blipFill>
          <p:spPr>
            <a:xfrm>
              <a:off x="6798273" y="1290782"/>
              <a:ext cx="4276436" cy="4276436"/>
            </a:xfrm>
            <a:prstGeom prst="rect">
              <a:avLst/>
            </a:prstGeom>
          </p:spPr>
        </p:pic>
      </p:grpSp>
      <p:sp>
        <p:nvSpPr>
          <p:cNvPr id="33" name="TextBox 32">
            <a:extLst>
              <a:ext uri="{FF2B5EF4-FFF2-40B4-BE49-F238E27FC236}">
                <a16:creationId xmlns:a16="http://schemas.microsoft.com/office/drawing/2014/main" id="{6E2C9811-F762-22D8-1F32-CBC668232FE9}"/>
              </a:ext>
            </a:extLst>
          </p:cNvPr>
          <p:cNvSpPr txBox="1"/>
          <p:nvPr/>
        </p:nvSpPr>
        <p:spPr>
          <a:xfrm>
            <a:off x="826806" y="431039"/>
            <a:ext cx="1263166"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Management</a:t>
            </a:r>
          </a:p>
        </p:txBody>
      </p:sp>
    </p:spTree>
    <p:extLst>
      <p:ext uri="{BB962C8B-B14F-4D97-AF65-F5344CB8AC3E}">
        <p14:creationId xmlns:p14="http://schemas.microsoft.com/office/powerpoint/2010/main" val="1420564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287867" y="2155061"/>
            <a:ext cx="11616266" cy="254787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Financials</a:t>
            </a:r>
          </a:p>
        </p:txBody>
      </p:sp>
      <p:grpSp>
        <p:nvGrpSpPr>
          <p:cNvPr id="2" name="Group 1">
            <a:extLst>
              <a:ext uri="{FF2B5EF4-FFF2-40B4-BE49-F238E27FC236}">
                <a16:creationId xmlns:a16="http://schemas.microsoft.com/office/drawing/2014/main" id="{23834CB6-7E6C-22BF-77D8-AE5B0D075C6B}"/>
              </a:ext>
            </a:extLst>
          </p:cNvPr>
          <p:cNvGrpSpPr/>
          <p:nvPr/>
        </p:nvGrpSpPr>
        <p:grpSpPr>
          <a:xfrm>
            <a:off x="-369167" y="7761386"/>
            <a:ext cx="12930334" cy="7056955"/>
            <a:chOff x="-586205" y="369986"/>
            <a:chExt cx="12930334" cy="7056955"/>
          </a:xfrm>
        </p:grpSpPr>
        <p:cxnSp>
          <p:nvCxnSpPr>
            <p:cNvPr id="3" name="Straight Connector 2">
              <a:extLst>
                <a:ext uri="{FF2B5EF4-FFF2-40B4-BE49-F238E27FC236}">
                  <a16:creationId xmlns:a16="http://schemas.microsoft.com/office/drawing/2014/main" id="{4517246C-B685-4870-12DB-C657E0AE1114}"/>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5" name="TextBox 4">
              <a:extLst>
                <a:ext uri="{FF2B5EF4-FFF2-40B4-BE49-F238E27FC236}">
                  <a16:creationId xmlns:a16="http://schemas.microsoft.com/office/drawing/2014/main" id="{8D90D468-3E63-9020-92F4-F8C98C971DFB}"/>
                </a:ext>
              </a:extLst>
            </p:cNvPr>
            <p:cNvSpPr txBox="1"/>
            <p:nvPr/>
          </p:nvSpPr>
          <p:spPr>
            <a:xfrm>
              <a:off x="281745" y="969272"/>
              <a:ext cx="4046199" cy="938077"/>
            </a:xfrm>
            <a:prstGeom prst="rect">
              <a:avLst/>
            </a:prstGeom>
            <a:noFill/>
          </p:spPr>
          <p:txBody>
            <a:bodyPr wrap="square" lIns="0" tIns="0" rIns="0" bIns="0"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Budget Overview</a:t>
              </a:r>
            </a:p>
          </p:txBody>
        </p:sp>
        <p:grpSp>
          <p:nvGrpSpPr>
            <p:cNvPr id="6" name="!!financials">
              <a:extLst>
                <a:ext uri="{FF2B5EF4-FFF2-40B4-BE49-F238E27FC236}">
                  <a16:creationId xmlns:a16="http://schemas.microsoft.com/office/drawing/2014/main" id="{3E71C303-5A7F-5014-509A-125B1FEC0EC6}"/>
                </a:ext>
              </a:extLst>
            </p:cNvPr>
            <p:cNvGrpSpPr/>
            <p:nvPr/>
          </p:nvGrpSpPr>
          <p:grpSpPr>
            <a:xfrm>
              <a:off x="5842207" y="369986"/>
              <a:ext cx="507586" cy="507586"/>
              <a:chOff x="8769760" y="4481585"/>
              <a:chExt cx="507586" cy="507586"/>
            </a:xfrm>
          </p:grpSpPr>
          <p:sp useBgFill="1">
            <p:nvSpPr>
              <p:cNvPr id="13" name="Oval 12">
                <a:extLst>
                  <a:ext uri="{FF2B5EF4-FFF2-40B4-BE49-F238E27FC236}">
                    <a16:creationId xmlns:a16="http://schemas.microsoft.com/office/drawing/2014/main" id="{942A919F-F68D-8A17-7DC9-9E10676CCA04}"/>
                  </a:ext>
                </a:extLst>
              </p:cNvPr>
              <p:cNvSpPr/>
              <p:nvPr/>
            </p:nvSpPr>
            <p:spPr>
              <a:xfrm>
                <a:off x="8769760" y="4481585"/>
                <a:ext cx="507586" cy="507586"/>
              </a:xfrm>
              <a:prstGeom prst="ellipse">
                <a:avLst/>
              </a:prstGeom>
              <a:blipFill dpi="0" rotWithShape="0">
                <a:blip r:embed="rId2">
                  <a:lum/>
                </a:blip>
                <a:srcRect/>
                <a:stretch>
                  <a:fillRect l="-1558498" t="-308702" r="-743459" b="-942399"/>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14" name="Graphic 13">
                <a:extLst>
                  <a:ext uri="{FF2B5EF4-FFF2-40B4-BE49-F238E27FC236}">
                    <a16:creationId xmlns:a16="http://schemas.microsoft.com/office/drawing/2014/main" id="{3776D4A6-02F4-B524-5CA3-0EA139F2DB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97553" y="4609378"/>
                <a:ext cx="252000" cy="252000"/>
              </a:xfrm>
              <a:prstGeom prst="rect">
                <a:avLst/>
              </a:prstGeom>
            </p:spPr>
          </p:pic>
        </p:grpSp>
        <p:pic>
          <p:nvPicPr>
            <p:cNvPr id="7" name="Picture 6" descr="A pie chart with a diagram&#10;&#10;AI-generated content may be incorrect.">
              <a:extLst>
                <a:ext uri="{FF2B5EF4-FFF2-40B4-BE49-F238E27FC236}">
                  <a16:creationId xmlns:a16="http://schemas.microsoft.com/office/drawing/2014/main" id="{542DECD6-AB7C-42B0-EA1D-4D91C0FD69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205" y="1769896"/>
              <a:ext cx="3776819" cy="3776819"/>
            </a:xfrm>
            <a:prstGeom prst="rect">
              <a:avLst/>
            </a:prstGeom>
          </p:spPr>
        </p:pic>
        <p:pic>
          <p:nvPicPr>
            <p:cNvPr id="8" name="Picture 7" descr="A pie chart with numbers and words&#10;&#10;AI-generated content may be incorrect.">
              <a:extLst>
                <a:ext uri="{FF2B5EF4-FFF2-40B4-BE49-F238E27FC236}">
                  <a16:creationId xmlns:a16="http://schemas.microsoft.com/office/drawing/2014/main" id="{9A6ED117-6E1F-95D8-1228-B5D1ED9FBB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94917" y="369986"/>
              <a:ext cx="3657236" cy="3657236"/>
            </a:xfrm>
            <a:prstGeom prst="rect">
              <a:avLst/>
            </a:prstGeom>
          </p:spPr>
        </p:pic>
        <p:pic>
          <p:nvPicPr>
            <p:cNvPr id="9" name="Picture 8" descr="A graph on a computer screen&#10;&#10;AI-generated content may be incorrect.">
              <a:extLst>
                <a:ext uri="{FF2B5EF4-FFF2-40B4-BE49-F238E27FC236}">
                  <a16:creationId xmlns:a16="http://schemas.microsoft.com/office/drawing/2014/main" id="{387DC933-EC2E-124A-9A80-BE2C6DB1945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79977" y="3658306"/>
              <a:ext cx="3768635" cy="3768635"/>
            </a:xfrm>
            <a:prstGeom prst="rect">
              <a:avLst/>
            </a:prstGeom>
          </p:spPr>
        </p:pic>
        <p:pic>
          <p:nvPicPr>
            <p:cNvPr id="10" name="Picture 9" descr="A pie chart with a pie chart in the middle&#10;&#10;AI-generated content may be incorrect.">
              <a:extLst>
                <a:ext uri="{FF2B5EF4-FFF2-40B4-BE49-F238E27FC236}">
                  <a16:creationId xmlns:a16="http://schemas.microsoft.com/office/drawing/2014/main" id="{1211967A-AB1A-9E29-FD9C-0FE60647364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89908" y="3816923"/>
              <a:ext cx="3610018" cy="3610018"/>
            </a:xfrm>
            <a:prstGeom prst="rect">
              <a:avLst/>
            </a:prstGeom>
          </p:spPr>
        </p:pic>
        <p:pic>
          <p:nvPicPr>
            <p:cNvPr id="11" name="Picture 10" descr="A pie chart with a pie chart in the middle&#10;&#10;AI-generated content may be incorrect.">
              <a:extLst>
                <a:ext uri="{FF2B5EF4-FFF2-40B4-BE49-F238E27FC236}">
                  <a16:creationId xmlns:a16="http://schemas.microsoft.com/office/drawing/2014/main" id="{23DD12DC-6224-E141-9769-E4A65CC9B32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96110" y="3157666"/>
              <a:ext cx="3548019" cy="3548019"/>
            </a:xfrm>
            <a:prstGeom prst="rect">
              <a:avLst/>
            </a:prstGeom>
          </p:spPr>
        </p:pic>
        <p:graphicFrame>
          <p:nvGraphicFramePr>
            <p:cNvPr id="12" name="Chart 11">
              <a:extLst>
                <a:ext uri="{FF2B5EF4-FFF2-40B4-BE49-F238E27FC236}">
                  <a16:creationId xmlns:a16="http://schemas.microsoft.com/office/drawing/2014/main" id="{A3E4C5D4-352F-A576-D09F-688CD652F5D0}"/>
                </a:ext>
              </a:extLst>
            </p:cNvPr>
            <p:cNvGraphicFramePr/>
            <p:nvPr>
              <p:extLst>
                <p:ext uri="{D42A27DB-BD31-4B8C-83A1-F6EECF244321}">
                  <p14:modId xmlns:p14="http://schemas.microsoft.com/office/powerpoint/2010/main" val="2071037431"/>
                </p:ext>
              </p:extLst>
            </p:nvPr>
          </p:nvGraphicFramePr>
          <p:xfrm>
            <a:off x="1743449" y="420740"/>
            <a:ext cx="8197515" cy="5240674"/>
          </p:xfrm>
          <a:graphic>
            <a:graphicData uri="http://schemas.openxmlformats.org/drawingml/2006/chart">
              <c:chart xmlns:c="http://schemas.openxmlformats.org/drawingml/2006/chart" xmlns:r="http://schemas.openxmlformats.org/officeDocument/2006/relationships" r:id="rId10"/>
            </a:graphicData>
          </a:graphic>
        </p:graphicFrame>
      </p:grpSp>
    </p:spTree>
    <p:extLst>
      <p:ext uri="{BB962C8B-B14F-4D97-AF65-F5344CB8AC3E}">
        <p14:creationId xmlns:p14="http://schemas.microsoft.com/office/powerpoint/2010/main" val="4034632735"/>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2FB639-1112-1ED9-1906-8EA464A9003B}"/>
              </a:ext>
            </a:extLst>
          </p:cNvPr>
          <p:cNvSpPr txBox="1"/>
          <p:nvPr/>
        </p:nvSpPr>
        <p:spPr>
          <a:xfrm>
            <a:off x="299484" y="407551"/>
            <a:ext cx="801501" cy="185115"/>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Financials</a:t>
            </a:r>
          </a:p>
        </p:txBody>
      </p:sp>
      <p:grpSp>
        <p:nvGrpSpPr>
          <p:cNvPr id="30" name="Group 29">
            <a:extLst>
              <a:ext uri="{FF2B5EF4-FFF2-40B4-BE49-F238E27FC236}">
                <a16:creationId xmlns:a16="http://schemas.microsoft.com/office/drawing/2014/main" id="{888D2D84-C818-3117-3D72-F5F5F64A183D}"/>
              </a:ext>
            </a:extLst>
          </p:cNvPr>
          <p:cNvGrpSpPr/>
          <p:nvPr/>
        </p:nvGrpSpPr>
        <p:grpSpPr>
          <a:xfrm>
            <a:off x="-586205" y="369986"/>
            <a:ext cx="12930334" cy="7056955"/>
            <a:chOff x="-586205" y="369986"/>
            <a:chExt cx="12930334" cy="7056955"/>
          </a:xfrm>
        </p:grpSpPr>
        <p:cxnSp>
          <p:nvCxnSpPr>
            <p:cNvPr id="10" name="Straight Connector 9">
              <a:extLst>
                <a:ext uri="{FF2B5EF4-FFF2-40B4-BE49-F238E27FC236}">
                  <a16:creationId xmlns:a16="http://schemas.microsoft.com/office/drawing/2014/main" id="{28524FAE-90ED-B32B-21F7-676C0CDD01F7}"/>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p:nvSpPr>
            <p:cNvPr id="57" name="TextBox 56">
              <a:extLst>
                <a:ext uri="{FF2B5EF4-FFF2-40B4-BE49-F238E27FC236}">
                  <a16:creationId xmlns:a16="http://schemas.microsoft.com/office/drawing/2014/main" id="{65C3EDB4-39A5-B89C-1ED3-8E30DE2A5782}"/>
                </a:ext>
              </a:extLst>
            </p:cNvPr>
            <p:cNvSpPr txBox="1"/>
            <p:nvPr/>
          </p:nvSpPr>
          <p:spPr>
            <a:xfrm>
              <a:off x="281745" y="969272"/>
              <a:ext cx="4046199" cy="938077"/>
            </a:xfrm>
            <a:prstGeom prst="rect">
              <a:avLst/>
            </a:prstGeom>
            <a:noFill/>
          </p:spPr>
          <p:txBody>
            <a:bodyPr wrap="square" lIns="0" tIns="0" rIns="0" bIns="0"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Budget Overview</a:t>
              </a:r>
            </a:p>
          </p:txBody>
        </p:sp>
        <p:grpSp>
          <p:nvGrpSpPr>
            <p:cNvPr id="59" name="!!financials">
              <a:extLst>
                <a:ext uri="{FF2B5EF4-FFF2-40B4-BE49-F238E27FC236}">
                  <a16:creationId xmlns:a16="http://schemas.microsoft.com/office/drawing/2014/main" id="{9C0CFB6B-EE4B-3333-8811-4FA448482CCD}"/>
                </a:ext>
              </a:extLst>
            </p:cNvPr>
            <p:cNvGrpSpPr/>
            <p:nvPr/>
          </p:nvGrpSpPr>
          <p:grpSpPr>
            <a:xfrm>
              <a:off x="5842207" y="369986"/>
              <a:ext cx="507586" cy="507586"/>
              <a:chOff x="8769760" y="4481585"/>
              <a:chExt cx="507586" cy="507586"/>
            </a:xfrm>
          </p:grpSpPr>
          <p:sp useBgFill="1">
            <p:nvSpPr>
              <p:cNvPr id="60" name="Oval 59">
                <a:extLst>
                  <a:ext uri="{FF2B5EF4-FFF2-40B4-BE49-F238E27FC236}">
                    <a16:creationId xmlns:a16="http://schemas.microsoft.com/office/drawing/2014/main" id="{53EBAA0C-FB11-6D90-8773-672D676BB408}"/>
                  </a:ext>
                </a:extLst>
              </p:cNvPr>
              <p:cNvSpPr/>
              <p:nvPr/>
            </p:nvSpPr>
            <p:spPr>
              <a:xfrm>
                <a:off x="8769760" y="4481585"/>
                <a:ext cx="507586" cy="507586"/>
              </a:xfrm>
              <a:prstGeom prst="ellipse">
                <a:avLst/>
              </a:prstGeom>
              <a:blipFill dpi="0" rotWithShape="0">
                <a:blip r:embed="rId2">
                  <a:lum/>
                </a:blip>
                <a:srcRect/>
                <a:stretch>
                  <a:fillRect l="-1558498" t="-308702" r="-743459" b="-942399"/>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61" name="Graphic 60">
                <a:extLst>
                  <a:ext uri="{FF2B5EF4-FFF2-40B4-BE49-F238E27FC236}">
                    <a16:creationId xmlns:a16="http://schemas.microsoft.com/office/drawing/2014/main" id="{EB7987F8-2A8B-2ACB-3FB4-3BEB12762A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97553" y="4609378"/>
                <a:ext cx="252000" cy="252000"/>
              </a:xfrm>
              <a:prstGeom prst="rect">
                <a:avLst/>
              </a:prstGeom>
            </p:spPr>
          </p:pic>
        </p:grpSp>
        <p:pic>
          <p:nvPicPr>
            <p:cNvPr id="18" name="Picture 17" descr="A pie chart with a diagram&#10;&#10;AI-generated content may be incorrect.">
              <a:extLst>
                <a:ext uri="{FF2B5EF4-FFF2-40B4-BE49-F238E27FC236}">
                  <a16:creationId xmlns:a16="http://schemas.microsoft.com/office/drawing/2014/main" id="{86CFE480-A761-64DB-9521-D9200930A9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205" y="1769896"/>
              <a:ext cx="3776819" cy="3776819"/>
            </a:xfrm>
            <a:prstGeom prst="rect">
              <a:avLst/>
            </a:prstGeom>
          </p:spPr>
        </p:pic>
        <p:pic>
          <p:nvPicPr>
            <p:cNvPr id="20" name="Picture 19" descr="A pie chart with numbers and words&#10;&#10;AI-generated content may be incorrect.">
              <a:extLst>
                <a:ext uri="{FF2B5EF4-FFF2-40B4-BE49-F238E27FC236}">
                  <a16:creationId xmlns:a16="http://schemas.microsoft.com/office/drawing/2014/main" id="{A6EA017F-058A-99E5-11DE-3A368BDDDC9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94917" y="369986"/>
              <a:ext cx="3657236" cy="3657236"/>
            </a:xfrm>
            <a:prstGeom prst="rect">
              <a:avLst/>
            </a:prstGeom>
          </p:spPr>
        </p:pic>
        <p:pic>
          <p:nvPicPr>
            <p:cNvPr id="22" name="Picture 21" descr="A graph on a computer screen&#10;&#10;AI-generated content may be incorrect.">
              <a:extLst>
                <a:ext uri="{FF2B5EF4-FFF2-40B4-BE49-F238E27FC236}">
                  <a16:creationId xmlns:a16="http://schemas.microsoft.com/office/drawing/2014/main" id="{FE4C7998-1994-06A6-9065-80F63DDACC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79977" y="3658306"/>
              <a:ext cx="3768635" cy="3768635"/>
            </a:xfrm>
            <a:prstGeom prst="rect">
              <a:avLst/>
            </a:prstGeom>
          </p:spPr>
        </p:pic>
        <p:pic>
          <p:nvPicPr>
            <p:cNvPr id="24" name="Picture 23" descr="A pie chart with a pie chart in the middle&#10;&#10;AI-generated content may be incorrect.">
              <a:extLst>
                <a:ext uri="{FF2B5EF4-FFF2-40B4-BE49-F238E27FC236}">
                  <a16:creationId xmlns:a16="http://schemas.microsoft.com/office/drawing/2014/main" id="{D9C9CEFE-BEF0-C667-0F12-863F7F9A66A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89908" y="3816923"/>
              <a:ext cx="3610018" cy="3610018"/>
            </a:xfrm>
            <a:prstGeom prst="rect">
              <a:avLst/>
            </a:prstGeom>
          </p:spPr>
        </p:pic>
        <p:pic>
          <p:nvPicPr>
            <p:cNvPr id="28" name="Picture 27" descr="A pie chart with a pie chart in the middle&#10;&#10;AI-generated content may be incorrect.">
              <a:extLst>
                <a:ext uri="{FF2B5EF4-FFF2-40B4-BE49-F238E27FC236}">
                  <a16:creationId xmlns:a16="http://schemas.microsoft.com/office/drawing/2014/main" id="{C36A759B-2A82-B910-F1C1-D621EC18888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96110" y="3157666"/>
              <a:ext cx="3548019" cy="3548019"/>
            </a:xfrm>
            <a:prstGeom prst="rect">
              <a:avLst/>
            </a:prstGeom>
          </p:spPr>
        </p:pic>
        <p:graphicFrame>
          <p:nvGraphicFramePr>
            <p:cNvPr id="29" name="Chart 28">
              <a:extLst>
                <a:ext uri="{FF2B5EF4-FFF2-40B4-BE49-F238E27FC236}">
                  <a16:creationId xmlns:a16="http://schemas.microsoft.com/office/drawing/2014/main" id="{97F7EC88-689C-D3A1-80A4-A50E92735DE3}"/>
                </a:ext>
              </a:extLst>
            </p:cNvPr>
            <p:cNvGraphicFramePr/>
            <p:nvPr>
              <p:extLst>
                <p:ext uri="{D42A27DB-BD31-4B8C-83A1-F6EECF244321}">
                  <p14:modId xmlns:p14="http://schemas.microsoft.com/office/powerpoint/2010/main" val="798430178"/>
                </p:ext>
              </p:extLst>
            </p:nvPr>
          </p:nvGraphicFramePr>
          <p:xfrm>
            <a:off x="1743449" y="420740"/>
            <a:ext cx="8197515" cy="5240674"/>
          </p:xfrm>
          <a:graphic>
            <a:graphicData uri="http://schemas.openxmlformats.org/drawingml/2006/chart">
              <c:chart xmlns:c="http://schemas.openxmlformats.org/drawingml/2006/chart" xmlns:r="http://schemas.openxmlformats.org/officeDocument/2006/relationships" r:id="rId10"/>
            </a:graphicData>
          </a:graphic>
        </p:graphicFrame>
      </p:grpSp>
    </p:spTree>
    <p:extLst>
      <p:ext uri="{BB962C8B-B14F-4D97-AF65-F5344CB8AC3E}">
        <p14:creationId xmlns:p14="http://schemas.microsoft.com/office/powerpoint/2010/main" val="28864271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448562" y="1225556"/>
            <a:ext cx="11495483" cy="2565639"/>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600" b="0" i="0" u="none" strike="noStrike" kern="0" cap="none" spc="0" normalizeH="0" baseline="0" noProof="0" dirty="0">
                <a:ln>
                  <a:noFill/>
                </a:ln>
                <a:solidFill>
                  <a:prstClr val="white"/>
                </a:solidFill>
                <a:effectLst/>
                <a:uLnTx/>
                <a:uFillTx/>
                <a:latin typeface="Darker Grotesque" pitchFamily="2" charset="0"/>
              </a:rPr>
              <a:t>Feasibility</a:t>
            </a:r>
            <a:endParaRPr kumimoji="0" lang="en-US" sz="13600" b="0" i="0" u="none" strike="noStrike" kern="0" cap="none" spc="0" normalizeH="0" baseline="0" noProof="0" dirty="0">
              <a:ln>
                <a:noFill/>
              </a:ln>
              <a:solidFill>
                <a:prstClr val="white"/>
              </a:solidFill>
              <a:effectLst/>
              <a:uLnTx/>
              <a:uFillTx/>
              <a:latin typeface="Darker Grotesque" pitchFamily="2" charset="0"/>
            </a:endParaRPr>
          </a:p>
        </p:txBody>
      </p:sp>
      <p:sp>
        <p:nvSpPr>
          <p:cNvPr id="62" name="TextBox 61">
            <a:extLst>
              <a:ext uri="{FF2B5EF4-FFF2-40B4-BE49-F238E27FC236}">
                <a16:creationId xmlns:a16="http://schemas.microsoft.com/office/drawing/2014/main" id="{973D1FC0-0567-5EA0-01A8-258497BE691A}"/>
              </a:ext>
            </a:extLst>
          </p:cNvPr>
          <p:cNvSpPr txBox="1"/>
          <p:nvPr/>
        </p:nvSpPr>
        <p:spPr>
          <a:xfrm>
            <a:off x="1659467" y="3429000"/>
            <a:ext cx="8873066" cy="2565639"/>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600" b="0" i="0" u="none" strike="noStrike" kern="0" cap="none" spc="0" normalizeH="0" baseline="0" noProof="0" dirty="0">
                <a:ln>
                  <a:noFill/>
                </a:ln>
                <a:solidFill>
                  <a:prstClr val="white"/>
                </a:solidFill>
                <a:effectLst/>
                <a:uLnTx/>
                <a:uFillTx/>
                <a:latin typeface="Darker Grotesque" pitchFamily="2" charset="0"/>
              </a:rPr>
              <a:t>Study</a:t>
            </a:r>
            <a:endParaRPr kumimoji="0" lang="en-US" sz="23500" b="0" i="0" u="none" strike="noStrike" kern="0" cap="none" spc="0" normalizeH="0" baseline="0" noProof="0" dirty="0">
              <a:ln>
                <a:noFill/>
              </a:ln>
              <a:solidFill>
                <a:prstClr val="white"/>
              </a:solidFill>
              <a:effectLst/>
              <a:uLnTx/>
              <a:uFillTx/>
              <a:latin typeface="Darker Grotesque" pitchFamily="2" charset="0"/>
            </a:endParaRPr>
          </a:p>
        </p:txBody>
      </p:sp>
      <p:grpSp>
        <p:nvGrpSpPr>
          <p:cNvPr id="63" name="Group 62">
            <a:extLst>
              <a:ext uri="{FF2B5EF4-FFF2-40B4-BE49-F238E27FC236}">
                <a16:creationId xmlns:a16="http://schemas.microsoft.com/office/drawing/2014/main" id="{BDD7E430-A256-9F8B-4F30-3CBF9F281D8F}"/>
              </a:ext>
            </a:extLst>
          </p:cNvPr>
          <p:cNvGrpSpPr/>
          <p:nvPr/>
        </p:nvGrpSpPr>
        <p:grpSpPr>
          <a:xfrm>
            <a:off x="273788" y="7585794"/>
            <a:ext cx="11644423" cy="8918722"/>
            <a:chOff x="299484" y="369986"/>
            <a:chExt cx="11644423" cy="8918722"/>
          </a:xfrm>
        </p:grpSpPr>
        <p:grpSp>
          <p:nvGrpSpPr>
            <p:cNvPr id="64" name="Group 63">
              <a:extLst>
                <a:ext uri="{FF2B5EF4-FFF2-40B4-BE49-F238E27FC236}">
                  <a16:creationId xmlns:a16="http://schemas.microsoft.com/office/drawing/2014/main" id="{3A8BBDD1-AEEC-2DFB-0257-EA75F9CE5165}"/>
                </a:ext>
              </a:extLst>
            </p:cNvPr>
            <p:cNvGrpSpPr/>
            <p:nvPr/>
          </p:nvGrpSpPr>
          <p:grpSpPr>
            <a:xfrm>
              <a:off x="299484" y="369986"/>
              <a:ext cx="11644423" cy="8918722"/>
              <a:chOff x="299484" y="369986"/>
              <a:chExt cx="11644423" cy="8918722"/>
            </a:xfrm>
          </p:grpSpPr>
          <p:sp>
            <p:nvSpPr>
              <p:cNvPr id="77" name="TextBox 76">
                <a:extLst>
                  <a:ext uri="{FF2B5EF4-FFF2-40B4-BE49-F238E27FC236}">
                    <a16:creationId xmlns:a16="http://schemas.microsoft.com/office/drawing/2014/main" id="{48306A8B-4DCC-748A-AAEC-70995EEF6176}"/>
                  </a:ext>
                </a:extLst>
              </p:cNvPr>
              <p:cNvSpPr txBox="1"/>
              <p:nvPr/>
            </p:nvSpPr>
            <p:spPr>
              <a:xfrm>
                <a:off x="299484" y="1720860"/>
                <a:ext cx="4347665" cy="2394502"/>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dirty="0"/>
                  <a:t>Feasibility</a:t>
                </a:r>
              </a:p>
              <a:p>
                <a:pPr algn="l"/>
                <a:r>
                  <a:rPr lang="en-US" dirty="0"/>
                  <a:t>And</a:t>
                </a:r>
              </a:p>
              <a:p>
                <a:pPr algn="l"/>
                <a:r>
                  <a:rPr lang="en-US" dirty="0"/>
                  <a:t>Viability</a:t>
                </a:r>
              </a:p>
            </p:txBody>
          </p:sp>
          <p:grpSp>
            <p:nvGrpSpPr>
              <p:cNvPr id="78" name="Group 77">
                <a:extLst>
                  <a:ext uri="{FF2B5EF4-FFF2-40B4-BE49-F238E27FC236}">
                    <a16:creationId xmlns:a16="http://schemas.microsoft.com/office/drawing/2014/main" id="{13AAECD0-E391-2CDC-0015-77D24C601215}"/>
                  </a:ext>
                </a:extLst>
              </p:cNvPr>
              <p:cNvGrpSpPr/>
              <p:nvPr/>
            </p:nvGrpSpPr>
            <p:grpSpPr>
              <a:xfrm>
                <a:off x="4647149" y="4690044"/>
                <a:ext cx="3035300" cy="1746019"/>
                <a:chOff x="8458994" y="2108200"/>
                <a:chExt cx="3035300" cy="1728732"/>
              </a:xfrm>
            </p:grpSpPr>
            <p:sp>
              <p:nvSpPr>
                <p:cNvPr id="92" name="Rounded Rectangle 95">
                  <a:extLst>
                    <a:ext uri="{FF2B5EF4-FFF2-40B4-BE49-F238E27FC236}">
                      <a16:creationId xmlns:a16="http://schemas.microsoft.com/office/drawing/2014/main" id="{03DA39C7-D01E-36B7-AAA6-05EB1FAB27F4}"/>
                    </a:ext>
                  </a:extLst>
                </p:cNvPr>
                <p:cNvSpPr/>
                <p:nvPr/>
              </p:nvSpPr>
              <p:spPr>
                <a:xfrm>
                  <a:off x="8458994" y="2108200"/>
                  <a:ext cx="3035300" cy="1728732"/>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93" name="TextBox 92">
                  <a:extLst>
                    <a:ext uri="{FF2B5EF4-FFF2-40B4-BE49-F238E27FC236}">
                      <a16:creationId xmlns:a16="http://schemas.microsoft.com/office/drawing/2014/main" id="{BE786A18-2229-7FEC-6E54-053EEC1C62AE}"/>
                    </a:ext>
                  </a:extLst>
                </p:cNvPr>
                <p:cNvSpPr txBox="1"/>
                <p:nvPr/>
              </p:nvSpPr>
              <p:spPr>
                <a:xfrm>
                  <a:off x="8632825" y="2571884"/>
                  <a:ext cx="2756941" cy="1059188"/>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alpha val="50000"/>
                        </a:prstClr>
                      </a:solidFill>
                      <a:effectLst/>
                      <a:uLnTx/>
                      <a:uFillTx/>
                      <a:latin typeface="Darker Grotesque" pitchFamily="2" charset="0"/>
                    </a:defRPr>
                  </a:lvl1pPr>
                </a:lstStyle>
                <a:p>
                  <a:pPr>
                    <a:lnSpc>
                      <a:spcPct val="150000"/>
                    </a:lnSpc>
                  </a:pPr>
                  <a:r>
                    <a:rPr lang="en-US" dirty="0"/>
                    <a:t>Cost: ~$30K total</a:t>
                  </a:r>
                </a:p>
                <a:p>
                  <a:pPr>
                    <a:lnSpc>
                      <a:spcPct val="150000"/>
                    </a:lnSpc>
                  </a:pPr>
                  <a:r>
                    <a:rPr lang="en-US" dirty="0"/>
                    <a:t>ROI: 200–250% (3 yrs)</a:t>
                  </a:r>
                </a:p>
                <a:p>
                  <a:pPr>
                    <a:lnSpc>
                      <a:spcPct val="150000"/>
                    </a:lnSpc>
                  </a:pPr>
                  <a:r>
                    <a:rPr lang="en-US" dirty="0"/>
                    <a:t>Saves ~$2K/user/year</a:t>
                  </a:r>
                </a:p>
              </p:txBody>
            </p:sp>
            <p:sp>
              <p:nvSpPr>
                <p:cNvPr id="94" name="TextBox 93">
                  <a:extLst>
                    <a:ext uri="{FF2B5EF4-FFF2-40B4-BE49-F238E27FC236}">
                      <a16:creationId xmlns:a16="http://schemas.microsoft.com/office/drawing/2014/main" id="{76A699B6-889A-972E-6725-08101045FF88}"/>
                    </a:ext>
                  </a:extLst>
                </p:cNvPr>
                <p:cNvSpPr txBox="1"/>
                <p:nvPr/>
              </p:nvSpPr>
              <p:spPr>
                <a:xfrm>
                  <a:off x="9020747" y="2329504"/>
                  <a:ext cx="817211" cy="199852"/>
                </a:xfrm>
                <a:prstGeom prst="rect">
                  <a:avLst/>
                </a:prstGeom>
                <a:noFill/>
              </p:spPr>
              <p:txBody>
                <a:bodyPr wrap="non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lang="en-US" b="1" dirty="0"/>
                    <a:t>Economic</a:t>
                  </a:r>
                  <a:endParaRPr lang="en-US" dirty="0"/>
                </a:p>
              </p:txBody>
            </p:sp>
          </p:grpSp>
          <p:grpSp>
            <p:nvGrpSpPr>
              <p:cNvPr id="79" name="Group 78">
                <a:extLst>
                  <a:ext uri="{FF2B5EF4-FFF2-40B4-BE49-F238E27FC236}">
                    <a16:creationId xmlns:a16="http://schemas.microsoft.com/office/drawing/2014/main" id="{E90B2458-C42F-F79B-229E-C18DB05EA400}"/>
                  </a:ext>
                </a:extLst>
              </p:cNvPr>
              <p:cNvGrpSpPr/>
              <p:nvPr/>
            </p:nvGrpSpPr>
            <p:grpSpPr>
              <a:xfrm>
                <a:off x="4647149" y="2725360"/>
                <a:ext cx="3035300" cy="1645047"/>
                <a:chOff x="8458994" y="2108199"/>
                <a:chExt cx="3035300" cy="1628760"/>
              </a:xfrm>
            </p:grpSpPr>
            <p:sp>
              <p:nvSpPr>
                <p:cNvPr id="89" name="Rounded Rectangle 95">
                  <a:extLst>
                    <a:ext uri="{FF2B5EF4-FFF2-40B4-BE49-F238E27FC236}">
                      <a16:creationId xmlns:a16="http://schemas.microsoft.com/office/drawing/2014/main" id="{A71F4825-4453-F54A-F420-CE935B78B9C5}"/>
                    </a:ext>
                  </a:extLst>
                </p:cNvPr>
                <p:cNvSpPr/>
                <p:nvPr/>
              </p:nvSpPr>
              <p:spPr>
                <a:xfrm>
                  <a:off x="8458994" y="2108199"/>
                  <a:ext cx="3035300" cy="1628760"/>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90" name="TextBox 89">
                  <a:extLst>
                    <a:ext uri="{FF2B5EF4-FFF2-40B4-BE49-F238E27FC236}">
                      <a16:creationId xmlns:a16="http://schemas.microsoft.com/office/drawing/2014/main" id="{091C9C28-232D-EF57-FC5E-9C8CFA332221}"/>
                    </a:ext>
                  </a:extLst>
                </p:cNvPr>
                <p:cNvSpPr txBox="1"/>
                <p:nvPr/>
              </p:nvSpPr>
              <p:spPr>
                <a:xfrm>
                  <a:off x="8632825" y="2571884"/>
                  <a:ext cx="2756941" cy="1059188"/>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alpha val="50000"/>
                        </a:prstClr>
                      </a:solidFill>
                      <a:effectLst/>
                      <a:uLnTx/>
                      <a:uFillTx/>
                      <a:latin typeface="Darker Grotesque" pitchFamily="2" charset="0"/>
                    </a:defRPr>
                  </a:lvl1pPr>
                </a:lstStyle>
                <a:p>
                  <a:pPr>
                    <a:lnSpc>
                      <a:spcPct val="150000"/>
                    </a:lnSpc>
                  </a:pPr>
                  <a:r>
                    <a:rPr lang="en-US" dirty="0"/>
                    <a:t> Automates investing</a:t>
                  </a:r>
                </a:p>
                <a:p>
                  <a:pPr>
                    <a:lnSpc>
                      <a:spcPct val="150000"/>
                    </a:lnSpc>
                  </a:pPr>
                  <a:r>
                    <a:rPr lang="en-US" dirty="0"/>
                    <a:t> Easy to use, minimal training</a:t>
                  </a:r>
                </a:p>
                <a:p>
                  <a:pPr>
                    <a:lnSpc>
                      <a:spcPct val="150000"/>
                    </a:lnSpc>
                  </a:pPr>
                  <a:r>
                    <a:rPr lang="en-US" dirty="0"/>
                    <a:t> Phased rollout with support</a:t>
                  </a:r>
                </a:p>
              </p:txBody>
            </p:sp>
            <p:sp>
              <p:nvSpPr>
                <p:cNvPr id="91" name="TextBox 90">
                  <a:extLst>
                    <a:ext uri="{FF2B5EF4-FFF2-40B4-BE49-F238E27FC236}">
                      <a16:creationId xmlns:a16="http://schemas.microsoft.com/office/drawing/2014/main" id="{6E1D74F8-736A-CB85-F702-9F0D1A9705FB}"/>
                    </a:ext>
                  </a:extLst>
                </p:cNvPr>
                <p:cNvSpPr txBox="1"/>
                <p:nvPr/>
              </p:nvSpPr>
              <p:spPr>
                <a:xfrm>
                  <a:off x="9020747" y="2298324"/>
                  <a:ext cx="1013098" cy="199852"/>
                </a:xfrm>
                <a:prstGeom prst="rect">
                  <a:avLst/>
                </a:prstGeom>
                <a:noFill/>
              </p:spPr>
              <p:txBody>
                <a:bodyPr wrap="non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kumimoji="0" lang="en-US" sz="1600" b="1"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rPr>
                    <a:t>Operational</a:t>
                  </a:r>
                  <a:endParaRPr lang="en-US" b="1" dirty="0"/>
                </a:p>
              </p:txBody>
            </p:sp>
          </p:grpSp>
          <p:grpSp>
            <p:nvGrpSpPr>
              <p:cNvPr id="80" name="Group 79">
                <a:extLst>
                  <a:ext uri="{FF2B5EF4-FFF2-40B4-BE49-F238E27FC236}">
                    <a16:creationId xmlns:a16="http://schemas.microsoft.com/office/drawing/2014/main" id="{357D51B4-18FD-FC72-DC5A-40A9ED6D4BEE}"/>
                  </a:ext>
                </a:extLst>
              </p:cNvPr>
              <p:cNvGrpSpPr/>
              <p:nvPr/>
            </p:nvGrpSpPr>
            <p:grpSpPr>
              <a:xfrm>
                <a:off x="448424" y="4175380"/>
                <a:ext cx="3837281" cy="2260683"/>
                <a:chOff x="8535083" y="2146908"/>
                <a:chExt cx="3035300" cy="1933508"/>
              </a:xfrm>
            </p:grpSpPr>
            <p:sp>
              <p:nvSpPr>
                <p:cNvPr id="86" name="Rounded Rectangle 95">
                  <a:extLst>
                    <a:ext uri="{FF2B5EF4-FFF2-40B4-BE49-F238E27FC236}">
                      <a16:creationId xmlns:a16="http://schemas.microsoft.com/office/drawing/2014/main" id="{8CB30561-E34C-9F50-CD3D-FF1926C953C4}"/>
                    </a:ext>
                  </a:extLst>
                </p:cNvPr>
                <p:cNvSpPr/>
                <p:nvPr/>
              </p:nvSpPr>
              <p:spPr>
                <a:xfrm>
                  <a:off x="8535083" y="2146908"/>
                  <a:ext cx="3035300" cy="1933508"/>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87" name="TextBox 86">
                  <a:extLst>
                    <a:ext uri="{FF2B5EF4-FFF2-40B4-BE49-F238E27FC236}">
                      <a16:creationId xmlns:a16="http://schemas.microsoft.com/office/drawing/2014/main" id="{3FC632AD-D3FB-6E76-3F79-6C508ADC37A2}"/>
                    </a:ext>
                  </a:extLst>
                </p:cNvPr>
                <p:cNvSpPr txBox="1"/>
                <p:nvPr/>
              </p:nvSpPr>
              <p:spPr>
                <a:xfrm>
                  <a:off x="8728466" y="2571884"/>
                  <a:ext cx="2756941" cy="1424862"/>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nSpc>
                      <a:spcPct val="150000"/>
                    </a:lnSpc>
                  </a:pPr>
                  <a:r>
                    <a:rPr lang="en-GB" dirty="0">
                      <a:solidFill>
                        <a:prstClr val="white">
                          <a:alpha val="50000"/>
                        </a:prstClr>
                      </a:solidFill>
                    </a:rPr>
                    <a:t>Stack: Python, React, Flutter, Docker</a:t>
                  </a:r>
                </a:p>
                <a:p>
                  <a:pPr>
                    <a:lnSpc>
                      <a:spcPct val="150000"/>
                    </a:lnSpc>
                  </a:pPr>
                  <a:r>
                    <a:rPr lang="en-GB" dirty="0">
                      <a:solidFill>
                        <a:prstClr val="white">
                          <a:alpha val="50000"/>
                        </a:prstClr>
                      </a:solidFill>
                    </a:rPr>
                    <a:t>APIs: IEX, Alpha Vantage</a:t>
                  </a:r>
                </a:p>
                <a:p>
                  <a:pPr>
                    <a:lnSpc>
                      <a:spcPct val="150000"/>
                    </a:lnSpc>
                  </a:pPr>
                  <a:r>
                    <a:rPr lang="en-GB" dirty="0">
                      <a:solidFill>
                        <a:prstClr val="white">
                          <a:alpha val="50000"/>
                        </a:prstClr>
                      </a:solidFill>
                    </a:rPr>
                    <a:t>Cloud: AWS/Firebase, OAuth 2.0, 2FA</a:t>
                  </a:r>
                </a:p>
                <a:p>
                  <a:pPr>
                    <a:lnSpc>
                      <a:spcPct val="150000"/>
                    </a:lnSpc>
                  </a:pPr>
                  <a:r>
                    <a:rPr lang="en-GB" dirty="0">
                      <a:solidFill>
                        <a:prstClr val="white">
                          <a:alpha val="50000"/>
                        </a:prstClr>
                      </a:solidFill>
                    </a:rPr>
                    <a:t>Scalable &amp; secure</a:t>
                  </a:r>
                  <a:endParaRPr lang="en-US" dirty="0">
                    <a:solidFill>
                      <a:prstClr val="white">
                        <a:alpha val="50000"/>
                      </a:prstClr>
                    </a:solidFill>
                  </a:endParaRPr>
                </a:p>
              </p:txBody>
            </p:sp>
            <p:sp>
              <p:nvSpPr>
                <p:cNvPr id="88" name="TextBox 87">
                  <a:extLst>
                    <a:ext uri="{FF2B5EF4-FFF2-40B4-BE49-F238E27FC236}">
                      <a16:creationId xmlns:a16="http://schemas.microsoft.com/office/drawing/2014/main" id="{41AA530E-8493-87D6-AE6C-28E766C92954}"/>
                    </a:ext>
                  </a:extLst>
                </p:cNvPr>
                <p:cNvSpPr txBox="1"/>
                <p:nvPr/>
              </p:nvSpPr>
              <p:spPr>
                <a:xfrm>
                  <a:off x="9013474" y="2372034"/>
                  <a:ext cx="616441" cy="199851"/>
                </a:xfrm>
                <a:prstGeom prst="rect">
                  <a:avLst/>
                </a:prstGeom>
                <a:noFill/>
              </p:spPr>
              <p:txBody>
                <a:bodyPr wrap="none" lIns="0" tIns="0" rIns="0" bIns="0" anchor="t">
                  <a:spAutoFit/>
                </a:bodyPr>
                <a:lstStyle>
                  <a:defPPr>
                    <a:defRPr lang="en-US"/>
                  </a:defPPr>
                  <a:lvl1pPr marR="0" lvl="0" indent="0" fontAlgn="auto">
                    <a:lnSpc>
                      <a:spcPct val="90000"/>
                    </a:lnSpc>
                    <a:spcBef>
                      <a:spcPts val="0"/>
                    </a:spcBef>
                    <a:spcAft>
                      <a:spcPts val="0"/>
                    </a:spcAft>
                    <a:buClrTx/>
                    <a:buSzTx/>
                    <a:buFontTx/>
                    <a:buNone/>
                    <a:tabLst/>
                    <a:defRPr kumimoji="0" sz="3000" i="0" u="none" strike="noStrike" cap="none" normalizeH="0">
                      <a:ln>
                        <a:noFill/>
                      </a:ln>
                      <a:solidFill>
                        <a:prstClr val="white"/>
                      </a:solidFill>
                      <a:effectLst/>
                      <a:uLnTx/>
                      <a:uFillTx/>
                      <a:latin typeface="Poppins SemiBold" panose="00000700000000000000" pitchFamily="2" charset="0"/>
                      <a:cs typeface="Poppins SemiBold" panose="00000700000000000000" pitchFamily="2" charset="0"/>
                    </a:defRPr>
                  </a:lvl1pPr>
                </a:lstStyle>
                <a:p>
                  <a:pPr>
                    <a:lnSpc>
                      <a:spcPct val="80000"/>
                    </a:lnSpc>
                    <a:defRPr/>
                  </a:pPr>
                  <a:r>
                    <a:rPr kumimoji="0" lang="en-US" sz="1600" b="1"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rPr>
                    <a:t>Technical</a:t>
                  </a:r>
                </a:p>
              </p:txBody>
            </p:sp>
          </p:grpSp>
          <p:cxnSp>
            <p:nvCxnSpPr>
              <p:cNvPr id="81" name="Straight Connector 80">
                <a:extLst>
                  <a:ext uri="{FF2B5EF4-FFF2-40B4-BE49-F238E27FC236}">
                    <a16:creationId xmlns:a16="http://schemas.microsoft.com/office/drawing/2014/main" id="{209BA8D7-3892-63F7-732F-38E96DCB575B}"/>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82" name="Group 81">
                <a:extLst>
                  <a:ext uri="{FF2B5EF4-FFF2-40B4-BE49-F238E27FC236}">
                    <a16:creationId xmlns:a16="http://schemas.microsoft.com/office/drawing/2014/main" id="{1EE2895A-345E-F89B-DC68-90D16CCC63F4}"/>
                  </a:ext>
                </a:extLst>
              </p:cNvPr>
              <p:cNvGrpSpPr/>
              <p:nvPr/>
            </p:nvGrpSpPr>
            <p:grpSpPr>
              <a:xfrm>
                <a:off x="5842207" y="369986"/>
                <a:ext cx="507586" cy="507586"/>
                <a:chOff x="5867902" y="316578"/>
                <a:chExt cx="507586" cy="507586"/>
              </a:xfrm>
            </p:grpSpPr>
            <p:sp useBgFill="1">
              <p:nvSpPr>
                <p:cNvPr id="84" name="Oval 83">
                  <a:extLst>
                    <a:ext uri="{FF2B5EF4-FFF2-40B4-BE49-F238E27FC236}">
                      <a16:creationId xmlns:a16="http://schemas.microsoft.com/office/drawing/2014/main" id="{83036C46-BE7A-4022-FFE5-707EA8474224}"/>
                    </a:ext>
                  </a:extLst>
                </p:cNvPr>
                <p:cNvSpPr/>
                <p:nvPr/>
              </p:nvSpPr>
              <p:spPr>
                <a:xfrm>
                  <a:off x="5867902" y="316578"/>
                  <a:ext cx="507586" cy="507586"/>
                </a:xfrm>
                <a:prstGeom prst="ellipse">
                  <a:avLst/>
                </a:prstGeom>
                <a:blipFill dpi="0" rotWithShape="0">
                  <a:blip r:embed="rId2">
                    <a:lum/>
                  </a:blip>
                  <a:srcRect/>
                  <a:stretch>
                    <a:fillRect l="-765603" t="-367961" r="-1536354"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85" name="Graphic 84">
                  <a:extLst>
                    <a:ext uri="{FF2B5EF4-FFF2-40B4-BE49-F238E27FC236}">
                      <a16:creationId xmlns:a16="http://schemas.microsoft.com/office/drawing/2014/main" id="{8F7D5C0E-E21F-5AB2-2158-53F7ADBFC6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95695" y="444371"/>
                  <a:ext cx="252000" cy="252000"/>
                </a:xfrm>
                <a:prstGeom prst="rect">
                  <a:avLst/>
                </a:prstGeom>
              </p:spPr>
            </p:pic>
          </p:grpSp>
          <p:pic>
            <p:nvPicPr>
              <p:cNvPr id="83" name="Picture 82" descr="A screenshot of a black background&#10;&#10;AI-generated content may be incorrect.">
                <a:extLst>
                  <a:ext uri="{FF2B5EF4-FFF2-40B4-BE49-F238E27FC236}">
                    <a16:creationId xmlns:a16="http://schemas.microsoft.com/office/drawing/2014/main" id="{FA307E66-A810-F915-14CB-33C9FDC7BA61}"/>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6949310" y="733254"/>
                <a:ext cx="4994597" cy="8555454"/>
              </a:xfrm>
              <a:prstGeom prst="rect">
                <a:avLst/>
              </a:prstGeom>
            </p:spPr>
          </p:pic>
        </p:grpSp>
        <p:grpSp>
          <p:nvGrpSpPr>
            <p:cNvPr id="65" name="Google Shape;9866;p62">
              <a:extLst>
                <a:ext uri="{FF2B5EF4-FFF2-40B4-BE49-F238E27FC236}">
                  <a16:creationId xmlns:a16="http://schemas.microsoft.com/office/drawing/2014/main" id="{5EB3AB6B-C82A-99F7-431A-1485392CFC99}"/>
                </a:ext>
              </a:extLst>
            </p:cNvPr>
            <p:cNvGrpSpPr/>
            <p:nvPr/>
          </p:nvGrpSpPr>
          <p:grpSpPr>
            <a:xfrm>
              <a:off x="691771" y="4415545"/>
              <a:ext cx="265760" cy="265560"/>
              <a:chOff x="1413250" y="2680675"/>
              <a:chExt cx="297750" cy="297525"/>
            </a:xfrm>
            <a:solidFill>
              <a:schemeClr val="bg1"/>
            </a:solidFill>
          </p:grpSpPr>
          <p:sp>
            <p:nvSpPr>
              <p:cNvPr id="73" name="Google Shape;9867;p62">
                <a:extLst>
                  <a:ext uri="{FF2B5EF4-FFF2-40B4-BE49-F238E27FC236}">
                    <a16:creationId xmlns:a16="http://schemas.microsoft.com/office/drawing/2014/main" id="{6C6BED06-B43C-ECAF-1420-8C6949E1729C}"/>
                  </a:ext>
                </a:extLst>
              </p:cNvPr>
              <p:cNvSpPr/>
              <p:nvPr/>
            </p:nvSpPr>
            <p:spPr>
              <a:xfrm>
                <a:off x="1413250" y="2680675"/>
                <a:ext cx="297750" cy="297525"/>
              </a:xfrm>
              <a:custGeom>
                <a:avLst/>
                <a:gdLst/>
                <a:ahLst/>
                <a:cxnLst/>
                <a:rect l="l" t="t" r="r" b="b"/>
                <a:pathLst>
                  <a:path w="11910" h="11901" extrusionOk="0">
                    <a:moveTo>
                      <a:pt x="10460" y="1418"/>
                    </a:moveTo>
                    <a:lnTo>
                      <a:pt x="10460" y="7719"/>
                    </a:lnTo>
                    <a:lnTo>
                      <a:pt x="1387" y="7719"/>
                    </a:lnTo>
                    <a:lnTo>
                      <a:pt x="1387" y="1418"/>
                    </a:lnTo>
                    <a:close/>
                    <a:moveTo>
                      <a:pt x="5577" y="8380"/>
                    </a:moveTo>
                    <a:lnTo>
                      <a:pt x="5577" y="9105"/>
                    </a:lnTo>
                    <a:lnTo>
                      <a:pt x="5167" y="9105"/>
                    </a:lnTo>
                    <a:lnTo>
                      <a:pt x="5451" y="8380"/>
                    </a:lnTo>
                    <a:close/>
                    <a:moveTo>
                      <a:pt x="6396" y="8380"/>
                    </a:moveTo>
                    <a:lnTo>
                      <a:pt x="6679" y="9105"/>
                    </a:lnTo>
                    <a:lnTo>
                      <a:pt x="6270" y="9105"/>
                    </a:lnTo>
                    <a:lnTo>
                      <a:pt x="6270" y="8380"/>
                    </a:lnTo>
                    <a:close/>
                    <a:moveTo>
                      <a:pt x="5955" y="0"/>
                    </a:moveTo>
                    <a:cubicBezTo>
                      <a:pt x="5766" y="0"/>
                      <a:pt x="5608" y="158"/>
                      <a:pt x="5608" y="347"/>
                    </a:cubicBezTo>
                    <a:lnTo>
                      <a:pt x="5608" y="725"/>
                    </a:lnTo>
                    <a:lnTo>
                      <a:pt x="378" y="725"/>
                    </a:lnTo>
                    <a:cubicBezTo>
                      <a:pt x="158" y="725"/>
                      <a:pt x="0" y="882"/>
                      <a:pt x="0" y="1071"/>
                    </a:cubicBezTo>
                    <a:cubicBezTo>
                      <a:pt x="0" y="1260"/>
                      <a:pt x="158" y="1418"/>
                      <a:pt x="378" y="1418"/>
                    </a:cubicBezTo>
                    <a:lnTo>
                      <a:pt x="725" y="1418"/>
                    </a:lnTo>
                    <a:lnTo>
                      <a:pt x="725" y="7719"/>
                    </a:lnTo>
                    <a:lnTo>
                      <a:pt x="378" y="7719"/>
                    </a:lnTo>
                    <a:cubicBezTo>
                      <a:pt x="189" y="7719"/>
                      <a:pt x="32" y="7876"/>
                      <a:pt x="32" y="8097"/>
                    </a:cubicBezTo>
                    <a:cubicBezTo>
                      <a:pt x="32" y="8286"/>
                      <a:pt x="189" y="8443"/>
                      <a:pt x="378" y="8443"/>
                    </a:cubicBezTo>
                    <a:lnTo>
                      <a:pt x="4758" y="8443"/>
                    </a:lnTo>
                    <a:lnTo>
                      <a:pt x="3560" y="11436"/>
                    </a:lnTo>
                    <a:cubicBezTo>
                      <a:pt x="3497" y="11625"/>
                      <a:pt x="3560" y="11814"/>
                      <a:pt x="3749" y="11877"/>
                    </a:cubicBezTo>
                    <a:cubicBezTo>
                      <a:pt x="3803" y="11893"/>
                      <a:pt x="3855" y="11901"/>
                      <a:pt x="3903" y="11901"/>
                    </a:cubicBezTo>
                    <a:cubicBezTo>
                      <a:pt x="4052" y="11901"/>
                      <a:pt x="4167" y="11824"/>
                      <a:pt x="4191" y="11657"/>
                    </a:cubicBezTo>
                    <a:lnTo>
                      <a:pt x="4947" y="9830"/>
                    </a:lnTo>
                    <a:lnTo>
                      <a:pt x="5608" y="9830"/>
                    </a:lnTo>
                    <a:lnTo>
                      <a:pt x="5608" y="10838"/>
                    </a:lnTo>
                    <a:cubicBezTo>
                      <a:pt x="5608" y="11027"/>
                      <a:pt x="5766" y="11184"/>
                      <a:pt x="5955" y="11184"/>
                    </a:cubicBezTo>
                    <a:cubicBezTo>
                      <a:pt x="6175" y="11184"/>
                      <a:pt x="6333" y="11027"/>
                      <a:pt x="6333" y="10838"/>
                    </a:cubicBezTo>
                    <a:lnTo>
                      <a:pt x="6333" y="9830"/>
                    </a:lnTo>
                    <a:lnTo>
                      <a:pt x="6995" y="9830"/>
                    </a:lnTo>
                    <a:lnTo>
                      <a:pt x="7751" y="11657"/>
                    </a:lnTo>
                    <a:cubicBezTo>
                      <a:pt x="7798" y="11824"/>
                      <a:pt x="7918" y="11901"/>
                      <a:pt x="8042" y="11901"/>
                    </a:cubicBezTo>
                    <a:cubicBezTo>
                      <a:pt x="8082" y="11901"/>
                      <a:pt x="8122" y="11893"/>
                      <a:pt x="8160" y="11877"/>
                    </a:cubicBezTo>
                    <a:cubicBezTo>
                      <a:pt x="8381" y="11783"/>
                      <a:pt x="8444" y="11594"/>
                      <a:pt x="8381" y="11436"/>
                    </a:cubicBezTo>
                    <a:lnTo>
                      <a:pt x="7184" y="8443"/>
                    </a:lnTo>
                    <a:lnTo>
                      <a:pt x="11563" y="8443"/>
                    </a:lnTo>
                    <a:cubicBezTo>
                      <a:pt x="11752" y="8443"/>
                      <a:pt x="11909" y="8286"/>
                      <a:pt x="11909" y="8097"/>
                    </a:cubicBezTo>
                    <a:cubicBezTo>
                      <a:pt x="11909" y="7876"/>
                      <a:pt x="11752" y="7719"/>
                      <a:pt x="11563" y="7719"/>
                    </a:cubicBezTo>
                    <a:lnTo>
                      <a:pt x="11185" y="7719"/>
                    </a:lnTo>
                    <a:lnTo>
                      <a:pt x="11185" y="1418"/>
                    </a:lnTo>
                    <a:lnTo>
                      <a:pt x="11563" y="1418"/>
                    </a:lnTo>
                    <a:cubicBezTo>
                      <a:pt x="11752" y="1418"/>
                      <a:pt x="11909" y="1260"/>
                      <a:pt x="11909" y="1071"/>
                    </a:cubicBezTo>
                    <a:cubicBezTo>
                      <a:pt x="11909" y="882"/>
                      <a:pt x="11752" y="725"/>
                      <a:pt x="11563" y="725"/>
                    </a:cubicBezTo>
                    <a:lnTo>
                      <a:pt x="6301" y="725"/>
                    </a:lnTo>
                    <a:lnTo>
                      <a:pt x="6301" y="347"/>
                    </a:lnTo>
                    <a:cubicBezTo>
                      <a:pt x="6301" y="158"/>
                      <a:pt x="6144" y="0"/>
                      <a:pt x="59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9868;p62">
                <a:extLst>
                  <a:ext uri="{FF2B5EF4-FFF2-40B4-BE49-F238E27FC236}">
                    <a16:creationId xmlns:a16="http://schemas.microsoft.com/office/drawing/2014/main" id="{C7CE460B-DDCB-3C12-3731-11A4D628D552}"/>
                  </a:ext>
                </a:extLst>
              </p:cNvPr>
              <p:cNvSpPr/>
              <p:nvPr/>
            </p:nvSpPr>
            <p:spPr>
              <a:xfrm>
                <a:off x="1465225" y="2805100"/>
                <a:ext cx="52800" cy="52025"/>
              </a:xfrm>
              <a:custGeom>
                <a:avLst/>
                <a:gdLst/>
                <a:ahLst/>
                <a:cxnLst/>
                <a:rect l="l" t="t" r="r" b="b"/>
                <a:pathLst>
                  <a:path w="2112" h="2081" extrusionOk="0">
                    <a:moveTo>
                      <a:pt x="1387" y="663"/>
                    </a:moveTo>
                    <a:lnTo>
                      <a:pt x="1387" y="1387"/>
                    </a:lnTo>
                    <a:lnTo>
                      <a:pt x="694" y="1387"/>
                    </a:lnTo>
                    <a:lnTo>
                      <a:pt x="694" y="663"/>
                    </a:lnTo>
                    <a:close/>
                    <a:moveTo>
                      <a:pt x="347" y="1"/>
                    </a:moveTo>
                    <a:cubicBezTo>
                      <a:pt x="158" y="1"/>
                      <a:pt x="1" y="158"/>
                      <a:pt x="1" y="347"/>
                    </a:cubicBezTo>
                    <a:lnTo>
                      <a:pt x="1" y="1734"/>
                    </a:lnTo>
                    <a:cubicBezTo>
                      <a:pt x="1" y="1923"/>
                      <a:pt x="158" y="2080"/>
                      <a:pt x="347" y="2080"/>
                    </a:cubicBezTo>
                    <a:lnTo>
                      <a:pt x="1765" y="2080"/>
                    </a:lnTo>
                    <a:cubicBezTo>
                      <a:pt x="1954" y="2080"/>
                      <a:pt x="2112" y="1923"/>
                      <a:pt x="2112" y="1734"/>
                    </a:cubicBezTo>
                    <a:lnTo>
                      <a:pt x="2112" y="347"/>
                    </a:lnTo>
                    <a:cubicBezTo>
                      <a:pt x="2112" y="158"/>
                      <a:pt x="1954"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9869;p62">
                <a:extLst>
                  <a:ext uri="{FF2B5EF4-FFF2-40B4-BE49-F238E27FC236}">
                    <a16:creationId xmlns:a16="http://schemas.microsoft.com/office/drawing/2014/main" id="{3FF92177-0872-ED03-DC87-A7FA9E170F8B}"/>
                  </a:ext>
                </a:extLst>
              </p:cNvPr>
              <p:cNvSpPr/>
              <p:nvPr/>
            </p:nvSpPr>
            <p:spPr>
              <a:xfrm>
                <a:off x="1535325" y="2769675"/>
                <a:ext cx="52800" cy="87450"/>
              </a:xfrm>
              <a:custGeom>
                <a:avLst/>
                <a:gdLst/>
                <a:ahLst/>
                <a:cxnLst/>
                <a:rect l="l" t="t" r="r" b="b"/>
                <a:pathLst>
                  <a:path w="2112" h="3498" extrusionOk="0">
                    <a:moveTo>
                      <a:pt x="1387" y="662"/>
                    </a:moveTo>
                    <a:lnTo>
                      <a:pt x="1387" y="2741"/>
                    </a:lnTo>
                    <a:lnTo>
                      <a:pt x="694" y="2741"/>
                    </a:lnTo>
                    <a:lnTo>
                      <a:pt x="694" y="662"/>
                    </a:lnTo>
                    <a:close/>
                    <a:moveTo>
                      <a:pt x="379" y="0"/>
                    </a:moveTo>
                    <a:cubicBezTo>
                      <a:pt x="158" y="0"/>
                      <a:pt x="1" y="158"/>
                      <a:pt x="1" y="347"/>
                    </a:cubicBezTo>
                    <a:lnTo>
                      <a:pt x="1" y="3151"/>
                    </a:lnTo>
                    <a:cubicBezTo>
                      <a:pt x="1" y="3340"/>
                      <a:pt x="158" y="3497"/>
                      <a:pt x="379" y="3497"/>
                    </a:cubicBezTo>
                    <a:lnTo>
                      <a:pt x="1733" y="3497"/>
                    </a:lnTo>
                    <a:lnTo>
                      <a:pt x="1733" y="3466"/>
                    </a:lnTo>
                    <a:cubicBezTo>
                      <a:pt x="1954" y="3466"/>
                      <a:pt x="2112" y="3308"/>
                      <a:pt x="2112" y="3119"/>
                    </a:cubicBezTo>
                    <a:lnTo>
                      <a:pt x="2112" y="347"/>
                    </a:lnTo>
                    <a:cubicBezTo>
                      <a:pt x="2112" y="158"/>
                      <a:pt x="1954" y="0"/>
                      <a:pt x="17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9870;p62">
                <a:extLst>
                  <a:ext uri="{FF2B5EF4-FFF2-40B4-BE49-F238E27FC236}">
                    <a16:creationId xmlns:a16="http://schemas.microsoft.com/office/drawing/2014/main" id="{06C3AB31-A99B-CCA5-EB22-F8D7FF78E3BD}"/>
                  </a:ext>
                </a:extLst>
              </p:cNvPr>
              <p:cNvSpPr/>
              <p:nvPr/>
            </p:nvSpPr>
            <p:spPr>
              <a:xfrm>
                <a:off x="1604650" y="2733425"/>
                <a:ext cx="52775" cy="122900"/>
              </a:xfrm>
              <a:custGeom>
                <a:avLst/>
                <a:gdLst/>
                <a:ahLst/>
                <a:cxnLst/>
                <a:rect l="l" t="t" r="r" b="b"/>
                <a:pathLst>
                  <a:path w="2111" h="4916" extrusionOk="0">
                    <a:moveTo>
                      <a:pt x="1418" y="726"/>
                    </a:moveTo>
                    <a:lnTo>
                      <a:pt x="1418" y="4254"/>
                    </a:lnTo>
                    <a:lnTo>
                      <a:pt x="725" y="4254"/>
                    </a:lnTo>
                    <a:lnTo>
                      <a:pt x="725" y="726"/>
                    </a:lnTo>
                    <a:close/>
                    <a:moveTo>
                      <a:pt x="347" y="1"/>
                    </a:moveTo>
                    <a:cubicBezTo>
                      <a:pt x="158" y="1"/>
                      <a:pt x="0" y="159"/>
                      <a:pt x="0" y="348"/>
                    </a:cubicBezTo>
                    <a:lnTo>
                      <a:pt x="0" y="4569"/>
                    </a:lnTo>
                    <a:cubicBezTo>
                      <a:pt x="0" y="4758"/>
                      <a:pt x="158" y="4916"/>
                      <a:pt x="347" y="4916"/>
                    </a:cubicBezTo>
                    <a:lnTo>
                      <a:pt x="1764" y="4916"/>
                    </a:lnTo>
                    <a:cubicBezTo>
                      <a:pt x="1953" y="4916"/>
                      <a:pt x="2111" y="4758"/>
                      <a:pt x="2111" y="4569"/>
                    </a:cubicBezTo>
                    <a:lnTo>
                      <a:pt x="2111" y="348"/>
                    </a:lnTo>
                    <a:cubicBezTo>
                      <a:pt x="2111" y="159"/>
                      <a:pt x="1953" y="1"/>
                      <a:pt x="17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 name="Google Shape;9711;p62">
              <a:extLst>
                <a:ext uri="{FF2B5EF4-FFF2-40B4-BE49-F238E27FC236}">
                  <a16:creationId xmlns:a16="http://schemas.microsoft.com/office/drawing/2014/main" id="{8F7E0C49-C7BD-7463-4E93-0B67E7BB32CC}"/>
                </a:ext>
              </a:extLst>
            </p:cNvPr>
            <p:cNvGrpSpPr/>
            <p:nvPr/>
          </p:nvGrpSpPr>
          <p:grpSpPr>
            <a:xfrm>
              <a:off x="4847458" y="4838728"/>
              <a:ext cx="271642" cy="271302"/>
              <a:chOff x="-60620800" y="2304600"/>
              <a:chExt cx="319000" cy="318600"/>
            </a:xfrm>
            <a:solidFill>
              <a:schemeClr val="bg1"/>
            </a:solidFill>
          </p:grpSpPr>
          <p:sp>
            <p:nvSpPr>
              <p:cNvPr id="70" name="Google Shape;9712;p62">
                <a:extLst>
                  <a:ext uri="{FF2B5EF4-FFF2-40B4-BE49-F238E27FC236}">
                    <a16:creationId xmlns:a16="http://schemas.microsoft.com/office/drawing/2014/main" id="{49E03B31-056F-9397-3369-4DF006D777FF}"/>
                  </a:ext>
                </a:extLst>
              </p:cNvPr>
              <p:cNvSpPr/>
              <p:nvPr/>
            </p:nvSpPr>
            <p:spPr>
              <a:xfrm>
                <a:off x="-60620800" y="2304600"/>
                <a:ext cx="319000" cy="318600"/>
              </a:xfrm>
              <a:custGeom>
                <a:avLst/>
                <a:gdLst/>
                <a:ahLst/>
                <a:cxnLst/>
                <a:rect l="l" t="t" r="r" b="b"/>
                <a:pathLst>
                  <a:path w="12760" h="12744" extrusionOk="0">
                    <a:moveTo>
                      <a:pt x="10939" y="845"/>
                    </a:moveTo>
                    <a:cubicBezTo>
                      <a:pt x="10969" y="845"/>
                      <a:pt x="11001" y="853"/>
                      <a:pt x="11027" y="866"/>
                    </a:cubicBezTo>
                    <a:lnTo>
                      <a:pt x="11752" y="1276"/>
                    </a:lnTo>
                    <a:cubicBezTo>
                      <a:pt x="11783" y="1339"/>
                      <a:pt x="11815" y="1433"/>
                      <a:pt x="11783" y="1465"/>
                    </a:cubicBezTo>
                    <a:lnTo>
                      <a:pt x="11437" y="2063"/>
                    </a:lnTo>
                    <a:lnTo>
                      <a:pt x="10491" y="1496"/>
                    </a:lnTo>
                    <a:lnTo>
                      <a:pt x="10838" y="898"/>
                    </a:lnTo>
                    <a:cubicBezTo>
                      <a:pt x="10856" y="861"/>
                      <a:pt x="10897" y="845"/>
                      <a:pt x="10939" y="845"/>
                    </a:cubicBezTo>
                    <a:close/>
                    <a:moveTo>
                      <a:pt x="10050" y="2252"/>
                    </a:moveTo>
                    <a:lnTo>
                      <a:pt x="10995" y="2819"/>
                    </a:lnTo>
                    <a:lnTo>
                      <a:pt x="8916" y="6379"/>
                    </a:lnTo>
                    <a:lnTo>
                      <a:pt x="7971" y="5844"/>
                    </a:lnTo>
                    <a:lnTo>
                      <a:pt x="10050" y="2252"/>
                    </a:lnTo>
                    <a:close/>
                    <a:moveTo>
                      <a:pt x="7813" y="6663"/>
                    </a:moveTo>
                    <a:lnTo>
                      <a:pt x="8318" y="6978"/>
                    </a:lnTo>
                    <a:lnTo>
                      <a:pt x="7782" y="7324"/>
                    </a:lnTo>
                    <a:lnTo>
                      <a:pt x="7813" y="6663"/>
                    </a:lnTo>
                    <a:close/>
                    <a:moveTo>
                      <a:pt x="11342" y="5245"/>
                    </a:moveTo>
                    <a:cubicBezTo>
                      <a:pt x="11594" y="5245"/>
                      <a:pt x="11752" y="5434"/>
                      <a:pt x="11752" y="5686"/>
                    </a:cubicBezTo>
                    <a:lnTo>
                      <a:pt x="11752" y="11483"/>
                    </a:lnTo>
                    <a:cubicBezTo>
                      <a:pt x="11752" y="11704"/>
                      <a:pt x="11531" y="11893"/>
                      <a:pt x="11342" y="11893"/>
                    </a:cubicBezTo>
                    <a:lnTo>
                      <a:pt x="1197" y="11893"/>
                    </a:lnTo>
                    <a:cubicBezTo>
                      <a:pt x="945" y="11893"/>
                      <a:pt x="788" y="11704"/>
                      <a:pt x="788" y="11483"/>
                    </a:cubicBezTo>
                    <a:lnTo>
                      <a:pt x="788" y="5686"/>
                    </a:lnTo>
                    <a:cubicBezTo>
                      <a:pt x="788" y="5434"/>
                      <a:pt x="977" y="5245"/>
                      <a:pt x="1197" y="5245"/>
                    </a:cubicBezTo>
                    <a:lnTo>
                      <a:pt x="7372" y="5245"/>
                    </a:lnTo>
                    <a:lnTo>
                      <a:pt x="7057" y="5749"/>
                    </a:lnTo>
                    <a:cubicBezTo>
                      <a:pt x="7026" y="5812"/>
                      <a:pt x="7026" y="5875"/>
                      <a:pt x="7026" y="5970"/>
                    </a:cubicBezTo>
                    <a:lnTo>
                      <a:pt x="6900" y="7734"/>
                    </a:lnTo>
                    <a:lnTo>
                      <a:pt x="5545" y="7734"/>
                    </a:lnTo>
                    <a:cubicBezTo>
                      <a:pt x="5325" y="7734"/>
                      <a:pt x="5167" y="7923"/>
                      <a:pt x="5167" y="8175"/>
                    </a:cubicBezTo>
                    <a:cubicBezTo>
                      <a:pt x="5167" y="8396"/>
                      <a:pt x="5356" y="8585"/>
                      <a:pt x="5545" y="8585"/>
                    </a:cubicBezTo>
                    <a:lnTo>
                      <a:pt x="10523" y="8585"/>
                    </a:lnTo>
                    <a:cubicBezTo>
                      <a:pt x="10743" y="8585"/>
                      <a:pt x="10964" y="8396"/>
                      <a:pt x="10964" y="8175"/>
                    </a:cubicBezTo>
                    <a:cubicBezTo>
                      <a:pt x="10964" y="7923"/>
                      <a:pt x="10743" y="7734"/>
                      <a:pt x="10523" y="7734"/>
                    </a:cubicBezTo>
                    <a:lnTo>
                      <a:pt x="8633" y="7734"/>
                    </a:lnTo>
                    <a:lnTo>
                      <a:pt x="9294" y="7293"/>
                    </a:lnTo>
                    <a:cubicBezTo>
                      <a:pt x="9326" y="7261"/>
                      <a:pt x="9420" y="7230"/>
                      <a:pt x="9420" y="7135"/>
                    </a:cubicBezTo>
                    <a:lnTo>
                      <a:pt x="10523" y="5245"/>
                    </a:lnTo>
                    <a:close/>
                    <a:moveTo>
                      <a:pt x="10933" y="0"/>
                    </a:moveTo>
                    <a:cubicBezTo>
                      <a:pt x="10599" y="0"/>
                      <a:pt x="10280" y="175"/>
                      <a:pt x="10113" y="488"/>
                    </a:cubicBezTo>
                    <a:lnTo>
                      <a:pt x="9578" y="1433"/>
                    </a:lnTo>
                    <a:lnTo>
                      <a:pt x="7877" y="4395"/>
                    </a:lnTo>
                    <a:lnTo>
                      <a:pt x="1229" y="4395"/>
                    </a:lnTo>
                    <a:cubicBezTo>
                      <a:pt x="567" y="4395"/>
                      <a:pt x="0" y="4930"/>
                      <a:pt x="0" y="5592"/>
                    </a:cubicBezTo>
                    <a:lnTo>
                      <a:pt x="0" y="11483"/>
                    </a:lnTo>
                    <a:cubicBezTo>
                      <a:pt x="0" y="12145"/>
                      <a:pt x="567" y="12743"/>
                      <a:pt x="1229" y="12743"/>
                    </a:cubicBezTo>
                    <a:lnTo>
                      <a:pt x="11374" y="12743"/>
                    </a:lnTo>
                    <a:cubicBezTo>
                      <a:pt x="12067" y="12743"/>
                      <a:pt x="12602" y="12176"/>
                      <a:pt x="12602" y="11483"/>
                    </a:cubicBezTo>
                    <a:lnTo>
                      <a:pt x="12602" y="5686"/>
                    </a:lnTo>
                    <a:cubicBezTo>
                      <a:pt x="12602" y="5025"/>
                      <a:pt x="12067" y="4458"/>
                      <a:pt x="11374" y="4458"/>
                    </a:cubicBezTo>
                    <a:lnTo>
                      <a:pt x="11027" y="4458"/>
                    </a:lnTo>
                    <a:lnTo>
                      <a:pt x="12508" y="1937"/>
                    </a:lnTo>
                    <a:cubicBezTo>
                      <a:pt x="12760" y="1433"/>
                      <a:pt x="12602" y="835"/>
                      <a:pt x="12130" y="551"/>
                    </a:cubicBezTo>
                    <a:lnTo>
                      <a:pt x="11437" y="141"/>
                    </a:lnTo>
                    <a:cubicBezTo>
                      <a:pt x="11277" y="46"/>
                      <a:pt x="11103" y="0"/>
                      <a:pt x="109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9713;p62">
                <a:extLst>
                  <a:ext uri="{FF2B5EF4-FFF2-40B4-BE49-F238E27FC236}">
                    <a16:creationId xmlns:a16="http://schemas.microsoft.com/office/drawing/2014/main" id="{F99B1843-F2F5-8DF0-11DB-E9F8199A1484}"/>
                  </a:ext>
                </a:extLst>
              </p:cNvPr>
              <p:cNvSpPr/>
              <p:nvPr/>
            </p:nvSpPr>
            <p:spPr>
              <a:xfrm>
                <a:off x="-60491625" y="2560150"/>
                <a:ext cx="144925" cy="20525"/>
              </a:xfrm>
              <a:custGeom>
                <a:avLst/>
                <a:gdLst/>
                <a:ahLst/>
                <a:cxnLst/>
                <a:rect l="l" t="t" r="r" b="b"/>
                <a:pathLst>
                  <a:path w="5797" h="821" extrusionOk="0">
                    <a:moveTo>
                      <a:pt x="378" y="1"/>
                    </a:moveTo>
                    <a:cubicBezTo>
                      <a:pt x="158" y="1"/>
                      <a:pt x="0" y="190"/>
                      <a:pt x="0" y="411"/>
                    </a:cubicBezTo>
                    <a:cubicBezTo>
                      <a:pt x="0" y="663"/>
                      <a:pt x="189" y="820"/>
                      <a:pt x="378" y="820"/>
                    </a:cubicBezTo>
                    <a:lnTo>
                      <a:pt x="5356" y="820"/>
                    </a:lnTo>
                    <a:cubicBezTo>
                      <a:pt x="5576" y="820"/>
                      <a:pt x="5797" y="631"/>
                      <a:pt x="5797" y="411"/>
                    </a:cubicBezTo>
                    <a:cubicBezTo>
                      <a:pt x="5797" y="190"/>
                      <a:pt x="5576" y="1"/>
                      <a:pt x="53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9714;p62">
                <a:extLst>
                  <a:ext uri="{FF2B5EF4-FFF2-40B4-BE49-F238E27FC236}">
                    <a16:creationId xmlns:a16="http://schemas.microsoft.com/office/drawing/2014/main" id="{F102BD74-320E-F376-9A9C-85D20C2825AC}"/>
                  </a:ext>
                </a:extLst>
              </p:cNvPr>
              <p:cNvSpPr/>
              <p:nvPr/>
            </p:nvSpPr>
            <p:spPr>
              <a:xfrm>
                <a:off x="-60573550" y="2445950"/>
                <a:ext cx="62250" cy="146525"/>
              </a:xfrm>
              <a:custGeom>
                <a:avLst/>
                <a:gdLst/>
                <a:ahLst/>
                <a:cxnLst/>
                <a:rect l="l" t="t" r="r" b="b"/>
                <a:pathLst>
                  <a:path w="2490" h="5861" extrusionOk="0">
                    <a:moveTo>
                      <a:pt x="1229" y="1"/>
                    </a:moveTo>
                    <a:cubicBezTo>
                      <a:pt x="977" y="1"/>
                      <a:pt x="820" y="190"/>
                      <a:pt x="820" y="410"/>
                    </a:cubicBezTo>
                    <a:lnTo>
                      <a:pt x="820" y="694"/>
                    </a:lnTo>
                    <a:cubicBezTo>
                      <a:pt x="347" y="851"/>
                      <a:pt x="1" y="1324"/>
                      <a:pt x="1" y="1891"/>
                    </a:cubicBezTo>
                    <a:cubicBezTo>
                      <a:pt x="1" y="2553"/>
                      <a:pt x="568" y="2931"/>
                      <a:pt x="977" y="3246"/>
                    </a:cubicBezTo>
                    <a:cubicBezTo>
                      <a:pt x="1292" y="3498"/>
                      <a:pt x="1670" y="3718"/>
                      <a:pt x="1670" y="3970"/>
                    </a:cubicBezTo>
                    <a:cubicBezTo>
                      <a:pt x="1670" y="4191"/>
                      <a:pt x="1450" y="4348"/>
                      <a:pt x="1229" y="4348"/>
                    </a:cubicBezTo>
                    <a:cubicBezTo>
                      <a:pt x="977" y="4348"/>
                      <a:pt x="820" y="4159"/>
                      <a:pt x="820" y="3970"/>
                    </a:cubicBezTo>
                    <a:cubicBezTo>
                      <a:pt x="820" y="3718"/>
                      <a:pt x="631" y="3529"/>
                      <a:pt x="442" y="3529"/>
                    </a:cubicBezTo>
                    <a:cubicBezTo>
                      <a:pt x="190" y="3529"/>
                      <a:pt x="1" y="3718"/>
                      <a:pt x="1" y="3970"/>
                    </a:cubicBezTo>
                    <a:cubicBezTo>
                      <a:pt x="1" y="4506"/>
                      <a:pt x="347" y="4947"/>
                      <a:pt x="820" y="5136"/>
                    </a:cubicBezTo>
                    <a:lnTo>
                      <a:pt x="820" y="5420"/>
                    </a:lnTo>
                    <a:cubicBezTo>
                      <a:pt x="820" y="5672"/>
                      <a:pt x="1040" y="5861"/>
                      <a:pt x="1229" y="5861"/>
                    </a:cubicBezTo>
                    <a:cubicBezTo>
                      <a:pt x="1450" y="5861"/>
                      <a:pt x="1670" y="5672"/>
                      <a:pt x="1670" y="5420"/>
                    </a:cubicBezTo>
                    <a:lnTo>
                      <a:pt x="1670" y="5136"/>
                    </a:lnTo>
                    <a:cubicBezTo>
                      <a:pt x="2143" y="4979"/>
                      <a:pt x="2489" y="4506"/>
                      <a:pt x="2489" y="3970"/>
                    </a:cubicBezTo>
                    <a:cubicBezTo>
                      <a:pt x="2489" y="3309"/>
                      <a:pt x="1922" y="2899"/>
                      <a:pt x="1513" y="2584"/>
                    </a:cubicBezTo>
                    <a:cubicBezTo>
                      <a:pt x="1198" y="2364"/>
                      <a:pt x="820" y="2112"/>
                      <a:pt x="820" y="1891"/>
                    </a:cubicBezTo>
                    <a:cubicBezTo>
                      <a:pt x="788" y="1639"/>
                      <a:pt x="977" y="1450"/>
                      <a:pt x="1229" y="1450"/>
                    </a:cubicBezTo>
                    <a:cubicBezTo>
                      <a:pt x="1450" y="1450"/>
                      <a:pt x="1670" y="1639"/>
                      <a:pt x="1670" y="1891"/>
                    </a:cubicBezTo>
                    <a:cubicBezTo>
                      <a:pt x="1670" y="2112"/>
                      <a:pt x="1859" y="2269"/>
                      <a:pt x="2048" y="2269"/>
                    </a:cubicBezTo>
                    <a:cubicBezTo>
                      <a:pt x="2300" y="2269"/>
                      <a:pt x="2489" y="2080"/>
                      <a:pt x="2489" y="1891"/>
                    </a:cubicBezTo>
                    <a:cubicBezTo>
                      <a:pt x="2489" y="1324"/>
                      <a:pt x="2143" y="883"/>
                      <a:pt x="1670" y="694"/>
                    </a:cubicBezTo>
                    <a:lnTo>
                      <a:pt x="1670" y="410"/>
                    </a:lnTo>
                    <a:cubicBezTo>
                      <a:pt x="1670" y="190"/>
                      <a:pt x="1450" y="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9659;p62">
              <a:extLst>
                <a:ext uri="{FF2B5EF4-FFF2-40B4-BE49-F238E27FC236}">
                  <a16:creationId xmlns:a16="http://schemas.microsoft.com/office/drawing/2014/main" id="{7F0D6E50-2731-2DAB-D2AD-6F8AA7085D0A}"/>
                </a:ext>
              </a:extLst>
            </p:cNvPr>
            <p:cNvGrpSpPr/>
            <p:nvPr/>
          </p:nvGrpSpPr>
          <p:grpSpPr>
            <a:xfrm>
              <a:off x="4847458" y="2895716"/>
              <a:ext cx="273574" cy="276296"/>
              <a:chOff x="-64764500" y="2280550"/>
              <a:chExt cx="316650" cy="319800"/>
            </a:xfrm>
            <a:solidFill>
              <a:schemeClr val="bg1"/>
            </a:solidFill>
          </p:grpSpPr>
          <p:sp>
            <p:nvSpPr>
              <p:cNvPr id="68" name="Google Shape;9660;p62">
                <a:extLst>
                  <a:ext uri="{FF2B5EF4-FFF2-40B4-BE49-F238E27FC236}">
                    <a16:creationId xmlns:a16="http://schemas.microsoft.com/office/drawing/2014/main" id="{F6BF436F-A9C3-4E3E-B2B8-D4C2A5919C91}"/>
                  </a:ext>
                </a:extLst>
              </p:cNvPr>
              <p:cNvSpPr/>
              <p:nvPr/>
            </p:nvSpPr>
            <p:spPr>
              <a:xfrm>
                <a:off x="-64764500" y="2280550"/>
                <a:ext cx="316650" cy="319800"/>
              </a:xfrm>
              <a:custGeom>
                <a:avLst/>
                <a:gdLst/>
                <a:ahLst/>
                <a:cxnLst/>
                <a:rect l="l" t="t" r="r" b="b"/>
                <a:pathLst>
                  <a:path w="12666" h="12792" extrusionOk="0">
                    <a:moveTo>
                      <a:pt x="11405" y="820"/>
                    </a:moveTo>
                    <a:cubicBezTo>
                      <a:pt x="11657" y="820"/>
                      <a:pt x="11815" y="1009"/>
                      <a:pt x="11815" y="1261"/>
                    </a:cubicBezTo>
                    <a:cubicBezTo>
                      <a:pt x="11815" y="1481"/>
                      <a:pt x="11657" y="1670"/>
                      <a:pt x="11405" y="1670"/>
                    </a:cubicBezTo>
                    <a:lnTo>
                      <a:pt x="1229" y="1670"/>
                    </a:lnTo>
                    <a:cubicBezTo>
                      <a:pt x="977" y="1670"/>
                      <a:pt x="788" y="1481"/>
                      <a:pt x="788" y="1261"/>
                    </a:cubicBezTo>
                    <a:cubicBezTo>
                      <a:pt x="788" y="1009"/>
                      <a:pt x="977" y="820"/>
                      <a:pt x="1229" y="820"/>
                    </a:cubicBezTo>
                    <a:close/>
                    <a:moveTo>
                      <a:pt x="10996" y="2521"/>
                    </a:moveTo>
                    <a:lnTo>
                      <a:pt x="10996" y="8286"/>
                    </a:lnTo>
                    <a:lnTo>
                      <a:pt x="1607" y="8286"/>
                    </a:lnTo>
                    <a:lnTo>
                      <a:pt x="1607" y="2521"/>
                    </a:lnTo>
                    <a:close/>
                    <a:moveTo>
                      <a:pt x="6302" y="11027"/>
                    </a:moveTo>
                    <a:cubicBezTo>
                      <a:pt x="6554" y="11027"/>
                      <a:pt x="6743" y="11216"/>
                      <a:pt x="6743" y="11437"/>
                    </a:cubicBezTo>
                    <a:cubicBezTo>
                      <a:pt x="6743" y="11689"/>
                      <a:pt x="6522" y="11878"/>
                      <a:pt x="6302" y="11878"/>
                    </a:cubicBezTo>
                    <a:cubicBezTo>
                      <a:pt x="6050" y="11878"/>
                      <a:pt x="5892" y="11689"/>
                      <a:pt x="5892" y="11437"/>
                    </a:cubicBezTo>
                    <a:cubicBezTo>
                      <a:pt x="5892" y="11216"/>
                      <a:pt x="6113" y="11027"/>
                      <a:pt x="6302" y="11027"/>
                    </a:cubicBezTo>
                    <a:close/>
                    <a:moveTo>
                      <a:pt x="1229" y="1"/>
                    </a:moveTo>
                    <a:cubicBezTo>
                      <a:pt x="536" y="1"/>
                      <a:pt x="1" y="536"/>
                      <a:pt x="1" y="1261"/>
                    </a:cubicBezTo>
                    <a:cubicBezTo>
                      <a:pt x="1" y="1797"/>
                      <a:pt x="347" y="2238"/>
                      <a:pt x="820" y="2427"/>
                    </a:cubicBezTo>
                    <a:lnTo>
                      <a:pt x="820" y="8286"/>
                    </a:lnTo>
                    <a:lnTo>
                      <a:pt x="442" y="8286"/>
                    </a:lnTo>
                    <a:cubicBezTo>
                      <a:pt x="190" y="8286"/>
                      <a:pt x="32" y="8507"/>
                      <a:pt x="32" y="8728"/>
                    </a:cubicBezTo>
                    <a:cubicBezTo>
                      <a:pt x="32" y="8980"/>
                      <a:pt x="221" y="9169"/>
                      <a:pt x="442" y="9169"/>
                    </a:cubicBezTo>
                    <a:lnTo>
                      <a:pt x="5955" y="9169"/>
                    </a:lnTo>
                    <a:lnTo>
                      <a:pt x="5955" y="10334"/>
                    </a:lnTo>
                    <a:cubicBezTo>
                      <a:pt x="5483" y="10492"/>
                      <a:pt x="5104" y="10964"/>
                      <a:pt x="5104" y="11531"/>
                    </a:cubicBezTo>
                    <a:cubicBezTo>
                      <a:pt x="5104" y="12193"/>
                      <a:pt x="5672" y="12792"/>
                      <a:pt x="6333" y="12792"/>
                    </a:cubicBezTo>
                    <a:cubicBezTo>
                      <a:pt x="6995" y="12792"/>
                      <a:pt x="7593" y="12225"/>
                      <a:pt x="7593" y="11531"/>
                    </a:cubicBezTo>
                    <a:cubicBezTo>
                      <a:pt x="7593" y="10964"/>
                      <a:pt x="7247" y="10555"/>
                      <a:pt x="6774" y="10334"/>
                    </a:cubicBezTo>
                    <a:lnTo>
                      <a:pt x="6774" y="9169"/>
                    </a:lnTo>
                    <a:lnTo>
                      <a:pt x="12288" y="9169"/>
                    </a:lnTo>
                    <a:cubicBezTo>
                      <a:pt x="12508" y="9169"/>
                      <a:pt x="12666" y="8980"/>
                      <a:pt x="12666" y="8728"/>
                    </a:cubicBezTo>
                    <a:cubicBezTo>
                      <a:pt x="12666" y="8507"/>
                      <a:pt x="12477" y="8286"/>
                      <a:pt x="12288" y="8286"/>
                    </a:cubicBezTo>
                    <a:lnTo>
                      <a:pt x="11847" y="8286"/>
                    </a:lnTo>
                    <a:lnTo>
                      <a:pt x="11847" y="2427"/>
                    </a:lnTo>
                    <a:cubicBezTo>
                      <a:pt x="12319" y="2238"/>
                      <a:pt x="12634" y="1797"/>
                      <a:pt x="12634" y="1261"/>
                    </a:cubicBezTo>
                    <a:cubicBezTo>
                      <a:pt x="12634" y="568"/>
                      <a:pt x="12099" y="1"/>
                      <a:pt x="114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9661;p62">
                <a:extLst>
                  <a:ext uri="{FF2B5EF4-FFF2-40B4-BE49-F238E27FC236}">
                    <a16:creationId xmlns:a16="http://schemas.microsoft.com/office/drawing/2014/main" id="{02BDF3B1-6EBA-A6C9-E58E-CDA8FFDAF0B3}"/>
                  </a:ext>
                </a:extLst>
              </p:cNvPr>
              <p:cNvSpPr/>
              <p:nvPr/>
            </p:nvSpPr>
            <p:spPr>
              <a:xfrm>
                <a:off x="-64679425" y="2364825"/>
                <a:ext cx="146500" cy="102450"/>
              </a:xfrm>
              <a:custGeom>
                <a:avLst/>
                <a:gdLst/>
                <a:ahLst/>
                <a:cxnLst/>
                <a:rect l="l" t="t" r="r" b="b"/>
                <a:pathLst>
                  <a:path w="5860" h="4098" extrusionOk="0">
                    <a:moveTo>
                      <a:pt x="3749" y="1"/>
                    </a:moveTo>
                    <a:cubicBezTo>
                      <a:pt x="3529" y="1"/>
                      <a:pt x="3371" y="190"/>
                      <a:pt x="3371" y="442"/>
                    </a:cubicBezTo>
                    <a:cubicBezTo>
                      <a:pt x="3371" y="662"/>
                      <a:pt x="3560" y="820"/>
                      <a:pt x="3749" y="820"/>
                    </a:cubicBezTo>
                    <a:lnTo>
                      <a:pt x="4442" y="820"/>
                    </a:lnTo>
                    <a:lnTo>
                      <a:pt x="2930" y="2332"/>
                    </a:lnTo>
                    <a:lnTo>
                      <a:pt x="2395" y="1765"/>
                    </a:lnTo>
                    <a:cubicBezTo>
                      <a:pt x="2316" y="1686"/>
                      <a:pt x="2206" y="1647"/>
                      <a:pt x="2095" y="1647"/>
                    </a:cubicBezTo>
                    <a:cubicBezTo>
                      <a:pt x="1985" y="1647"/>
                      <a:pt x="1875" y="1686"/>
                      <a:pt x="1796" y="1765"/>
                    </a:cubicBezTo>
                    <a:lnTo>
                      <a:pt x="126" y="3435"/>
                    </a:lnTo>
                    <a:cubicBezTo>
                      <a:pt x="0" y="3592"/>
                      <a:pt x="0" y="3844"/>
                      <a:pt x="126" y="4033"/>
                    </a:cubicBezTo>
                    <a:cubicBezTo>
                      <a:pt x="195" y="4075"/>
                      <a:pt x="288" y="4098"/>
                      <a:pt x="384" y="4098"/>
                    </a:cubicBezTo>
                    <a:cubicBezTo>
                      <a:pt x="507" y="4098"/>
                      <a:pt x="636" y="4059"/>
                      <a:pt x="725" y="3970"/>
                    </a:cubicBezTo>
                    <a:lnTo>
                      <a:pt x="2111" y="2616"/>
                    </a:lnTo>
                    <a:lnTo>
                      <a:pt x="2647" y="3151"/>
                    </a:lnTo>
                    <a:cubicBezTo>
                      <a:pt x="2725" y="3230"/>
                      <a:pt x="2836" y="3269"/>
                      <a:pt x="2946" y="3269"/>
                    </a:cubicBezTo>
                    <a:cubicBezTo>
                      <a:pt x="3056" y="3269"/>
                      <a:pt x="3166" y="3230"/>
                      <a:pt x="3245" y="3151"/>
                    </a:cubicBezTo>
                    <a:lnTo>
                      <a:pt x="5009" y="1387"/>
                    </a:lnTo>
                    <a:lnTo>
                      <a:pt x="5009" y="2049"/>
                    </a:lnTo>
                    <a:cubicBezTo>
                      <a:pt x="5009" y="2269"/>
                      <a:pt x="5230" y="2490"/>
                      <a:pt x="5451" y="2490"/>
                    </a:cubicBezTo>
                    <a:cubicBezTo>
                      <a:pt x="5703" y="2490"/>
                      <a:pt x="5860" y="2269"/>
                      <a:pt x="5860" y="2049"/>
                    </a:cubicBezTo>
                    <a:lnTo>
                      <a:pt x="5860" y="410"/>
                    </a:lnTo>
                    <a:cubicBezTo>
                      <a:pt x="5860" y="158"/>
                      <a:pt x="5640" y="1"/>
                      <a:pt x="54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212010097"/>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a:extLst>
              <a:ext uri="{FF2B5EF4-FFF2-40B4-BE49-F238E27FC236}">
                <a16:creationId xmlns:a16="http://schemas.microsoft.com/office/drawing/2014/main" id="{DA3803AC-0944-EA18-EC12-157CE4976D26}"/>
              </a:ext>
            </a:extLst>
          </p:cNvPr>
          <p:cNvSpPr txBox="1"/>
          <p:nvPr/>
        </p:nvSpPr>
        <p:spPr>
          <a:xfrm>
            <a:off x="299484" y="407551"/>
            <a:ext cx="936154"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Feasibility</a:t>
            </a:r>
          </a:p>
        </p:txBody>
      </p:sp>
      <p:sp>
        <p:nvSpPr>
          <p:cNvPr id="9" name="TextBox 8">
            <a:extLst>
              <a:ext uri="{FF2B5EF4-FFF2-40B4-BE49-F238E27FC236}">
                <a16:creationId xmlns:a16="http://schemas.microsoft.com/office/drawing/2014/main" id="{723A3560-651A-5765-41CD-96402F834F48}"/>
              </a:ext>
            </a:extLst>
          </p:cNvPr>
          <p:cNvSpPr txBox="1"/>
          <p:nvPr/>
        </p:nvSpPr>
        <p:spPr>
          <a:xfrm>
            <a:off x="1270099" y="414163"/>
            <a:ext cx="530594" cy="185564"/>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Study</a:t>
            </a:r>
          </a:p>
        </p:txBody>
      </p:sp>
      <p:grpSp>
        <p:nvGrpSpPr>
          <p:cNvPr id="40" name="Group 39">
            <a:extLst>
              <a:ext uri="{FF2B5EF4-FFF2-40B4-BE49-F238E27FC236}">
                <a16:creationId xmlns:a16="http://schemas.microsoft.com/office/drawing/2014/main" id="{CAFFC445-EFAE-48A5-B3D5-CE42CF1E0911}"/>
              </a:ext>
            </a:extLst>
          </p:cNvPr>
          <p:cNvGrpSpPr/>
          <p:nvPr/>
        </p:nvGrpSpPr>
        <p:grpSpPr>
          <a:xfrm>
            <a:off x="299484" y="369986"/>
            <a:ext cx="11644423" cy="8918722"/>
            <a:chOff x="299484" y="369986"/>
            <a:chExt cx="11644423" cy="8918722"/>
          </a:xfrm>
        </p:grpSpPr>
        <p:grpSp>
          <p:nvGrpSpPr>
            <p:cNvPr id="8" name="Group 7">
              <a:extLst>
                <a:ext uri="{FF2B5EF4-FFF2-40B4-BE49-F238E27FC236}">
                  <a16:creationId xmlns:a16="http://schemas.microsoft.com/office/drawing/2014/main" id="{92E0BC69-11AA-8171-0097-5DFB188746AC}"/>
                </a:ext>
              </a:extLst>
            </p:cNvPr>
            <p:cNvGrpSpPr/>
            <p:nvPr/>
          </p:nvGrpSpPr>
          <p:grpSpPr>
            <a:xfrm>
              <a:off x="299484" y="369986"/>
              <a:ext cx="11644423" cy="8918722"/>
              <a:chOff x="299484" y="369986"/>
              <a:chExt cx="11644423" cy="8918722"/>
            </a:xfrm>
          </p:grpSpPr>
          <p:sp>
            <p:nvSpPr>
              <p:cNvPr id="14" name="TextBox 13">
                <a:extLst>
                  <a:ext uri="{FF2B5EF4-FFF2-40B4-BE49-F238E27FC236}">
                    <a16:creationId xmlns:a16="http://schemas.microsoft.com/office/drawing/2014/main" id="{EF3E1E5B-C7C5-BCB8-C0D7-8B98BC2BB273}"/>
                  </a:ext>
                </a:extLst>
              </p:cNvPr>
              <p:cNvSpPr txBox="1"/>
              <p:nvPr/>
            </p:nvSpPr>
            <p:spPr>
              <a:xfrm>
                <a:off x="299484" y="1720860"/>
                <a:ext cx="4347665" cy="2394502"/>
              </a:xfrm>
              <a:prstGeom prst="rect">
                <a:avLst/>
              </a:prstGeom>
              <a:noFill/>
            </p:spPr>
            <p:txBody>
              <a:bodyPr wrap="none" rtlCol="0">
                <a:spAutoFit/>
              </a:bodyPr>
              <a:lstStyle>
                <a:defPPr>
                  <a:defRPr lang="en-US"/>
                </a:defPPr>
                <a:lvl1pPr marR="0" lvl="0" indent="0" algn="ctr"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pPr algn="l"/>
                <a:r>
                  <a:rPr lang="en-US" dirty="0"/>
                  <a:t>Feasibility</a:t>
                </a:r>
              </a:p>
              <a:p>
                <a:pPr algn="l"/>
                <a:r>
                  <a:rPr lang="en-US" dirty="0"/>
                  <a:t>And</a:t>
                </a:r>
              </a:p>
              <a:p>
                <a:pPr algn="l"/>
                <a:r>
                  <a:rPr lang="en-US" dirty="0"/>
                  <a:t>Viability</a:t>
                </a:r>
              </a:p>
            </p:txBody>
          </p:sp>
          <p:grpSp>
            <p:nvGrpSpPr>
              <p:cNvPr id="17" name="Group 16">
                <a:extLst>
                  <a:ext uri="{FF2B5EF4-FFF2-40B4-BE49-F238E27FC236}">
                    <a16:creationId xmlns:a16="http://schemas.microsoft.com/office/drawing/2014/main" id="{015DA842-D92A-735D-EFD0-9B50DFC157B3}"/>
                  </a:ext>
                </a:extLst>
              </p:cNvPr>
              <p:cNvGrpSpPr/>
              <p:nvPr/>
            </p:nvGrpSpPr>
            <p:grpSpPr>
              <a:xfrm>
                <a:off x="4647149" y="4690044"/>
                <a:ext cx="3035300" cy="1746019"/>
                <a:chOff x="8458994" y="2108200"/>
                <a:chExt cx="3035300" cy="1728732"/>
              </a:xfrm>
            </p:grpSpPr>
            <p:sp>
              <p:nvSpPr>
                <p:cNvPr id="18" name="Rounded Rectangle 95">
                  <a:extLst>
                    <a:ext uri="{FF2B5EF4-FFF2-40B4-BE49-F238E27FC236}">
                      <a16:creationId xmlns:a16="http://schemas.microsoft.com/office/drawing/2014/main" id="{0BC576CF-0DCB-2535-D44B-C1E8386966B6}"/>
                    </a:ext>
                  </a:extLst>
                </p:cNvPr>
                <p:cNvSpPr/>
                <p:nvPr/>
              </p:nvSpPr>
              <p:spPr>
                <a:xfrm>
                  <a:off x="8458994" y="2108200"/>
                  <a:ext cx="3035300" cy="1728732"/>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19" name="TextBox 18">
                  <a:extLst>
                    <a:ext uri="{FF2B5EF4-FFF2-40B4-BE49-F238E27FC236}">
                      <a16:creationId xmlns:a16="http://schemas.microsoft.com/office/drawing/2014/main" id="{095B64CD-911E-39C6-1294-A93BA07406E9}"/>
                    </a:ext>
                  </a:extLst>
                </p:cNvPr>
                <p:cNvSpPr txBox="1"/>
                <p:nvPr/>
              </p:nvSpPr>
              <p:spPr>
                <a:xfrm>
                  <a:off x="8632825" y="2571884"/>
                  <a:ext cx="2756941" cy="1059188"/>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alpha val="50000"/>
                        </a:prstClr>
                      </a:solidFill>
                      <a:effectLst/>
                      <a:uLnTx/>
                      <a:uFillTx/>
                      <a:latin typeface="Darker Grotesque" pitchFamily="2" charset="0"/>
                    </a:defRPr>
                  </a:lvl1pPr>
                </a:lstStyle>
                <a:p>
                  <a:pPr>
                    <a:lnSpc>
                      <a:spcPct val="150000"/>
                    </a:lnSpc>
                  </a:pPr>
                  <a:r>
                    <a:rPr lang="en-US" dirty="0"/>
                    <a:t>Cost: ~$30K total</a:t>
                  </a:r>
                </a:p>
                <a:p>
                  <a:pPr>
                    <a:lnSpc>
                      <a:spcPct val="150000"/>
                    </a:lnSpc>
                  </a:pPr>
                  <a:r>
                    <a:rPr lang="en-US" dirty="0"/>
                    <a:t>ROI: 200–250% (3 yrs)</a:t>
                  </a:r>
                </a:p>
                <a:p>
                  <a:pPr>
                    <a:lnSpc>
                      <a:spcPct val="150000"/>
                    </a:lnSpc>
                  </a:pPr>
                  <a:r>
                    <a:rPr lang="en-US" dirty="0"/>
                    <a:t>Saves ~$2K/user/year</a:t>
                  </a:r>
                </a:p>
              </p:txBody>
            </p:sp>
            <p:sp>
              <p:nvSpPr>
                <p:cNvPr id="20" name="TextBox 19">
                  <a:extLst>
                    <a:ext uri="{FF2B5EF4-FFF2-40B4-BE49-F238E27FC236}">
                      <a16:creationId xmlns:a16="http://schemas.microsoft.com/office/drawing/2014/main" id="{C42480D7-0525-DA7B-915A-61FD112392AB}"/>
                    </a:ext>
                  </a:extLst>
                </p:cNvPr>
                <p:cNvSpPr txBox="1"/>
                <p:nvPr/>
              </p:nvSpPr>
              <p:spPr>
                <a:xfrm>
                  <a:off x="9020747" y="2329504"/>
                  <a:ext cx="817211" cy="199852"/>
                </a:xfrm>
                <a:prstGeom prst="rect">
                  <a:avLst/>
                </a:prstGeom>
                <a:noFill/>
              </p:spPr>
              <p:txBody>
                <a:bodyPr wrap="non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lang="en-US" b="1" dirty="0"/>
                    <a:t>Economic</a:t>
                  </a:r>
                  <a:endParaRPr lang="en-US" dirty="0"/>
                </a:p>
              </p:txBody>
            </p:sp>
          </p:grpSp>
          <p:grpSp>
            <p:nvGrpSpPr>
              <p:cNvPr id="21" name="Group 20">
                <a:extLst>
                  <a:ext uri="{FF2B5EF4-FFF2-40B4-BE49-F238E27FC236}">
                    <a16:creationId xmlns:a16="http://schemas.microsoft.com/office/drawing/2014/main" id="{297A0062-F393-CA2F-AB77-E5CE40D36D4B}"/>
                  </a:ext>
                </a:extLst>
              </p:cNvPr>
              <p:cNvGrpSpPr/>
              <p:nvPr/>
            </p:nvGrpSpPr>
            <p:grpSpPr>
              <a:xfrm>
                <a:off x="4647149" y="2725360"/>
                <a:ext cx="3035300" cy="1645047"/>
                <a:chOff x="8458994" y="2108199"/>
                <a:chExt cx="3035300" cy="1628760"/>
              </a:xfrm>
            </p:grpSpPr>
            <p:sp>
              <p:nvSpPr>
                <p:cNvPr id="22" name="Rounded Rectangle 95">
                  <a:extLst>
                    <a:ext uri="{FF2B5EF4-FFF2-40B4-BE49-F238E27FC236}">
                      <a16:creationId xmlns:a16="http://schemas.microsoft.com/office/drawing/2014/main" id="{356C20B1-7681-FC8A-53CB-D0F25E6DA578}"/>
                    </a:ext>
                  </a:extLst>
                </p:cNvPr>
                <p:cNvSpPr/>
                <p:nvPr/>
              </p:nvSpPr>
              <p:spPr>
                <a:xfrm>
                  <a:off x="8458994" y="2108199"/>
                  <a:ext cx="3035300" cy="1628760"/>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23" name="TextBox 22">
                  <a:extLst>
                    <a:ext uri="{FF2B5EF4-FFF2-40B4-BE49-F238E27FC236}">
                      <a16:creationId xmlns:a16="http://schemas.microsoft.com/office/drawing/2014/main" id="{9A1BC62A-4F7F-D795-54A9-32DC2198DC9A}"/>
                    </a:ext>
                  </a:extLst>
                </p:cNvPr>
                <p:cNvSpPr txBox="1"/>
                <p:nvPr/>
              </p:nvSpPr>
              <p:spPr>
                <a:xfrm>
                  <a:off x="8632825" y="2571884"/>
                  <a:ext cx="2756941" cy="1059188"/>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alpha val="50000"/>
                        </a:prstClr>
                      </a:solidFill>
                      <a:effectLst/>
                      <a:uLnTx/>
                      <a:uFillTx/>
                      <a:latin typeface="Darker Grotesque" pitchFamily="2" charset="0"/>
                    </a:defRPr>
                  </a:lvl1pPr>
                </a:lstStyle>
                <a:p>
                  <a:pPr>
                    <a:lnSpc>
                      <a:spcPct val="150000"/>
                    </a:lnSpc>
                  </a:pPr>
                  <a:r>
                    <a:rPr lang="en-US" dirty="0"/>
                    <a:t> Automates investing</a:t>
                  </a:r>
                </a:p>
                <a:p>
                  <a:pPr>
                    <a:lnSpc>
                      <a:spcPct val="150000"/>
                    </a:lnSpc>
                  </a:pPr>
                  <a:r>
                    <a:rPr lang="en-US" dirty="0"/>
                    <a:t> Easy to use, minimal training</a:t>
                  </a:r>
                </a:p>
                <a:p>
                  <a:pPr>
                    <a:lnSpc>
                      <a:spcPct val="150000"/>
                    </a:lnSpc>
                  </a:pPr>
                  <a:r>
                    <a:rPr lang="en-US" dirty="0"/>
                    <a:t> Phased rollout with support</a:t>
                  </a:r>
                </a:p>
              </p:txBody>
            </p:sp>
            <p:sp>
              <p:nvSpPr>
                <p:cNvPr id="24" name="TextBox 23">
                  <a:extLst>
                    <a:ext uri="{FF2B5EF4-FFF2-40B4-BE49-F238E27FC236}">
                      <a16:creationId xmlns:a16="http://schemas.microsoft.com/office/drawing/2014/main" id="{F202303C-2421-B422-2946-DB923CA8A18A}"/>
                    </a:ext>
                  </a:extLst>
                </p:cNvPr>
                <p:cNvSpPr txBox="1"/>
                <p:nvPr/>
              </p:nvSpPr>
              <p:spPr>
                <a:xfrm>
                  <a:off x="9020747" y="2298324"/>
                  <a:ext cx="1013098" cy="199852"/>
                </a:xfrm>
                <a:prstGeom prst="rect">
                  <a:avLst/>
                </a:prstGeom>
                <a:noFill/>
              </p:spPr>
              <p:txBody>
                <a:bodyPr wrap="none" lIns="0" tIns="0" rIns="0" bIns="0" anchor="t">
                  <a:spAutoFit/>
                </a:bodyPr>
                <a:lstStyle>
                  <a:defPPr>
                    <a:defRPr lang="en-US"/>
                  </a:defPPr>
                  <a:lvl1pPr marR="0" lvl="0" indent="0" fontAlgn="auto">
                    <a:lnSpc>
                      <a:spcPct val="8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mj-lt"/>
                      <a:cs typeface="Poppins SemiBold" panose="00000700000000000000" pitchFamily="2" charset="0"/>
                    </a:defRPr>
                  </a:lvl1pPr>
                </a:lstStyle>
                <a:p>
                  <a:r>
                    <a:rPr kumimoji="0" lang="en-US" sz="1600" b="1"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rPr>
                    <a:t>Operational</a:t>
                  </a:r>
                  <a:endParaRPr lang="en-US" b="1" dirty="0"/>
                </a:p>
              </p:txBody>
            </p:sp>
          </p:grpSp>
          <p:grpSp>
            <p:nvGrpSpPr>
              <p:cNvPr id="25" name="Group 24">
                <a:extLst>
                  <a:ext uri="{FF2B5EF4-FFF2-40B4-BE49-F238E27FC236}">
                    <a16:creationId xmlns:a16="http://schemas.microsoft.com/office/drawing/2014/main" id="{71BEC935-94FE-13BD-9E99-6781416E571B}"/>
                  </a:ext>
                </a:extLst>
              </p:cNvPr>
              <p:cNvGrpSpPr/>
              <p:nvPr/>
            </p:nvGrpSpPr>
            <p:grpSpPr>
              <a:xfrm>
                <a:off x="448424" y="4175380"/>
                <a:ext cx="3837281" cy="2260683"/>
                <a:chOff x="8535083" y="2146908"/>
                <a:chExt cx="3035300" cy="1933508"/>
              </a:xfrm>
            </p:grpSpPr>
            <p:sp>
              <p:nvSpPr>
                <p:cNvPr id="26" name="Rounded Rectangle 95">
                  <a:extLst>
                    <a:ext uri="{FF2B5EF4-FFF2-40B4-BE49-F238E27FC236}">
                      <a16:creationId xmlns:a16="http://schemas.microsoft.com/office/drawing/2014/main" id="{3CEC5093-3F4F-DE76-3349-479687671F93}"/>
                    </a:ext>
                  </a:extLst>
                </p:cNvPr>
                <p:cNvSpPr/>
                <p:nvPr/>
              </p:nvSpPr>
              <p:spPr>
                <a:xfrm>
                  <a:off x="8535083" y="2146908"/>
                  <a:ext cx="3035300" cy="1933508"/>
                </a:xfrm>
                <a:prstGeom prst="roundRect">
                  <a:avLst>
                    <a:gd name="adj" fmla="val 10323"/>
                  </a:avLst>
                </a:prstGeom>
                <a:solidFill>
                  <a:schemeClr val="bg1">
                    <a:alpha val="10000"/>
                  </a:schemeClr>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LT" sz="1000" b="0" i="0" u="none" strike="noStrike" kern="1200" cap="none" spc="30" normalizeH="0" baseline="0" noProof="0" dirty="0">
                    <a:ln>
                      <a:noFill/>
                    </a:ln>
                    <a:solidFill>
                      <a:srgbClr val="FFFFFF"/>
                    </a:solidFill>
                    <a:effectLst/>
                    <a:uLnTx/>
                    <a:uFillTx/>
                    <a:latin typeface="Poppins Light"/>
                    <a:ea typeface="+mn-ea"/>
                    <a:cs typeface="Poppins SemiBold" panose="00000700000000000000" pitchFamily="2" charset="0"/>
                  </a:endParaRPr>
                </a:p>
              </p:txBody>
            </p:sp>
            <p:sp>
              <p:nvSpPr>
                <p:cNvPr id="27" name="TextBox 26">
                  <a:extLst>
                    <a:ext uri="{FF2B5EF4-FFF2-40B4-BE49-F238E27FC236}">
                      <a16:creationId xmlns:a16="http://schemas.microsoft.com/office/drawing/2014/main" id="{FC073D77-4181-3032-EBF3-2C563B0FA3FE}"/>
                    </a:ext>
                  </a:extLst>
                </p:cNvPr>
                <p:cNvSpPr txBox="1"/>
                <p:nvPr/>
              </p:nvSpPr>
              <p:spPr>
                <a:xfrm>
                  <a:off x="8728466" y="2571884"/>
                  <a:ext cx="2756941" cy="1424862"/>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white"/>
                      </a:solidFill>
                      <a:effectLst/>
                      <a:uLnTx/>
                      <a:uFillTx/>
                      <a:latin typeface="Darker Grotesque" pitchFamily="2" charset="0"/>
                    </a:defRPr>
                  </a:lvl1pPr>
                </a:lstStyle>
                <a:p>
                  <a:pPr>
                    <a:lnSpc>
                      <a:spcPct val="150000"/>
                    </a:lnSpc>
                  </a:pPr>
                  <a:r>
                    <a:rPr lang="en-GB" dirty="0">
                      <a:solidFill>
                        <a:prstClr val="white">
                          <a:alpha val="50000"/>
                        </a:prstClr>
                      </a:solidFill>
                    </a:rPr>
                    <a:t>Stack: Python, React, Flutter, Docker</a:t>
                  </a:r>
                </a:p>
                <a:p>
                  <a:pPr>
                    <a:lnSpc>
                      <a:spcPct val="150000"/>
                    </a:lnSpc>
                  </a:pPr>
                  <a:r>
                    <a:rPr lang="en-GB" dirty="0">
                      <a:solidFill>
                        <a:prstClr val="white">
                          <a:alpha val="50000"/>
                        </a:prstClr>
                      </a:solidFill>
                    </a:rPr>
                    <a:t>APIs: IEX, Alpha Vantage</a:t>
                  </a:r>
                </a:p>
                <a:p>
                  <a:pPr>
                    <a:lnSpc>
                      <a:spcPct val="150000"/>
                    </a:lnSpc>
                  </a:pPr>
                  <a:r>
                    <a:rPr lang="en-GB" dirty="0">
                      <a:solidFill>
                        <a:prstClr val="white">
                          <a:alpha val="50000"/>
                        </a:prstClr>
                      </a:solidFill>
                    </a:rPr>
                    <a:t>Cloud: AWS/Firebase, OAuth 2.0, 2FA</a:t>
                  </a:r>
                </a:p>
                <a:p>
                  <a:pPr>
                    <a:lnSpc>
                      <a:spcPct val="150000"/>
                    </a:lnSpc>
                  </a:pPr>
                  <a:r>
                    <a:rPr lang="en-GB" dirty="0">
                      <a:solidFill>
                        <a:prstClr val="white">
                          <a:alpha val="50000"/>
                        </a:prstClr>
                      </a:solidFill>
                    </a:rPr>
                    <a:t>Scalable &amp; secure</a:t>
                  </a:r>
                  <a:endParaRPr lang="en-US" dirty="0">
                    <a:solidFill>
                      <a:prstClr val="white">
                        <a:alpha val="50000"/>
                      </a:prstClr>
                    </a:solidFill>
                  </a:endParaRPr>
                </a:p>
              </p:txBody>
            </p:sp>
            <p:sp>
              <p:nvSpPr>
                <p:cNvPr id="28" name="TextBox 27">
                  <a:extLst>
                    <a:ext uri="{FF2B5EF4-FFF2-40B4-BE49-F238E27FC236}">
                      <a16:creationId xmlns:a16="http://schemas.microsoft.com/office/drawing/2014/main" id="{B7C24092-AFAA-2047-9051-02ACBB135BC5}"/>
                    </a:ext>
                  </a:extLst>
                </p:cNvPr>
                <p:cNvSpPr txBox="1"/>
                <p:nvPr/>
              </p:nvSpPr>
              <p:spPr>
                <a:xfrm>
                  <a:off x="9013474" y="2372034"/>
                  <a:ext cx="616441" cy="199851"/>
                </a:xfrm>
                <a:prstGeom prst="rect">
                  <a:avLst/>
                </a:prstGeom>
                <a:noFill/>
              </p:spPr>
              <p:txBody>
                <a:bodyPr wrap="none" lIns="0" tIns="0" rIns="0" bIns="0" anchor="t">
                  <a:spAutoFit/>
                </a:bodyPr>
                <a:lstStyle>
                  <a:defPPr>
                    <a:defRPr lang="en-US"/>
                  </a:defPPr>
                  <a:lvl1pPr marR="0" lvl="0" indent="0" fontAlgn="auto">
                    <a:lnSpc>
                      <a:spcPct val="90000"/>
                    </a:lnSpc>
                    <a:spcBef>
                      <a:spcPts val="0"/>
                    </a:spcBef>
                    <a:spcAft>
                      <a:spcPts val="0"/>
                    </a:spcAft>
                    <a:buClrTx/>
                    <a:buSzTx/>
                    <a:buFontTx/>
                    <a:buNone/>
                    <a:tabLst/>
                    <a:defRPr kumimoji="0" sz="3000" i="0" u="none" strike="noStrike" cap="none" normalizeH="0">
                      <a:ln>
                        <a:noFill/>
                      </a:ln>
                      <a:solidFill>
                        <a:prstClr val="white"/>
                      </a:solidFill>
                      <a:effectLst/>
                      <a:uLnTx/>
                      <a:uFillTx/>
                      <a:latin typeface="Poppins SemiBold" panose="00000700000000000000" pitchFamily="2" charset="0"/>
                      <a:cs typeface="Poppins SemiBold" panose="00000700000000000000" pitchFamily="2" charset="0"/>
                    </a:defRPr>
                  </a:lvl1pPr>
                </a:lstStyle>
                <a:p>
                  <a:pPr>
                    <a:lnSpc>
                      <a:spcPct val="80000"/>
                    </a:lnSpc>
                    <a:defRPr/>
                  </a:pPr>
                  <a:r>
                    <a:rPr kumimoji="0" lang="en-US" sz="1600" b="1" i="0" u="none" strike="noStrike" kern="1200" cap="none" spc="0" normalizeH="0" baseline="0" noProof="0" dirty="0">
                      <a:ln>
                        <a:noFill/>
                      </a:ln>
                      <a:solidFill>
                        <a:prstClr val="white"/>
                      </a:solidFill>
                      <a:effectLst/>
                      <a:uLnTx/>
                      <a:uFillTx/>
                      <a:latin typeface="+mj-lt"/>
                      <a:ea typeface="+mn-ea"/>
                      <a:cs typeface="Poppins SemiBold" panose="00000700000000000000" pitchFamily="2" charset="0"/>
                    </a:rPr>
                    <a:t>Technical</a:t>
                  </a:r>
                </a:p>
              </p:txBody>
            </p:sp>
          </p:grpSp>
          <p:cxnSp>
            <p:nvCxnSpPr>
              <p:cNvPr id="56" name="Straight Connector 55">
                <a:extLst>
                  <a:ext uri="{FF2B5EF4-FFF2-40B4-BE49-F238E27FC236}">
                    <a16:creationId xmlns:a16="http://schemas.microsoft.com/office/drawing/2014/main" id="{676EAB69-774F-288D-3DA4-B9654EAEC473}"/>
                  </a:ext>
                </a:extLst>
              </p:cNvPr>
              <p:cNvCxnSpPr/>
              <p:nvPr/>
            </p:nvCxnSpPr>
            <p:spPr>
              <a:xfrm>
                <a:off x="299484" y="62377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grpSp>
            <p:nvGrpSpPr>
              <p:cNvPr id="58" name="Group 57">
                <a:extLst>
                  <a:ext uri="{FF2B5EF4-FFF2-40B4-BE49-F238E27FC236}">
                    <a16:creationId xmlns:a16="http://schemas.microsoft.com/office/drawing/2014/main" id="{D1F4E996-FC63-FEC6-9365-C08C6953C150}"/>
                  </a:ext>
                </a:extLst>
              </p:cNvPr>
              <p:cNvGrpSpPr/>
              <p:nvPr/>
            </p:nvGrpSpPr>
            <p:grpSpPr>
              <a:xfrm>
                <a:off x="5842207" y="369986"/>
                <a:ext cx="507586" cy="507586"/>
                <a:chOff x="5867902" y="316578"/>
                <a:chExt cx="507586" cy="507586"/>
              </a:xfrm>
            </p:grpSpPr>
            <p:sp useBgFill="1">
              <p:nvSpPr>
                <p:cNvPr id="73" name="Oval 72">
                  <a:extLst>
                    <a:ext uri="{FF2B5EF4-FFF2-40B4-BE49-F238E27FC236}">
                      <a16:creationId xmlns:a16="http://schemas.microsoft.com/office/drawing/2014/main" id="{65A24108-9A5C-9392-1351-D85EB9B561C2}"/>
                    </a:ext>
                  </a:extLst>
                </p:cNvPr>
                <p:cNvSpPr/>
                <p:nvPr/>
              </p:nvSpPr>
              <p:spPr>
                <a:xfrm>
                  <a:off x="5867902" y="316578"/>
                  <a:ext cx="507586" cy="507586"/>
                </a:xfrm>
                <a:prstGeom prst="ellipse">
                  <a:avLst/>
                </a:prstGeom>
                <a:blipFill dpi="0" rotWithShape="0">
                  <a:blip r:embed="rId2">
                    <a:lum/>
                  </a:blip>
                  <a:srcRect/>
                  <a:stretch>
                    <a:fillRect l="-765603" t="-367961" r="-1536354"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74" name="Graphic 73">
                  <a:extLst>
                    <a:ext uri="{FF2B5EF4-FFF2-40B4-BE49-F238E27FC236}">
                      <a16:creationId xmlns:a16="http://schemas.microsoft.com/office/drawing/2014/main" id="{AB7F7CB2-F832-CA26-1AB2-261BF019EC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95695" y="444371"/>
                  <a:ext cx="252000" cy="252000"/>
                </a:xfrm>
                <a:prstGeom prst="rect">
                  <a:avLst/>
                </a:prstGeom>
              </p:spPr>
            </p:pic>
          </p:grpSp>
          <p:pic>
            <p:nvPicPr>
              <p:cNvPr id="2" name="Picture 1" descr="A screenshot of a black background&#10;&#10;AI-generated content may be incorrect.">
                <a:extLst>
                  <a:ext uri="{FF2B5EF4-FFF2-40B4-BE49-F238E27FC236}">
                    <a16:creationId xmlns:a16="http://schemas.microsoft.com/office/drawing/2014/main" id="{D4DBD8BF-EFB0-5C1E-08E0-C683B6ACADFC}"/>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6949310" y="733254"/>
                <a:ext cx="4994597" cy="8555454"/>
              </a:xfrm>
              <a:prstGeom prst="rect">
                <a:avLst/>
              </a:prstGeom>
            </p:spPr>
          </p:pic>
        </p:grpSp>
        <p:grpSp>
          <p:nvGrpSpPr>
            <p:cNvPr id="10" name="Google Shape;9866;p62">
              <a:extLst>
                <a:ext uri="{FF2B5EF4-FFF2-40B4-BE49-F238E27FC236}">
                  <a16:creationId xmlns:a16="http://schemas.microsoft.com/office/drawing/2014/main" id="{70B005D6-7AD4-CC58-AC40-73B852D4C3D5}"/>
                </a:ext>
              </a:extLst>
            </p:cNvPr>
            <p:cNvGrpSpPr/>
            <p:nvPr/>
          </p:nvGrpSpPr>
          <p:grpSpPr>
            <a:xfrm>
              <a:off x="691771" y="4415545"/>
              <a:ext cx="265760" cy="265560"/>
              <a:chOff x="1413250" y="2680675"/>
              <a:chExt cx="297750" cy="297525"/>
            </a:xfrm>
            <a:solidFill>
              <a:schemeClr val="bg1"/>
            </a:solidFill>
          </p:grpSpPr>
          <p:sp>
            <p:nvSpPr>
              <p:cNvPr id="29" name="Google Shape;9867;p62">
                <a:extLst>
                  <a:ext uri="{FF2B5EF4-FFF2-40B4-BE49-F238E27FC236}">
                    <a16:creationId xmlns:a16="http://schemas.microsoft.com/office/drawing/2014/main" id="{3EF0FDD2-BA79-8D50-C0B9-DEBE510FB408}"/>
                  </a:ext>
                </a:extLst>
              </p:cNvPr>
              <p:cNvSpPr/>
              <p:nvPr/>
            </p:nvSpPr>
            <p:spPr>
              <a:xfrm>
                <a:off x="1413250" y="2680675"/>
                <a:ext cx="297750" cy="297525"/>
              </a:xfrm>
              <a:custGeom>
                <a:avLst/>
                <a:gdLst/>
                <a:ahLst/>
                <a:cxnLst/>
                <a:rect l="l" t="t" r="r" b="b"/>
                <a:pathLst>
                  <a:path w="11910" h="11901" extrusionOk="0">
                    <a:moveTo>
                      <a:pt x="10460" y="1418"/>
                    </a:moveTo>
                    <a:lnTo>
                      <a:pt x="10460" y="7719"/>
                    </a:lnTo>
                    <a:lnTo>
                      <a:pt x="1387" y="7719"/>
                    </a:lnTo>
                    <a:lnTo>
                      <a:pt x="1387" y="1418"/>
                    </a:lnTo>
                    <a:close/>
                    <a:moveTo>
                      <a:pt x="5577" y="8380"/>
                    </a:moveTo>
                    <a:lnTo>
                      <a:pt x="5577" y="9105"/>
                    </a:lnTo>
                    <a:lnTo>
                      <a:pt x="5167" y="9105"/>
                    </a:lnTo>
                    <a:lnTo>
                      <a:pt x="5451" y="8380"/>
                    </a:lnTo>
                    <a:close/>
                    <a:moveTo>
                      <a:pt x="6396" y="8380"/>
                    </a:moveTo>
                    <a:lnTo>
                      <a:pt x="6679" y="9105"/>
                    </a:lnTo>
                    <a:lnTo>
                      <a:pt x="6270" y="9105"/>
                    </a:lnTo>
                    <a:lnTo>
                      <a:pt x="6270" y="8380"/>
                    </a:lnTo>
                    <a:close/>
                    <a:moveTo>
                      <a:pt x="5955" y="0"/>
                    </a:moveTo>
                    <a:cubicBezTo>
                      <a:pt x="5766" y="0"/>
                      <a:pt x="5608" y="158"/>
                      <a:pt x="5608" y="347"/>
                    </a:cubicBezTo>
                    <a:lnTo>
                      <a:pt x="5608" y="725"/>
                    </a:lnTo>
                    <a:lnTo>
                      <a:pt x="378" y="725"/>
                    </a:lnTo>
                    <a:cubicBezTo>
                      <a:pt x="158" y="725"/>
                      <a:pt x="0" y="882"/>
                      <a:pt x="0" y="1071"/>
                    </a:cubicBezTo>
                    <a:cubicBezTo>
                      <a:pt x="0" y="1260"/>
                      <a:pt x="158" y="1418"/>
                      <a:pt x="378" y="1418"/>
                    </a:cubicBezTo>
                    <a:lnTo>
                      <a:pt x="725" y="1418"/>
                    </a:lnTo>
                    <a:lnTo>
                      <a:pt x="725" y="7719"/>
                    </a:lnTo>
                    <a:lnTo>
                      <a:pt x="378" y="7719"/>
                    </a:lnTo>
                    <a:cubicBezTo>
                      <a:pt x="189" y="7719"/>
                      <a:pt x="32" y="7876"/>
                      <a:pt x="32" y="8097"/>
                    </a:cubicBezTo>
                    <a:cubicBezTo>
                      <a:pt x="32" y="8286"/>
                      <a:pt x="189" y="8443"/>
                      <a:pt x="378" y="8443"/>
                    </a:cubicBezTo>
                    <a:lnTo>
                      <a:pt x="4758" y="8443"/>
                    </a:lnTo>
                    <a:lnTo>
                      <a:pt x="3560" y="11436"/>
                    </a:lnTo>
                    <a:cubicBezTo>
                      <a:pt x="3497" y="11625"/>
                      <a:pt x="3560" y="11814"/>
                      <a:pt x="3749" y="11877"/>
                    </a:cubicBezTo>
                    <a:cubicBezTo>
                      <a:pt x="3803" y="11893"/>
                      <a:pt x="3855" y="11901"/>
                      <a:pt x="3903" y="11901"/>
                    </a:cubicBezTo>
                    <a:cubicBezTo>
                      <a:pt x="4052" y="11901"/>
                      <a:pt x="4167" y="11824"/>
                      <a:pt x="4191" y="11657"/>
                    </a:cubicBezTo>
                    <a:lnTo>
                      <a:pt x="4947" y="9830"/>
                    </a:lnTo>
                    <a:lnTo>
                      <a:pt x="5608" y="9830"/>
                    </a:lnTo>
                    <a:lnTo>
                      <a:pt x="5608" y="10838"/>
                    </a:lnTo>
                    <a:cubicBezTo>
                      <a:pt x="5608" y="11027"/>
                      <a:pt x="5766" y="11184"/>
                      <a:pt x="5955" y="11184"/>
                    </a:cubicBezTo>
                    <a:cubicBezTo>
                      <a:pt x="6175" y="11184"/>
                      <a:pt x="6333" y="11027"/>
                      <a:pt x="6333" y="10838"/>
                    </a:cubicBezTo>
                    <a:lnTo>
                      <a:pt x="6333" y="9830"/>
                    </a:lnTo>
                    <a:lnTo>
                      <a:pt x="6995" y="9830"/>
                    </a:lnTo>
                    <a:lnTo>
                      <a:pt x="7751" y="11657"/>
                    </a:lnTo>
                    <a:cubicBezTo>
                      <a:pt x="7798" y="11824"/>
                      <a:pt x="7918" y="11901"/>
                      <a:pt x="8042" y="11901"/>
                    </a:cubicBezTo>
                    <a:cubicBezTo>
                      <a:pt x="8082" y="11901"/>
                      <a:pt x="8122" y="11893"/>
                      <a:pt x="8160" y="11877"/>
                    </a:cubicBezTo>
                    <a:cubicBezTo>
                      <a:pt x="8381" y="11783"/>
                      <a:pt x="8444" y="11594"/>
                      <a:pt x="8381" y="11436"/>
                    </a:cubicBezTo>
                    <a:lnTo>
                      <a:pt x="7184" y="8443"/>
                    </a:lnTo>
                    <a:lnTo>
                      <a:pt x="11563" y="8443"/>
                    </a:lnTo>
                    <a:cubicBezTo>
                      <a:pt x="11752" y="8443"/>
                      <a:pt x="11909" y="8286"/>
                      <a:pt x="11909" y="8097"/>
                    </a:cubicBezTo>
                    <a:cubicBezTo>
                      <a:pt x="11909" y="7876"/>
                      <a:pt x="11752" y="7719"/>
                      <a:pt x="11563" y="7719"/>
                    </a:cubicBezTo>
                    <a:lnTo>
                      <a:pt x="11185" y="7719"/>
                    </a:lnTo>
                    <a:lnTo>
                      <a:pt x="11185" y="1418"/>
                    </a:lnTo>
                    <a:lnTo>
                      <a:pt x="11563" y="1418"/>
                    </a:lnTo>
                    <a:cubicBezTo>
                      <a:pt x="11752" y="1418"/>
                      <a:pt x="11909" y="1260"/>
                      <a:pt x="11909" y="1071"/>
                    </a:cubicBezTo>
                    <a:cubicBezTo>
                      <a:pt x="11909" y="882"/>
                      <a:pt x="11752" y="725"/>
                      <a:pt x="11563" y="725"/>
                    </a:cubicBezTo>
                    <a:lnTo>
                      <a:pt x="6301" y="725"/>
                    </a:lnTo>
                    <a:lnTo>
                      <a:pt x="6301" y="347"/>
                    </a:lnTo>
                    <a:cubicBezTo>
                      <a:pt x="6301" y="158"/>
                      <a:pt x="6144" y="0"/>
                      <a:pt x="59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868;p62">
                <a:extLst>
                  <a:ext uri="{FF2B5EF4-FFF2-40B4-BE49-F238E27FC236}">
                    <a16:creationId xmlns:a16="http://schemas.microsoft.com/office/drawing/2014/main" id="{306F4A45-894A-8D8F-EFBE-C07A58A7D22A}"/>
                  </a:ext>
                </a:extLst>
              </p:cNvPr>
              <p:cNvSpPr/>
              <p:nvPr/>
            </p:nvSpPr>
            <p:spPr>
              <a:xfrm>
                <a:off x="1465225" y="2805100"/>
                <a:ext cx="52800" cy="52025"/>
              </a:xfrm>
              <a:custGeom>
                <a:avLst/>
                <a:gdLst/>
                <a:ahLst/>
                <a:cxnLst/>
                <a:rect l="l" t="t" r="r" b="b"/>
                <a:pathLst>
                  <a:path w="2112" h="2081" extrusionOk="0">
                    <a:moveTo>
                      <a:pt x="1387" y="663"/>
                    </a:moveTo>
                    <a:lnTo>
                      <a:pt x="1387" y="1387"/>
                    </a:lnTo>
                    <a:lnTo>
                      <a:pt x="694" y="1387"/>
                    </a:lnTo>
                    <a:lnTo>
                      <a:pt x="694" y="663"/>
                    </a:lnTo>
                    <a:close/>
                    <a:moveTo>
                      <a:pt x="347" y="1"/>
                    </a:moveTo>
                    <a:cubicBezTo>
                      <a:pt x="158" y="1"/>
                      <a:pt x="1" y="158"/>
                      <a:pt x="1" y="347"/>
                    </a:cubicBezTo>
                    <a:lnTo>
                      <a:pt x="1" y="1734"/>
                    </a:lnTo>
                    <a:cubicBezTo>
                      <a:pt x="1" y="1923"/>
                      <a:pt x="158" y="2080"/>
                      <a:pt x="347" y="2080"/>
                    </a:cubicBezTo>
                    <a:lnTo>
                      <a:pt x="1765" y="2080"/>
                    </a:lnTo>
                    <a:cubicBezTo>
                      <a:pt x="1954" y="2080"/>
                      <a:pt x="2112" y="1923"/>
                      <a:pt x="2112" y="1734"/>
                    </a:cubicBezTo>
                    <a:lnTo>
                      <a:pt x="2112" y="347"/>
                    </a:lnTo>
                    <a:cubicBezTo>
                      <a:pt x="2112" y="158"/>
                      <a:pt x="1954" y="1"/>
                      <a:pt x="17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869;p62">
                <a:extLst>
                  <a:ext uri="{FF2B5EF4-FFF2-40B4-BE49-F238E27FC236}">
                    <a16:creationId xmlns:a16="http://schemas.microsoft.com/office/drawing/2014/main" id="{C26E4822-6E09-7013-3218-F0C79DAA44EB}"/>
                  </a:ext>
                </a:extLst>
              </p:cNvPr>
              <p:cNvSpPr/>
              <p:nvPr/>
            </p:nvSpPr>
            <p:spPr>
              <a:xfrm>
                <a:off x="1535325" y="2769675"/>
                <a:ext cx="52800" cy="87450"/>
              </a:xfrm>
              <a:custGeom>
                <a:avLst/>
                <a:gdLst/>
                <a:ahLst/>
                <a:cxnLst/>
                <a:rect l="l" t="t" r="r" b="b"/>
                <a:pathLst>
                  <a:path w="2112" h="3498" extrusionOk="0">
                    <a:moveTo>
                      <a:pt x="1387" y="662"/>
                    </a:moveTo>
                    <a:lnTo>
                      <a:pt x="1387" y="2741"/>
                    </a:lnTo>
                    <a:lnTo>
                      <a:pt x="694" y="2741"/>
                    </a:lnTo>
                    <a:lnTo>
                      <a:pt x="694" y="662"/>
                    </a:lnTo>
                    <a:close/>
                    <a:moveTo>
                      <a:pt x="379" y="0"/>
                    </a:moveTo>
                    <a:cubicBezTo>
                      <a:pt x="158" y="0"/>
                      <a:pt x="1" y="158"/>
                      <a:pt x="1" y="347"/>
                    </a:cubicBezTo>
                    <a:lnTo>
                      <a:pt x="1" y="3151"/>
                    </a:lnTo>
                    <a:cubicBezTo>
                      <a:pt x="1" y="3340"/>
                      <a:pt x="158" y="3497"/>
                      <a:pt x="379" y="3497"/>
                    </a:cubicBezTo>
                    <a:lnTo>
                      <a:pt x="1733" y="3497"/>
                    </a:lnTo>
                    <a:lnTo>
                      <a:pt x="1733" y="3466"/>
                    </a:lnTo>
                    <a:cubicBezTo>
                      <a:pt x="1954" y="3466"/>
                      <a:pt x="2112" y="3308"/>
                      <a:pt x="2112" y="3119"/>
                    </a:cubicBezTo>
                    <a:lnTo>
                      <a:pt x="2112" y="347"/>
                    </a:lnTo>
                    <a:cubicBezTo>
                      <a:pt x="2112" y="158"/>
                      <a:pt x="1954" y="0"/>
                      <a:pt x="17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870;p62">
                <a:extLst>
                  <a:ext uri="{FF2B5EF4-FFF2-40B4-BE49-F238E27FC236}">
                    <a16:creationId xmlns:a16="http://schemas.microsoft.com/office/drawing/2014/main" id="{4BDB56AC-4A4B-C231-F325-2D477C3D52B1}"/>
                  </a:ext>
                </a:extLst>
              </p:cNvPr>
              <p:cNvSpPr/>
              <p:nvPr/>
            </p:nvSpPr>
            <p:spPr>
              <a:xfrm>
                <a:off x="1604650" y="2733425"/>
                <a:ext cx="52775" cy="122900"/>
              </a:xfrm>
              <a:custGeom>
                <a:avLst/>
                <a:gdLst/>
                <a:ahLst/>
                <a:cxnLst/>
                <a:rect l="l" t="t" r="r" b="b"/>
                <a:pathLst>
                  <a:path w="2111" h="4916" extrusionOk="0">
                    <a:moveTo>
                      <a:pt x="1418" y="726"/>
                    </a:moveTo>
                    <a:lnTo>
                      <a:pt x="1418" y="4254"/>
                    </a:lnTo>
                    <a:lnTo>
                      <a:pt x="725" y="4254"/>
                    </a:lnTo>
                    <a:lnTo>
                      <a:pt x="725" y="726"/>
                    </a:lnTo>
                    <a:close/>
                    <a:moveTo>
                      <a:pt x="347" y="1"/>
                    </a:moveTo>
                    <a:cubicBezTo>
                      <a:pt x="158" y="1"/>
                      <a:pt x="0" y="159"/>
                      <a:pt x="0" y="348"/>
                    </a:cubicBezTo>
                    <a:lnTo>
                      <a:pt x="0" y="4569"/>
                    </a:lnTo>
                    <a:cubicBezTo>
                      <a:pt x="0" y="4758"/>
                      <a:pt x="158" y="4916"/>
                      <a:pt x="347" y="4916"/>
                    </a:cubicBezTo>
                    <a:lnTo>
                      <a:pt x="1764" y="4916"/>
                    </a:lnTo>
                    <a:cubicBezTo>
                      <a:pt x="1953" y="4916"/>
                      <a:pt x="2111" y="4758"/>
                      <a:pt x="2111" y="4569"/>
                    </a:cubicBezTo>
                    <a:lnTo>
                      <a:pt x="2111" y="348"/>
                    </a:lnTo>
                    <a:cubicBezTo>
                      <a:pt x="2111" y="159"/>
                      <a:pt x="1953" y="1"/>
                      <a:pt x="17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9711;p62">
              <a:extLst>
                <a:ext uri="{FF2B5EF4-FFF2-40B4-BE49-F238E27FC236}">
                  <a16:creationId xmlns:a16="http://schemas.microsoft.com/office/drawing/2014/main" id="{ADC3DE1A-D735-01D9-5BF9-35793513176C}"/>
                </a:ext>
              </a:extLst>
            </p:cNvPr>
            <p:cNvGrpSpPr/>
            <p:nvPr/>
          </p:nvGrpSpPr>
          <p:grpSpPr>
            <a:xfrm>
              <a:off x="4847458" y="4838728"/>
              <a:ext cx="271642" cy="271302"/>
              <a:chOff x="-60620800" y="2304600"/>
              <a:chExt cx="319000" cy="318600"/>
            </a:xfrm>
            <a:solidFill>
              <a:schemeClr val="bg1"/>
            </a:solidFill>
          </p:grpSpPr>
          <p:sp>
            <p:nvSpPr>
              <p:cNvPr id="34" name="Google Shape;9712;p62">
                <a:extLst>
                  <a:ext uri="{FF2B5EF4-FFF2-40B4-BE49-F238E27FC236}">
                    <a16:creationId xmlns:a16="http://schemas.microsoft.com/office/drawing/2014/main" id="{097916C1-01F7-7336-B16D-9504F664E54D}"/>
                  </a:ext>
                </a:extLst>
              </p:cNvPr>
              <p:cNvSpPr/>
              <p:nvPr/>
            </p:nvSpPr>
            <p:spPr>
              <a:xfrm>
                <a:off x="-60620800" y="2304600"/>
                <a:ext cx="319000" cy="318600"/>
              </a:xfrm>
              <a:custGeom>
                <a:avLst/>
                <a:gdLst/>
                <a:ahLst/>
                <a:cxnLst/>
                <a:rect l="l" t="t" r="r" b="b"/>
                <a:pathLst>
                  <a:path w="12760" h="12744" extrusionOk="0">
                    <a:moveTo>
                      <a:pt x="10939" y="845"/>
                    </a:moveTo>
                    <a:cubicBezTo>
                      <a:pt x="10969" y="845"/>
                      <a:pt x="11001" y="853"/>
                      <a:pt x="11027" y="866"/>
                    </a:cubicBezTo>
                    <a:lnTo>
                      <a:pt x="11752" y="1276"/>
                    </a:lnTo>
                    <a:cubicBezTo>
                      <a:pt x="11783" y="1339"/>
                      <a:pt x="11815" y="1433"/>
                      <a:pt x="11783" y="1465"/>
                    </a:cubicBezTo>
                    <a:lnTo>
                      <a:pt x="11437" y="2063"/>
                    </a:lnTo>
                    <a:lnTo>
                      <a:pt x="10491" y="1496"/>
                    </a:lnTo>
                    <a:lnTo>
                      <a:pt x="10838" y="898"/>
                    </a:lnTo>
                    <a:cubicBezTo>
                      <a:pt x="10856" y="861"/>
                      <a:pt x="10897" y="845"/>
                      <a:pt x="10939" y="845"/>
                    </a:cubicBezTo>
                    <a:close/>
                    <a:moveTo>
                      <a:pt x="10050" y="2252"/>
                    </a:moveTo>
                    <a:lnTo>
                      <a:pt x="10995" y="2819"/>
                    </a:lnTo>
                    <a:lnTo>
                      <a:pt x="8916" y="6379"/>
                    </a:lnTo>
                    <a:lnTo>
                      <a:pt x="7971" y="5844"/>
                    </a:lnTo>
                    <a:lnTo>
                      <a:pt x="10050" y="2252"/>
                    </a:lnTo>
                    <a:close/>
                    <a:moveTo>
                      <a:pt x="7813" y="6663"/>
                    </a:moveTo>
                    <a:lnTo>
                      <a:pt x="8318" y="6978"/>
                    </a:lnTo>
                    <a:lnTo>
                      <a:pt x="7782" y="7324"/>
                    </a:lnTo>
                    <a:lnTo>
                      <a:pt x="7813" y="6663"/>
                    </a:lnTo>
                    <a:close/>
                    <a:moveTo>
                      <a:pt x="11342" y="5245"/>
                    </a:moveTo>
                    <a:cubicBezTo>
                      <a:pt x="11594" y="5245"/>
                      <a:pt x="11752" y="5434"/>
                      <a:pt x="11752" y="5686"/>
                    </a:cubicBezTo>
                    <a:lnTo>
                      <a:pt x="11752" y="11483"/>
                    </a:lnTo>
                    <a:cubicBezTo>
                      <a:pt x="11752" y="11704"/>
                      <a:pt x="11531" y="11893"/>
                      <a:pt x="11342" y="11893"/>
                    </a:cubicBezTo>
                    <a:lnTo>
                      <a:pt x="1197" y="11893"/>
                    </a:lnTo>
                    <a:cubicBezTo>
                      <a:pt x="945" y="11893"/>
                      <a:pt x="788" y="11704"/>
                      <a:pt x="788" y="11483"/>
                    </a:cubicBezTo>
                    <a:lnTo>
                      <a:pt x="788" y="5686"/>
                    </a:lnTo>
                    <a:cubicBezTo>
                      <a:pt x="788" y="5434"/>
                      <a:pt x="977" y="5245"/>
                      <a:pt x="1197" y="5245"/>
                    </a:cubicBezTo>
                    <a:lnTo>
                      <a:pt x="7372" y="5245"/>
                    </a:lnTo>
                    <a:lnTo>
                      <a:pt x="7057" y="5749"/>
                    </a:lnTo>
                    <a:cubicBezTo>
                      <a:pt x="7026" y="5812"/>
                      <a:pt x="7026" y="5875"/>
                      <a:pt x="7026" y="5970"/>
                    </a:cubicBezTo>
                    <a:lnTo>
                      <a:pt x="6900" y="7734"/>
                    </a:lnTo>
                    <a:lnTo>
                      <a:pt x="5545" y="7734"/>
                    </a:lnTo>
                    <a:cubicBezTo>
                      <a:pt x="5325" y="7734"/>
                      <a:pt x="5167" y="7923"/>
                      <a:pt x="5167" y="8175"/>
                    </a:cubicBezTo>
                    <a:cubicBezTo>
                      <a:pt x="5167" y="8396"/>
                      <a:pt x="5356" y="8585"/>
                      <a:pt x="5545" y="8585"/>
                    </a:cubicBezTo>
                    <a:lnTo>
                      <a:pt x="10523" y="8585"/>
                    </a:lnTo>
                    <a:cubicBezTo>
                      <a:pt x="10743" y="8585"/>
                      <a:pt x="10964" y="8396"/>
                      <a:pt x="10964" y="8175"/>
                    </a:cubicBezTo>
                    <a:cubicBezTo>
                      <a:pt x="10964" y="7923"/>
                      <a:pt x="10743" y="7734"/>
                      <a:pt x="10523" y="7734"/>
                    </a:cubicBezTo>
                    <a:lnTo>
                      <a:pt x="8633" y="7734"/>
                    </a:lnTo>
                    <a:lnTo>
                      <a:pt x="9294" y="7293"/>
                    </a:lnTo>
                    <a:cubicBezTo>
                      <a:pt x="9326" y="7261"/>
                      <a:pt x="9420" y="7230"/>
                      <a:pt x="9420" y="7135"/>
                    </a:cubicBezTo>
                    <a:lnTo>
                      <a:pt x="10523" y="5245"/>
                    </a:lnTo>
                    <a:close/>
                    <a:moveTo>
                      <a:pt x="10933" y="0"/>
                    </a:moveTo>
                    <a:cubicBezTo>
                      <a:pt x="10599" y="0"/>
                      <a:pt x="10280" y="175"/>
                      <a:pt x="10113" y="488"/>
                    </a:cubicBezTo>
                    <a:lnTo>
                      <a:pt x="9578" y="1433"/>
                    </a:lnTo>
                    <a:lnTo>
                      <a:pt x="7877" y="4395"/>
                    </a:lnTo>
                    <a:lnTo>
                      <a:pt x="1229" y="4395"/>
                    </a:lnTo>
                    <a:cubicBezTo>
                      <a:pt x="567" y="4395"/>
                      <a:pt x="0" y="4930"/>
                      <a:pt x="0" y="5592"/>
                    </a:cubicBezTo>
                    <a:lnTo>
                      <a:pt x="0" y="11483"/>
                    </a:lnTo>
                    <a:cubicBezTo>
                      <a:pt x="0" y="12145"/>
                      <a:pt x="567" y="12743"/>
                      <a:pt x="1229" y="12743"/>
                    </a:cubicBezTo>
                    <a:lnTo>
                      <a:pt x="11374" y="12743"/>
                    </a:lnTo>
                    <a:cubicBezTo>
                      <a:pt x="12067" y="12743"/>
                      <a:pt x="12602" y="12176"/>
                      <a:pt x="12602" y="11483"/>
                    </a:cubicBezTo>
                    <a:lnTo>
                      <a:pt x="12602" y="5686"/>
                    </a:lnTo>
                    <a:cubicBezTo>
                      <a:pt x="12602" y="5025"/>
                      <a:pt x="12067" y="4458"/>
                      <a:pt x="11374" y="4458"/>
                    </a:cubicBezTo>
                    <a:lnTo>
                      <a:pt x="11027" y="4458"/>
                    </a:lnTo>
                    <a:lnTo>
                      <a:pt x="12508" y="1937"/>
                    </a:lnTo>
                    <a:cubicBezTo>
                      <a:pt x="12760" y="1433"/>
                      <a:pt x="12602" y="835"/>
                      <a:pt x="12130" y="551"/>
                    </a:cubicBezTo>
                    <a:lnTo>
                      <a:pt x="11437" y="141"/>
                    </a:lnTo>
                    <a:cubicBezTo>
                      <a:pt x="11277" y="46"/>
                      <a:pt x="11103" y="0"/>
                      <a:pt x="109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713;p62">
                <a:extLst>
                  <a:ext uri="{FF2B5EF4-FFF2-40B4-BE49-F238E27FC236}">
                    <a16:creationId xmlns:a16="http://schemas.microsoft.com/office/drawing/2014/main" id="{F81B4595-767C-9D60-F3C1-54B96E9E38F8}"/>
                  </a:ext>
                </a:extLst>
              </p:cNvPr>
              <p:cNvSpPr/>
              <p:nvPr/>
            </p:nvSpPr>
            <p:spPr>
              <a:xfrm>
                <a:off x="-60491625" y="2560150"/>
                <a:ext cx="144925" cy="20525"/>
              </a:xfrm>
              <a:custGeom>
                <a:avLst/>
                <a:gdLst/>
                <a:ahLst/>
                <a:cxnLst/>
                <a:rect l="l" t="t" r="r" b="b"/>
                <a:pathLst>
                  <a:path w="5797" h="821" extrusionOk="0">
                    <a:moveTo>
                      <a:pt x="378" y="1"/>
                    </a:moveTo>
                    <a:cubicBezTo>
                      <a:pt x="158" y="1"/>
                      <a:pt x="0" y="190"/>
                      <a:pt x="0" y="411"/>
                    </a:cubicBezTo>
                    <a:cubicBezTo>
                      <a:pt x="0" y="663"/>
                      <a:pt x="189" y="820"/>
                      <a:pt x="378" y="820"/>
                    </a:cubicBezTo>
                    <a:lnTo>
                      <a:pt x="5356" y="820"/>
                    </a:lnTo>
                    <a:cubicBezTo>
                      <a:pt x="5576" y="820"/>
                      <a:pt x="5797" y="631"/>
                      <a:pt x="5797" y="411"/>
                    </a:cubicBezTo>
                    <a:cubicBezTo>
                      <a:pt x="5797" y="190"/>
                      <a:pt x="5576" y="1"/>
                      <a:pt x="53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714;p62">
                <a:extLst>
                  <a:ext uri="{FF2B5EF4-FFF2-40B4-BE49-F238E27FC236}">
                    <a16:creationId xmlns:a16="http://schemas.microsoft.com/office/drawing/2014/main" id="{DC72357F-92AC-583B-D69E-C79E6EDC5308}"/>
                  </a:ext>
                </a:extLst>
              </p:cNvPr>
              <p:cNvSpPr/>
              <p:nvPr/>
            </p:nvSpPr>
            <p:spPr>
              <a:xfrm>
                <a:off x="-60573550" y="2445950"/>
                <a:ext cx="62250" cy="146525"/>
              </a:xfrm>
              <a:custGeom>
                <a:avLst/>
                <a:gdLst/>
                <a:ahLst/>
                <a:cxnLst/>
                <a:rect l="l" t="t" r="r" b="b"/>
                <a:pathLst>
                  <a:path w="2490" h="5861" extrusionOk="0">
                    <a:moveTo>
                      <a:pt x="1229" y="1"/>
                    </a:moveTo>
                    <a:cubicBezTo>
                      <a:pt x="977" y="1"/>
                      <a:pt x="820" y="190"/>
                      <a:pt x="820" y="410"/>
                    </a:cubicBezTo>
                    <a:lnTo>
                      <a:pt x="820" y="694"/>
                    </a:lnTo>
                    <a:cubicBezTo>
                      <a:pt x="347" y="851"/>
                      <a:pt x="1" y="1324"/>
                      <a:pt x="1" y="1891"/>
                    </a:cubicBezTo>
                    <a:cubicBezTo>
                      <a:pt x="1" y="2553"/>
                      <a:pt x="568" y="2931"/>
                      <a:pt x="977" y="3246"/>
                    </a:cubicBezTo>
                    <a:cubicBezTo>
                      <a:pt x="1292" y="3498"/>
                      <a:pt x="1670" y="3718"/>
                      <a:pt x="1670" y="3970"/>
                    </a:cubicBezTo>
                    <a:cubicBezTo>
                      <a:pt x="1670" y="4191"/>
                      <a:pt x="1450" y="4348"/>
                      <a:pt x="1229" y="4348"/>
                    </a:cubicBezTo>
                    <a:cubicBezTo>
                      <a:pt x="977" y="4348"/>
                      <a:pt x="820" y="4159"/>
                      <a:pt x="820" y="3970"/>
                    </a:cubicBezTo>
                    <a:cubicBezTo>
                      <a:pt x="820" y="3718"/>
                      <a:pt x="631" y="3529"/>
                      <a:pt x="442" y="3529"/>
                    </a:cubicBezTo>
                    <a:cubicBezTo>
                      <a:pt x="190" y="3529"/>
                      <a:pt x="1" y="3718"/>
                      <a:pt x="1" y="3970"/>
                    </a:cubicBezTo>
                    <a:cubicBezTo>
                      <a:pt x="1" y="4506"/>
                      <a:pt x="347" y="4947"/>
                      <a:pt x="820" y="5136"/>
                    </a:cubicBezTo>
                    <a:lnTo>
                      <a:pt x="820" y="5420"/>
                    </a:lnTo>
                    <a:cubicBezTo>
                      <a:pt x="820" y="5672"/>
                      <a:pt x="1040" y="5861"/>
                      <a:pt x="1229" y="5861"/>
                    </a:cubicBezTo>
                    <a:cubicBezTo>
                      <a:pt x="1450" y="5861"/>
                      <a:pt x="1670" y="5672"/>
                      <a:pt x="1670" y="5420"/>
                    </a:cubicBezTo>
                    <a:lnTo>
                      <a:pt x="1670" y="5136"/>
                    </a:lnTo>
                    <a:cubicBezTo>
                      <a:pt x="2143" y="4979"/>
                      <a:pt x="2489" y="4506"/>
                      <a:pt x="2489" y="3970"/>
                    </a:cubicBezTo>
                    <a:cubicBezTo>
                      <a:pt x="2489" y="3309"/>
                      <a:pt x="1922" y="2899"/>
                      <a:pt x="1513" y="2584"/>
                    </a:cubicBezTo>
                    <a:cubicBezTo>
                      <a:pt x="1198" y="2364"/>
                      <a:pt x="820" y="2112"/>
                      <a:pt x="820" y="1891"/>
                    </a:cubicBezTo>
                    <a:cubicBezTo>
                      <a:pt x="788" y="1639"/>
                      <a:pt x="977" y="1450"/>
                      <a:pt x="1229" y="1450"/>
                    </a:cubicBezTo>
                    <a:cubicBezTo>
                      <a:pt x="1450" y="1450"/>
                      <a:pt x="1670" y="1639"/>
                      <a:pt x="1670" y="1891"/>
                    </a:cubicBezTo>
                    <a:cubicBezTo>
                      <a:pt x="1670" y="2112"/>
                      <a:pt x="1859" y="2269"/>
                      <a:pt x="2048" y="2269"/>
                    </a:cubicBezTo>
                    <a:cubicBezTo>
                      <a:pt x="2300" y="2269"/>
                      <a:pt x="2489" y="2080"/>
                      <a:pt x="2489" y="1891"/>
                    </a:cubicBezTo>
                    <a:cubicBezTo>
                      <a:pt x="2489" y="1324"/>
                      <a:pt x="2143" y="883"/>
                      <a:pt x="1670" y="694"/>
                    </a:cubicBezTo>
                    <a:lnTo>
                      <a:pt x="1670" y="410"/>
                    </a:lnTo>
                    <a:cubicBezTo>
                      <a:pt x="1670" y="190"/>
                      <a:pt x="1450" y="1"/>
                      <a:pt x="12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9659;p62">
              <a:extLst>
                <a:ext uri="{FF2B5EF4-FFF2-40B4-BE49-F238E27FC236}">
                  <a16:creationId xmlns:a16="http://schemas.microsoft.com/office/drawing/2014/main" id="{B9388BED-CB96-E092-0A70-240C7F69FDA2}"/>
                </a:ext>
              </a:extLst>
            </p:cNvPr>
            <p:cNvGrpSpPr/>
            <p:nvPr/>
          </p:nvGrpSpPr>
          <p:grpSpPr>
            <a:xfrm>
              <a:off x="4847458" y="2895716"/>
              <a:ext cx="273574" cy="276296"/>
              <a:chOff x="-64764500" y="2280550"/>
              <a:chExt cx="316650" cy="319800"/>
            </a:xfrm>
            <a:solidFill>
              <a:schemeClr val="bg1"/>
            </a:solidFill>
          </p:grpSpPr>
          <p:sp>
            <p:nvSpPr>
              <p:cNvPr id="38" name="Google Shape;9660;p62">
                <a:extLst>
                  <a:ext uri="{FF2B5EF4-FFF2-40B4-BE49-F238E27FC236}">
                    <a16:creationId xmlns:a16="http://schemas.microsoft.com/office/drawing/2014/main" id="{7582665F-92E3-3FEE-0CE6-1E3109C8606C}"/>
                  </a:ext>
                </a:extLst>
              </p:cNvPr>
              <p:cNvSpPr/>
              <p:nvPr/>
            </p:nvSpPr>
            <p:spPr>
              <a:xfrm>
                <a:off x="-64764500" y="2280550"/>
                <a:ext cx="316650" cy="319800"/>
              </a:xfrm>
              <a:custGeom>
                <a:avLst/>
                <a:gdLst/>
                <a:ahLst/>
                <a:cxnLst/>
                <a:rect l="l" t="t" r="r" b="b"/>
                <a:pathLst>
                  <a:path w="12666" h="12792" extrusionOk="0">
                    <a:moveTo>
                      <a:pt x="11405" y="820"/>
                    </a:moveTo>
                    <a:cubicBezTo>
                      <a:pt x="11657" y="820"/>
                      <a:pt x="11815" y="1009"/>
                      <a:pt x="11815" y="1261"/>
                    </a:cubicBezTo>
                    <a:cubicBezTo>
                      <a:pt x="11815" y="1481"/>
                      <a:pt x="11657" y="1670"/>
                      <a:pt x="11405" y="1670"/>
                    </a:cubicBezTo>
                    <a:lnTo>
                      <a:pt x="1229" y="1670"/>
                    </a:lnTo>
                    <a:cubicBezTo>
                      <a:pt x="977" y="1670"/>
                      <a:pt x="788" y="1481"/>
                      <a:pt x="788" y="1261"/>
                    </a:cubicBezTo>
                    <a:cubicBezTo>
                      <a:pt x="788" y="1009"/>
                      <a:pt x="977" y="820"/>
                      <a:pt x="1229" y="820"/>
                    </a:cubicBezTo>
                    <a:close/>
                    <a:moveTo>
                      <a:pt x="10996" y="2521"/>
                    </a:moveTo>
                    <a:lnTo>
                      <a:pt x="10996" y="8286"/>
                    </a:lnTo>
                    <a:lnTo>
                      <a:pt x="1607" y="8286"/>
                    </a:lnTo>
                    <a:lnTo>
                      <a:pt x="1607" y="2521"/>
                    </a:lnTo>
                    <a:close/>
                    <a:moveTo>
                      <a:pt x="6302" y="11027"/>
                    </a:moveTo>
                    <a:cubicBezTo>
                      <a:pt x="6554" y="11027"/>
                      <a:pt x="6743" y="11216"/>
                      <a:pt x="6743" y="11437"/>
                    </a:cubicBezTo>
                    <a:cubicBezTo>
                      <a:pt x="6743" y="11689"/>
                      <a:pt x="6522" y="11878"/>
                      <a:pt x="6302" y="11878"/>
                    </a:cubicBezTo>
                    <a:cubicBezTo>
                      <a:pt x="6050" y="11878"/>
                      <a:pt x="5892" y="11689"/>
                      <a:pt x="5892" y="11437"/>
                    </a:cubicBezTo>
                    <a:cubicBezTo>
                      <a:pt x="5892" y="11216"/>
                      <a:pt x="6113" y="11027"/>
                      <a:pt x="6302" y="11027"/>
                    </a:cubicBezTo>
                    <a:close/>
                    <a:moveTo>
                      <a:pt x="1229" y="1"/>
                    </a:moveTo>
                    <a:cubicBezTo>
                      <a:pt x="536" y="1"/>
                      <a:pt x="1" y="536"/>
                      <a:pt x="1" y="1261"/>
                    </a:cubicBezTo>
                    <a:cubicBezTo>
                      <a:pt x="1" y="1797"/>
                      <a:pt x="347" y="2238"/>
                      <a:pt x="820" y="2427"/>
                    </a:cubicBezTo>
                    <a:lnTo>
                      <a:pt x="820" y="8286"/>
                    </a:lnTo>
                    <a:lnTo>
                      <a:pt x="442" y="8286"/>
                    </a:lnTo>
                    <a:cubicBezTo>
                      <a:pt x="190" y="8286"/>
                      <a:pt x="32" y="8507"/>
                      <a:pt x="32" y="8728"/>
                    </a:cubicBezTo>
                    <a:cubicBezTo>
                      <a:pt x="32" y="8980"/>
                      <a:pt x="221" y="9169"/>
                      <a:pt x="442" y="9169"/>
                    </a:cubicBezTo>
                    <a:lnTo>
                      <a:pt x="5955" y="9169"/>
                    </a:lnTo>
                    <a:lnTo>
                      <a:pt x="5955" y="10334"/>
                    </a:lnTo>
                    <a:cubicBezTo>
                      <a:pt x="5483" y="10492"/>
                      <a:pt x="5104" y="10964"/>
                      <a:pt x="5104" y="11531"/>
                    </a:cubicBezTo>
                    <a:cubicBezTo>
                      <a:pt x="5104" y="12193"/>
                      <a:pt x="5672" y="12792"/>
                      <a:pt x="6333" y="12792"/>
                    </a:cubicBezTo>
                    <a:cubicBezTo>
                      <a:pt x="6995" y="12792"/>
                      <a:pt x="7593" y="12225"/>
                      <a:pt x="7593" y="11531"/>
                    </a:cubicBezTo>
                    <a:cubicBezTo>
                      <a:pt x="7593" y="10964"/>
                      <a:pt x="7247" y="10555"/>
                      <a:pt x="6774" y="10334"/>
                    </a:cubicBezTo>
                    <a:lnTo>
                      <a:pt x="6774" y="9169"/>
                    </a:lnTo>
                    <a:lnTo>
                      <a:pt x="12288" y="9169"/>
                    </a:lnTo>
                    <a:cubicBezTo>
                      <a:pt x="12508" y="9169"/>
                      <a:pt x="12666" y="8980"/>
                      <a:pt x="12666" y="8728"/>
                    </a:cubicBezTo>
                    <a:cubicBezTo>
                      <a:pt x="12666" y="8507"/>
                      <a:pt x="12477" y="8286"/>
                      <a:pt x="12288" y="8286"/>
                    </a:cubicBezTo>
                    <a:lnTo>
                      <a:pt x="11847" y="8286"/>
                    </a:lnTo>
                    <a:lnTo>
                      <a:pt x="11847" y="2427"/>
                    </a:lnTo>
                    <a:cubicBezTo>
                      <a:pt x="12319" y="2238"/>
                      <a:pt x="12634" y="1797"/>
                      <a:pt x="12634" y="1261"/>
                    </a:cubicBezTo>
                    <a:cubicBezTo>
                      <a:pt x="12634" y="568"/>
                      <a:pt x="12099" y="1"/>
                      <a:pt x="114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661;p62">
                <a:extLst>
                  <a:ext uri="{FF2B5EF4-FFF2-40B4-BE49-F238E27FC236}">
                    <a16:creationId xmlns:a16="http://schemas.microsoft.com/office/drawing/2014/main" id="{D5F7F692-A236-7C6F-131A-BF793577EA93}"/>
                  </a:ext>
                </a:extLst>
              </p:cNvPr>
              <p:cNvSpPr/>
              <p:nvPr/>
            </p:nvSpPr>
            <p:spPr>
              <a:xfrm>
                <a:off x="-64679425" y="2364825"/>
                <a:ext cx="146500" cy="102450"/>
              </a:xfrm>
              <a:custGeom>
                <a:avLst/>
                <a:gdLst/>
                <a:ahLst/>
                <a:cxnLst/>
                <a:rect l="l" t="t" r="r" b="b"/>
                <a:pathLst>
                  <a:path w="5860" h="4098" extrusionOk="0">
                    <a:moveTo>
                      <a:pt x="3749" y="1"/>
                    </a:moveTo>
                    <a:cubicBezTo>
                      <a:pt x="3529" y="1"/>
                      <a:pt x="3371" y="190"/>
                      <a:pt x="3371" y="442"/>
                    </a:cubicBezTo>
                    <a:cubicBezTo>
                      <a:pt x="3371" y="662"/>
                      <a:pt x="3560" y="820"/>
                      <a:pt x="3749" y="820"/>
                    </a:cubicBezTo>
                    <a:lnTo>
                      <a:pt x="4442" y="820"/>
                    </a:lnTo>
                    <a:lnTo>
                      <a:pt x="2930" y="2332"/>
                    </a:lnTo>
                    <a:lnTo>
                      <a:pt x="2395" y="1765"/>
                    </a:lnTo>
                    <a:cubicBezTo>
                      <a:pt x="2316" y="1686"/>
                      <a:pt x="2206" y="1647"/>
                      <a:pt x="2095" y="1647"/>
                    </a:cubicBezTo>
                    <a:cubicBezTo>
                      <a:pt x="1985" y="1647"/>
                      <a:pt x="1875" y="1686"/>
                      <a:pt x="1796" y="1765"/>
                    </a:cubicBezTo>
                    <a:lnTo>
                      <a:pt x="126" y="3435"/>
                    </a:lnTo>
                    <a:cubicBezTo>
                      <a:pt x="0" y="3592"/>
                      <a:pt x="0" y="3844"/>
                      <a:pt x="126" y="4033"/>
                    </a:cubicBezTo>
                    <a:cubicBezTo>
                      <a:pt x="195" y="4075"/>
                      <a:pt x="288" y="4098"/>
                      <a:pt x="384" y="4098"/>
                    </a:cubicBezTo>
                    <a:cubicBezTo>
                      <a:pt x="507" y="4098"/>
                      <a:pt x="636" y="4059"/>
                      <a:pt x="725" y="3970"/>
                    </a:cubicBezTo>
                    <a:lnTo>
                      <a:pt x="2111" y="2616"/>
                    </a:lnTo>
                    <a:lnTo>
                      <a:pt x="2647" y="3151"/>
                    </a:lnTo>
                    <a:cubicBezTo>
                      <a:pt x="2725" y="3230"/>
                      <a:pt x="2836" y="3269"/>
                      <a:pt x="2946" y="3269"/>
                    </a:cubicBezTo>
                    <a:cubicBezTo>
                      <a:pt x="3056" y="3269"/>
                      <a:pt x="3166" y="3230"/>
                      <a:pt x="3245" y="3151"/>
                    </a:cubicBezTo>
                    <a:lnTo>
                      <a:pt x="5009" y="1387"/>
                    </a:lnTo>
                    <a:lnTo>
                      <a:pt x="5009" y="2049"/>
                    </a:lnTo>
                    <a:cubicBezTo>
                      <a:pt x="5009" y="2269"/>
                      <a:pt x="5230" y="2490"/>
                      <a:pt x="5451" y="2490"/>
                    </a:cubicBezTo>
                    <a:cubicBezTo>
                      <a:pt x="5703" y="2490"/>
                      <a:pt x="5860" y="2269"/>
                      <a:pt x="5860" y="2049"/>
                    </a:cubicBezTo>
                    <a:lnTo>
                      <a:pt x="5860" y="410"/>
                    </a:lnTo>
                    <a:cubicBezTo>
                      <a:pt x="5860" y="158"/>
                      <a:pt x="5640" y="1"/>
                      <a:pt x="54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8466046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CCCD1D-24F7-7818-1BC1-F700A1D07CDD}"/>
              </a:ext>
            </a:extLst>
          </p:cNvPr>
          <p:cNvSpPr txBox="1"/>
          <p:nvPr/>
        </p:nvSpPr>
        <p:spPr>
          <a:xfrm>
            <a:off x="287867" y="2155061"/>
            <a:ext cx="11616266" cy="2547877"/>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9500" b="0" i="0" u="none" strike="noStrike" kern="0" cap="none" spc="0" normalizeH="0" baseline="0" noProof="0" dirty="0">
                <a:ln>
                  <a:noFill/>
                </a:ln>
                <a:solidFill>
                  <a:prstClr val="white"/>
                </a:solidFill>
                <a:effectLst/>
                <a:uLnTx/>
                <a:uFillTx/>
                <a:latin typeface="Darker Grotesque" pitchFamily="2" charset="0"/>
              </a:rPr>
              <a:t>Our Team</a:t>
            </a:r>
          </a:p>
        </p:txBody>
      </p:sp>
      <p:sp>
        <p:nvSpPr>
          <p:cNvPr id="276" name="Freeform: Shape 60">
            <a:extLst>
              <a:ext uri="{FF2B5EF4-FFF2-40B4-BE49-F238E27FC236}">
                <a16:creationId xmlns:a16="http://schemas.microsoft.com/office/drawing/2014/main" id="{0684D570-431F-6DE9-DE04-2A58E07BE5E1}"/>
              </a:ext>
            </a:extLst>
          </p:cNvPr>
          <p:cNvSpPr/>
          <p:nvPr/>
        </p:nvSpPr>
        <p:spPr>
          <a:xfrm>
            <a:off x="6790421" y="10321891"/>
            <a:ext cx="483411" cy="589426"/>
          </a:xfrm>
          <a:custGeom>
            <a:avLst/>
            <a:gdLst>
              <a:gd name="connsiteX0" fmla="*/ 389441 w 483411"/>
              <a:gd name="connsiteY0" fmla="*/ 34142 h 589426"/>
              <a:gd name="connsiteX1" fmla="*/ 70955 w 483411"/>
              <a:gd name="connsiteY1" fmla="*/ 85409 h 589426"/>
              <a:gd name="connsiteX2" fmla="*/ 42884 w 483411"/>
              <a:gd name="connsiteY2" fmla="*/ 144439 h 589426"/>
              <a:gd name="connsiteX3" fmla="*/ 21025 w 483411"/>
              <a:gd name="connsiteY3" fmla="*/ 248328 h 589426"/>
              <a:gd name="connsiteX4" fmla="*/ 22641 w 483411"/>
              <a:gd name="connsiteY4" fmla="*/ 303658 h 589426"/>
              <a:gd name="connsiteX5" fmla="*/ 29029 w 483411"/>
              <a:gd name="connsiteY5" fmla="*/ 314940 h 589426"/>
              <a:gd name="connsiteX6" fmla="*/ 4920 w 483411"/>
              <a:gd name="connsiteY6" fmla="*/ 345358 h 589426"/>
              <a:gd name="connsiteX7" fmla="*/ 19852 w 483411"/>
              <a:gd name="connsiteY7" fmla="*/ 399874 h 589426"/>
              <a:gd name="connsiteX8" fmla="*/ 27772 w 483411"/>
              <a:gd name="connsiteY8" fmla="*/ 430112 h 589426"/>
              <a:gd name="connsiteX9" fmla="*/ 77790 w 483411"/>
              <a:gd name="connsiteY9" fmla="*/ 463056 h 589426"/>
              <a:gd name="connsiteX10" fmla="*/ 120978 w 483411"/>
              <a:gd name="connsiteY10" fmla="*/ 512610 h 589426"/>
              <a:gd name="connsiteX11" fmla="*/ 332222 w 483411"/>
              <a:gd name="connsiteY11" fmla="*/ 590233 h 589426"/>
              <a:gd name="connsiteX12" fmla="*/ 461055 w 483411"/>
              <a:gd name="connsiteY12" fmla="*/ 476595 h 589426"/>
              <a:gd name="connsiteX13" fmla="*/ 484537 w 483411"/>
              <a:gd name="connsiteY13" fmla="*/ 175307 h 589426"/>
              <a:gd name="connsiteX14" fmla="*/ 389441 w 483411"/>
              <a:gd name="connsiteY14" fmla="*/ 34142 h 58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3411" h="589426">
                <a:moveTo>
                  <a:pt x="389441" y="34142"/>
                </a:moveTo>
                <a:cubicBezTo>
                  <a:pt x="289668" y="-17125"/>
                  <a:pt x="141128" y="-11621"/>
                  <a:pt x="70955" y="85409"/>
                </a:cubicBezTo>
                <a:cubicBezTo>
                  <a:pt x="59709" y="103822"/>
                  <a:pt x="48463" y="123950"/>
                  <a:pt x="42884" y="144439"/>
                </a:cubicBezTo>
                <a:cubicBezTo>
                  <a:pt x="36049" y="170975"/>
                  <a:pt x="23810" y="210239"/>
                  <a:pt x="21025" y="248328"/>
                </a:cubicBezTo>
                <a:cubicBezTo>
                  <a:pt x="19584" y="267643"/>
                  <a:pt x="21205" y="285605"/>
                  <a:pt x="22641" y="303658"/>
                </a:cubicBezTo>
                <a:cubicBezTo>
                  <a:pt x="23182" y="310066"/>
                  <a:pt x="29209" y="312593"/>
                  <a:pt x="29029" y="314940"/>
                </a:cubicBezTo>
                <a:cubicBezTo>
                  <a:pt x="27412" y="330013"/>
                  <a:pt x="11575" y="326403"/>
                  <a:pt x="4920" y="345358"/>
                </a:cubicBezTo>
                <a:cubicBezTo>
                  <a:pt x="2130" y="356640"/>
                  <a:pt x="7437" y="383357"/>
                  <a:pt x="19852" y="399874"/>
                </a:cubicBezTo>
                <a:cubicBezTo>
                  <a:pt x="25791" y="407817"/>
                  <a:pt x="20124" y="426682"/>
                  <a:pt x="27772" y="430112"/>
                </a:cubicBezTo>
                <a:cubicBezTo>
                  <a:pt x="45313" y="440040"/>
                  <a:pt x="58808" y="438235"/>
                  <a:pt x="77790" y="463056"/>
                </a:cubicBezTo>
                <a:cubicBezTo>
                  <a:pt x="91558" y="480115"/>
                  <a:pt x="103524" y="498980"/>
                  <a:pt x="120978" y="512610"/>
                </a:cubicBezTo>
                <a:cubicBezTo>
                  <a:pt x="157505" y="581026"/>
                  <a:pt x="261869" y="596551"/>
                  <a:pt x="332222" y="590233"/>
                </a:cubicBezTo>
                <a:cubicBezTo>
                  <a:pt x="397629" y="579763"/>
                  <a:pt x="437214" y="535084"/>
                  <a:pt x="461055" y="476595"/>
                </a:cubicBezTo>
                <a:cubicBezTo>
                  <a:pt x="498213" y="385342"/>
                  <a:pt x="485976" y="255821"/>
                  <a:pt x="484537" y="175307"/>
                </a:cubicBezTo>
                <a:cubicBezTo>
                  <a:pt x="485258" y="107703"/>
                  <a:pt x="446659" y="62302"/>
                  <a:pt x="389441" y="34142"/>
                </a:cubicBezTo>
                <a:close/>
              </a:path>
            </a:pathLst>
          </a:custGeom>
          <a:solidFill>
            <a:srgbClr val="FFFFFF"/>
          </a:solidFill>
          <a:ln w="8956" cap="flat">
            <a:noFill/>
            <a:prstDash val="solid"/>
            <a:miter/>
          </a:ln>
        </p:spPr>
        <p:txBody>
          <a:bodyPr rtlCol="0" anchor="ctr"/>
          <a:lstStyle/>
          <a:p>
            <a:endParaRPr lang="en-GB">
              <a:solidFill>
                <a:schemeClr val="bg1"/>
              </a:solidFill>
            </a:endParaRPr>
          </a:p>
        </p:txBody>
      </p:sp>
      <p:sp>
        <p:nvSpPr>
          <p:cNvPr id="277" name="Freeform: Shape 61">
            <a:extLst>
              <a:ext uri="{FF2B5EF4-FFF2-40B4-BE49-F238E27FC236}">
                <a16:creationId xmlns:a16="http://schemas.microsoft.com/office/drawing/2014/main" id="{6685F427-50FD-8C8C-E826-98F8371F80B9}"/>
              </a:ext>
            </a:extLst>
          </p:cNvPr>
          <p:cNvSpPr/>
          <p:nvPr/>
        </p:nvSpPr>
        <p:spPr>
          <a:xfrm>
            <a:off x="6782297" y="10236600"/>
            <a:ext cx="570165" cy="690667"/>
          </a:xfrm>
          <a:custGeom>
            <a:avLst/>
            <a:gdLst>
              <a:gd name="connsiteX0" fmla="*/ 288435 w 570165"/>
              <a:gd name="connsiteY0" fmla="*/ 689333 h 690667"/>
              <a:gd name="connsiteX1" fmla="*/ 261532 w 570165"/>
              <a:gd name="connsiteY1" fmla="*/ 681571 h 690667"/>
              <a:gd name="connsiteX2" fmla="*/ 235082 w 570165"/>
              <a:gd name="connsiteY2" fmla="*/ 666227 h 690667"/>
              <a:gd name="connsiteX3" fmla="*/ 235535 w 570165"/>
              <a:gd name="connsiteY3" fmla="*/ 650702 h 690667"/>
              <a:gd name="connsiteX4" fmla="*/ 245608 w 570165"/>
              <a:gd name="connsiteY4" fmla="*/ 647994 h 690667"/>
              <a:gd name="connsiteX5" fmla="*/ 274579 w 570165"/>
              <a:gd name="connsiteY5" fmla="*/ 659367 h 690667"/>
              <a:gd name="connsiteX6" fmla="*/ 302830 w 570165"/>
              <a:gd name="connsiteY6" fmla="*/ 666227 h 690667"/>
              <a:gd name="connsiteX7" fmla="*/ 360317 w 570165"/>
              <a:gd name="connsiteY7" fmla="*/ 661172 h 690667"/>
              <a:gd name="connsiteX8" fmla="*/ 436341 w 570165"/>
              <a:gd name="connsiteY8" fmla="*/ 607377 h 690667"/>
              <a:gd name="connsiteX9" fmla="*/ 468999 w 570165"/>
              <a:gd name="connsiteY9" fmla="*/ 507099 h 690667"/>
              <a:gd name="connsiteX10" fmla="*/ 471520 w 570165"/>
              <a:gd name="connsiteY10" fmla="*/ 383803 h 690667"/>
              <a:gd name="connsiteX11" fmla="*/ 471698 w 570165"/>
              <a:gd name="connsiteY11" fmla="*/ 318996 h 690667"/>
              <a:gd name="connsiteX12" fmla="*/ 472599 w 570165"/>
              <a:gd name="connsiteY12" fmla="*/ 257260 h 690667"/>
              <a:gd name="connsiteX13" fmla="*/ 469719 w 570165"/>
              <a:gd name="connsiteY13" fmla="*/ 255995 h 690667"/>
              <a:gd name="connsiteX14" fmla="*/ 443181 w 570165"/>
              <a:gd name="connsiteY14" fmla="*/ 231173 h 690667"/>
              <a:gd name="connsiteX15" fmla="*/ 413041 w 570165"/>
              <a:gd name="connsiteY15" fmla="*/ 210413 h 690667"/>
              <a:gd name="connsiteX16" fmla="*/ 282407 w 570165"/>
              <a:gd name="connsiteY16" fmla="*/ 178912 h 690667"/>
              <a:gd name="connsiteX17" fmla="*/ 208632 w 570165"/>
              <a:gd name="connsiteY17" fmla="*/ 187760 h 690667"/>
              <a:gd name="connsiteX18" fmla="*/ 133148 w 570165"/>
              <a:gd name="connsiteY18" fmla="*/ 207978 h 690667"/>
              <a:gd name="connsiteX19" fmla="*/ 83037 w 570165"/>
              <a:gd name="connsiteY19" fmla="*/ 181621 h 690667"/>
              <a:gd name="connsiteX20" fmla="*/ 72960 w 570165"/>
              <a:gd name="connsiteY20" fmla="*/ 201658 h 690667"/>
              <a:gd name="connsiteX21" fmla="*/ 61534 w 570165"/>
              <a:gd name="connsiteY21" fmla="*/ 227112 h 690667"/>
              <a:gd name="connsiteX22" fmla="*/ 45073 w 570165"/>
              <a:gd name="connsiteY22" fmla="*/ 280726 h 690667"/>
              <a:gd name="connsiteX23" fmla="*/ 36164 w 570165"/>
              <a:gd name="connsiteY23" fmla="*/ 337319 h 690667"/>
              <a:gd name="connsiteX24" fmla="*/ 33195 w 570165"/>
              <a:gd name="connsiteY24" fmla="*/ 365391 h 690667"/>
              <a:gd name="connsiteX25" fmla="*/ 32927 w 570165"/>
              <a:gd name="connsiteY25" fmla="*/ 380644 h 690667"/>
              <a:gd name="connsiteX26" fmla="*/ 34723 w 570165"/>
              <a:gd name="connsiteY26" fmla="*/ 394635 h 690667"/>
              <a:gd name="connsiteX27" fmla="*/ 35536 w 570165"/>
              <a:gd name="connsiteY27" fmla="*/ 395266 h 690667"/>
              <a:gd name="connsiteX28" fmla="*/ 78091 w 570165"/>
              <a:gd name="connsiteY28" fmla="*/ 412506 h 690667"/>
              <a:gd name="connsiteX29" fmla="*/ 77638 w 570165"/>
              <a:gd name="connsiteY29" fmla="*/ 413951 h 690667"/>
              <a:gd name="connsiteX30" fmla="*/ 76470 w 570165"/>
              <a:gd name="connsiteY30" fmla="*/ 413770 h 690667"/>
              <a:gd name="connsiteX31" fmla="*/ 26539 w 570165"/>
              <a:gd name="connsiteY31" fmla="*/ 425594 h 690667"/>
              <a:gd name="connsiteX32" fmla="*/ 24110 w 570165"/>
              <a:gd name="connsiteY32" fmla="*/ 452131 h 690667"/>
              <a:gd name="connsiteX33" fmla="*/ 36705 w 570165"/>
              <a:gd name="connsiteY33" fmla="*/ 480382 h 690667"/>
              <a:gd name="connsiteX34" fmla="*/ 40843 w 570165"/>
              <a:gd name="connsiteY34" fmla="*/ 496809 h 690667"/>
              <a:gd name="connsiteX35" fmla="*/ 44173 w 570165"/>
              <a:gd name="connsiteY35" fmla="*/ 508091 h 690667"/>
              <a:gd name="connsiteX36" fmla="*/ 55867 w 570165"/>
              <a:gd name="connsiteY36" fmla="*/ 512243 h 690667"/>
              <a:gd name="connsiteX37" fmla="*/ 70530 w 570165"/>
              <a:gd name="connsiteY37" fmla="*/ 517208 h 690667"/>
              <a:gd name="connsiteX38" fmla="*/ 110748 w 570165"/>
              <a:gd name="connsiteY38" fmla="*/ 563963 h 690667"/>
              <a:gd name="connsiteX39" fmla="*/ 134861 w 570165"/>
              <a:gd name="connsiteY39" fmla="*/ 588152 h 690667"/>
              <a:gd name="connsiteX40" fmla="*/ 157353 w 570165"/>
              <a:gd name="connsiteY40" fmla="*/ 613064 h 690667"/>
              <a:gd name="connsiteX41" fmla="*/ 150693 w 570165"/>
              <a:gd name="connsiteY41" fmla="*/ 621819 h 690667"/>
              <a:gd name="connsiteX42" fmla="*/ 129190 w 570165"/>
              <a:gd name="connsiteY42" fmla="*/ 613064 h 690667"/>
              <a:gd name="connsiteX43" fmla="*/ 112009 w 570165"/>
              <a:gd name="connsiteY43" fmla="*/ 598171 h 690667"/>
              <a:gd name="connsiteX44" fmla="*/ 82677 w 570165"/>
              <a:gd name="connsiteY44" fmla="*/ 564053 h 690667"/>
              <a:gd name="connsiteX45" fmla="*/ 61986 w 570165"/>
              <a:gd name="connsiteY45" fmla="*/ 537426 h 690667"/>
              <a:gd name="connsiteX46" fmla="*/ 31126 w 570165"/>
              <a:gd name="connsiteY46" fmla="*/ 525060 h 690667"/>
              <a:gd name="connsiteX47" fmla="*/ 19159 w 570165"/>
              <a:gd name="connsiteY47" fmla="*/ 491213 h 690667"/>
              <a:gd name="connsiteX48" fmla="*/ 5484 w 570165"/>
              <a:gd name="connsiteY48" fmla="*/ 457275 h 690667"/>
              <a:gd name="connsiteX49" fmla="*/ 28969 w 570165"/>
              <a:gd name="connsiteY49" fmla="*/ 397884 h 690667"/>
              <a:gd name="connsiteX50" fmla="*/ 32927 w 570165"/>
              <a:gd name="connsiteY50" fmla="*/ 396169 h 690667"/>
              <a:gd name="connsiteX51" fmla="*/ 31758 w 570165"/>
              <a:gd name="connsiteY51" fmla="*/ 395176 h 690667"/>
              <a:gd name="connsiteX52" fmla="*/ 27616 w 570165"/>
              <a:gd name="connsiteY52" fmla="*/ 384796 h 690667"/>
              <a:gd name="connsiteX53" fmla="*/ 22401 w 570165"/>
              <a:gd name="connsiteY53" fmla="*/ 353024 h 690667"/>
              <a:gd name="connsiteX54" fmla="*/ 24470 w 570165"/>
              <a:gd name="connsiteY54" fmla="*/ 288399 h 690667"/>
              <a:gd name="connsiteX55" fmla="*/ 39674 w 570165"/>
              <a:gd name="connsiteY55" fmla="*/ 229459 h 690667"/>
              <a:gd name="connsiteX56" fmla="*/ 34275 w 570165"/>
              <a:gd name="connsiteY56" fmla="*/ 222238 h 690667"/>
              <a:gd name="connsiteX57" fmla="*/ 35356 w 570165"/>
              <a:gd name="connsiteY57" fmla="*/ 202110 h 690667"/>
              <a:gd name="connsiteX58" fmla="*/ 36705 w 570165"/>
              <a:gd name="connsiteY58" fmla="*/ 195973 h 690667"/>
              <a:gd name="connsiteX59" fmla="*/ 145206 w 570165"/>
              <a:gd name="connsiteY59" fmla="*/ 44787 h 690667"/>
              <a:gd name="connsiteX60" fmla="*/ 347902 w 570165"/>
              <a:gd name="connsiteY60" fmla="*/ 4080 h 690667"/>
              <a:gd name="connsiteX61" fmla="*/ 447499 w 570165"/>
              <a:gd name="connsiteY61" fmla="*/ 34137 h 690667"/>
              <a:gd name="connsiteX62" fmla="*/ 512904 w 570165"/>
              <a:gd name="connsiteY62" fmla="*/ 102101 h 690667"/>
              <a:gd name="connsiteX63" fmla="*/ 535036 w 570165"/>
              <a:gd name="connsiteY63" fmla="*/ 190647 h 690667"/>
              <a:gd name="connsiteX64" fmla="*/ 530988 w 570165"/>
              <a:gd name="connsiteY64" fmla="*/ 236590 h 690667"/>
              <a:gd name="connsiteX65" fmla="*/ 529099 w 570165"/>
              <a:gd name="connsiteY65" fmla="*/ 260237 h 690667"/>
              <a:gd name="connsiteX66" fmla="*/ 542954 w 570165"/>
              <a:gd name="connsiteY66" fmla="*/ 276755 h 690667"/>
              <a:gd name="connsiteX67" fmla="*/ 573452 w 570165"/>
              <a:gd name="connsiteY67" fmla="*/ 364668 h 690667"/>
              <a:gd name="connsiteX68" fmla="*/ 528649 w 570165"/>
              <a:gd name="connsiteY68" fmla="*/ 435522 h 690667"/>
              <a:gd name="connsiteX69" fmla="*/ 537105 w 570165"/>
              <a:gd name="connsiteY69" fmla="*/ 449874 h 690667"/>
              <a:gd name="connsiteX70" fmla="*/ 536297 w 570165"/>
              <a:gd name="connsiteY70" fmla="*/ 487242 h 690667"/>
              <a:gd name="connsiteX71" fmla="*/ 508406 w 570165"/>
              <a:gd name="connsiteY71" fmla="*/ 520818 h 690667"/>
              <a:gd name="connsiteX72" fmla="*/ 489064 w 570165"/>
              <a:gd name="connsiteY72" fmla="*/ 523075 h 690667"/>
              <a:gd name="connsiteX73" fmla="*/ 442368 w 570165"/>
              <a:gd name="connsiteY73" fmla="*/ 640774 h 690667"/>
              <a:gd name="connsiteX74" fmla="*/ 347634 w 570165"/>
              <a:gd name="connsiteY74" fmla="*/ 691139 h 690667"/>
              <a:gd name="connsiteX75" fmla="*/ 323881 w 570165"/>
              <a:gd name="connsiteY75" fmla="*/ 692763 h 690667"/>
              <a:gd name="connsiteX76" fmla="*/ 288435 w 570165"/>
              <a:gd name="connsiteY76" fmla="*/ 689333 h 690667"/>
              <a:gd name="connsiteX77" fmla="*/ 71163 w 570165"/>
              <a:gd name="connsiteY77" fmla="*/ 475146 h 690667"/>
              <a:gd name="connsiteX78" fmla="*/ 59557 w 570165"/>
              <a:gd name="connsiteY78" fmla="*/ 456914 h 690667"/>
              <a:gd name="connsiteX79" fmla="*/ 39674 w 570165"/>
              <a:gd name="connsiteY79" fmla="*/ 445090 h 690667"/>
              <a:gd name="connsiteX80" fmla="*/ 39134 w 570165"/>
              <a:gd name="connsiteY80" fmla="*/ 444007 h 690667"/>
              <a:gd name="connsiteX81" fmla="*/ 39854 w 570165"/>
              <a:gd name="connsiteY81" fmla="*/ 443465 h 690667"/>
              <a:gd name="connsiteX82" fmla="*/ 64863 w 570165"/>
              <a:gd name="connsiteY82" fmla="*/ 450055 h 690667"/>
              <a:gd name="connsiteX83" fmla="*/ 83217 w 570165"/>
              <a:gd name="connsiteY83" fmla="*/ 470092 h 690667"/>
              <a:gd name="connsiteX84" fmla="*/ 76470 w 570165"/>
              <a:gd name="connsiteY84" fmla="*/ 478306 h 690667"/>
              <a:gd name="connsiteX85" fmla="*/ 71163 w 570165"/>
              <a:gd name="connsiteY85" fmla="*/ 475146 h 69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70165" h="690667">
                <a:moveTo>
                  <a:pt x="288435" y="689333"/>
                </a:moveTo>
                <a:cubicBezTo>
                  <a:pt x="279258" y="687528"/>
                  <a:pt x="270261" y="685001"/>
                  <a:pt x="261532" y="681571"/>
                </a:cubicBezTo>
                <a:cubicBezTo>
                  <a:pt x="251819" y="677871"/>
                  <a:pt x="242102" y="674080"/>
                  <a:pt x="235082" y="666227"/>
                </a:cubicBezTo>
                <a:cubicBezTo>
                  <a:pt x="230944" y="661804"/>
                  <a:pt x="231124" y="654854"/>
                  <a:pt x="235535" y="650702"/>
                </a:cubicBezTo>
                <a:cubicBezTo>
                  <a:pt x="238232" y="648085"/>
                  <a:pt x="242010" y="647092"/>
                  <a:pt x="245608" y="647994"/>
                </a:cubicBezTo>
                <a:cubicBezTo>
                  <a:pt x="255777" y="650251"/>
                  <a:pt x="264682" y="655937"/>
                  <a:pt x="274579" y="659367"/>
                </a:cubicBezTo>
                <a:cubicBezTo>
                  <a:pt x="283756" y="662526"/>
                  <a:pt x="293201" y="664873"/>
                  <a:pt x="302830" y="666227"/>
                </a:cubicBezTo>
                <a:cubicBezTo>
                  <a:pt x="322173" y="668574"/>
                  <a:pt x="341695" y="666858"/>
                  <a:pt x="360317" y="661172"/>
                </a:cubicBezTo>
                <a:cubicBezTo>
                  <a:pt x="390817" y="652146"/>
                  <a:pt x="417539" y="633191"/>
                  <a:pt x="436341" y="607377"/>
                </a:cubicBezTo>
                <a:cubicBezTo>
                  <a:pt x="457305" y="577952"/>
                  <a:pt x="465853" y="542660"/>
                  <a:pt x="468999" y="507099"/>
                </a:cubicBezTo>
                <a:cubicBezTo>
                  <a:pt x="472599" y="466120"/>
                  <a:pt x="471160" y="424872"/>
                  <a:pt x="471520" y="383803"/>
                </a:cubicBezTo>
                <a:cubicBezTo>
                  <a:pt x="471698" y="362231"/>
                  <a:pt x="471520" y="340569"/>
                  <a:pt x="471698" y="318996"/>
                </a:cubicBezTo>
                <a:cubicBezTo>
                  <a:pt x="471788" y="298417"/>
                  <a:pt x="471250" y="277839"/>
                  <a:pt x="472599" y="257260"/>
                </a:cubicBezTo>
                <a:cubicBezTo>
                  <a:pt x="471520" y="257079"/>
                  <a:pt x="470620" y="256627"/>
                  <a:pt x="469719" y="255995"/>
                </a:cubicBezTo>
                <a:cubicBezTo>
                  <a:pt x="460094" y="248954"/>
                  <a:pt x="452446" y="238937"/>
                  <a:pt x="443181" y="231173"/>
                </a:cubicBezTo>
                <a:cubicBezTo>
                  <a:pt x="433732" y="223412"/>
                  <a:pt x="423654" y="216462"/>
                  <a:pt x="413041" y="210413"/>
                </a:cubicBezTo>
                <a:cubicBezTo>
                  <a:pt x="373456" y="187848"/>
                  <a:pt x="327752" y="178102"/>
                  <a:pt x="282407" y="178912"/>
                </a:cubicBezTo>
                <a:cubicBezTo>
                  <a:pt x="257574" y="179455"/>
                  <a:pt x="232925" y="182434"/>
                  <a:pt x="208632" y="187760"/>
                </a:cubicBezTo>
                <a:lnTo>
                  <a:pt x="133148" y="207978"/>
                </a:lnTo>
                <a:cubicBezTo>
                  <a:pt x="117676" y="197235"/>
                  <a:pt x="100130" y="189565"/>
                  <a:pt x="83037" y="181621"/>
                </a:cubicBezTo>
                <a:cubicBezTo>
                  <a:pt x="81240" y="188661"/>
                  <a:pt x="76109" y="195431"/>
                  <a:pt x="72960" y="201658"/>
                </a:cubicBezTo>
                <a:cubicBezTo>
                  <a:pt x="68822" y="209964"/>
                  <a:pt x="64956" y="218447"/>
                  <a:pt x="61534" y="227112"/>
                </a:cubicBezTo>
                <a:cubicBezTo>
                  <a:pt x="54698" y="244532"/>
                  <a:pt x="49211" y="262493"/>
                  <a:pt x="45073" y="280726"/>
                </a:cubicBezTo>
                <a:cubicBezTo>
                  <a:pt x="40843" y="299410"/>
                  <a:pt x="38506" y="318366"/>
                  <a:pt x="36164" y="337319"/>
                </a:cubicBezTo>
                <a:cubicBezTo>
                  <a:pt x="34996" y="346706"/>
                  <a:pt x="33735" y="356094"/>
                  <a:pt x="33195" y="365391"/>
                </a:cubicBezTo>
                <a:cubicBezTo>
                  <a:pt x="32927" y="370446"/>
                  <a:pt x="33014" y="375589"/>
                  <a:pt x="32927" y="380644"/>
                </a:cubicBezTo>
                <a:cubicBezTo>
                  <a:pt x="32834" y="384074"/>
                  <a:pt x="31758" y="391386"/>
                  <a:pt x="34723" y="394635"/>
                </a:cubicBezTo>
                <a:cubicBezTo>
                  <a:pt x="34996" y="394905"/>
                  <a:pt x="35264" y="395086"/>
                  <a:pt x="35536" y="395266"/>
                </a:cubicBezTo>
                <a:cubicBezTo>
                  <a:pt x="51821" y="390303"/>
                  <a:pt x="70623" y="395808"/>
                  <a:pt x="78091" y="412506"/>
                </a:cubicBezTo>
                <a:cubicBezTo>
                  <a:pt x="78359" y="413047"/>
                  <a:pt x="78179" y="413680"/>
                  <a:pt x="77638" y="413951"/>
                </a:cubicBezTo>
                <a:cubicBezTo>
                  <a:pt x="77278" y="414130"/>
                  <a:pt x="76742" y="414040"/>
                  <a:pt x="76470" y="413770"/>
                </a:cubicBezTo>
                <a:cubicBezTo>
                  <a:pt x="61266" y="400953"/>
                  <a:pt x="34903" y="408264"/>
                  <a:pt x="26539" y="425594"/>
                </a:cubicBezTo>
                <a:cubicBezTo>
                  <a:pt x="22849" y="433988"/>
                  <a:pt x="21949" y="443285"/>
                  <a:pt x="24110" y="452131"/>
                </a:cubicBezTo>
                <a:cubicBezTo>
                  <a:pt x="26447" y="462330"/>
                  <a:pt x="32747" y="470814"/>
                  <a:pt x="36705" y="480382"/>
                </a:cubicBezTo>
                <a:cubicBezTo>
                  <a:pt x="38774" y="485707"/>
                  <a:pt x="40122" y="491213"/>
                  <a:pt x="40843" y="496809"/>
                </a:cubicBezTo>
                <a:cubicBezTo>
                  <a:pt x="41383" y="500329"/>
                  <a:pt x="41563" y="505384"/>
                  <a:pt x="44173" y="508091"/>
                </a:cubicBezTo>
                <a:cubicBezTo>
                  <a:pt x="46870" y="510980"/>
                  <a:pt x="52177" y="511431"/>
                  <a:pt x="55867" y="512243"/>
                </a:cubicBezTo>
                <a:cubicBezTo>
                  <a:pt x="60905" y="513237"/>
                  <a:pt x="65852" y="514861"/>
                  <a:pt x="70530" y="517208"/>
                </a:cubicBezTo>
                <a:cubicBezTo>
                  <a:pt x="88616" y="526685"/>
                  <a:pt x="97881" y="548889"/>
                  <a:pt x="110748" y="563963"/>
                </a:cubicBezTo>
                <a:cubicBezTo>
                  <a:pt x="118216" y="572627"/>
                  <a:pt x="126224" y="580751"/>
                  <a:pt x="134861" y="588152"/>
                </a:cubicBezTo>
                <a:cubicBezTo>
                  <a:pt x="143045" y="595373"/>
                  <a:pt x="156272" y="601240"/>
                  <a:pt x="157353" y="613064"/>
                </a:cubicBezTo>
                <a:cubicBezTo>
                  <a:pt x="157713" y="616945"/>
                  <a:pt x="154291" y="620826"/>
                  <a:pt x="150693" y="621819"/>
                </a:cubicBezTo>
                <a:cubicBezTo>
                  <a:pt x="141969" y="624256"/>
                  <a:pt x="135669" y="618209"/>
                  <a:pt x="129190" y="613064"/>
                </a:cubicBezTo>
                <a:cubicBezTo>
                  <a:pt x="123255" y="608370"/>
                  <a:pt x="117496" y="603406"/>
                  <a:pt x="112009" y="598171"/>
                </a:cubicBezTo>
                <a:cubicBezTo>
                  <a:pt x="101211" y="587701"/>
                  <a:pt x="91406" y="576328"/>
                  <a:pt x="82677" y="564053"/>
                </a:cubicBezTo>
                <a:cubicBezTo>
                  <a:pt x="76382" y="555207"/>
                  <a:pt x="71071" y="543834"/>
                  <a:pt x="61986" y="537426"/>
                </a:cubicBezTo>
                <a:cubicBezTo>
                  <a:pt x="52717" y="531018"/>
                  <a:pt x="40215" y="532642"/>
                  <a:pt x="31126" y="525060"/>
                </a:cubicBezTo>
                <a:cubicBezTo>
                  <a:pt x="20152" y="516034"/>
                  <a:pt x="22401" y="503578"/>
                  <a:pt x="19159" y="491213"/>
                </a:cubicBezTo>
                <a:cubicBezTo>
                  <a:pt x="16102" y="479389"/>
                  <a:pt x="8005" y="469550"/>
                  <a:pt x="5484" y="457275"/>
                </a:cubicBezTo>
                <a:cubicBezTo>
                  <a:pt x="1078" y="435433"/>
                  <a:pt x="7733" y="408715"/>
                  <a:pt x="28969" y="397884"/>
                </a:cubicBezTo>
                <a:cubicBezTo>
                  <a:pt x="30225" y="397252"/>
                  <a:pt x="31578" y="396711"/>
                  <a:pt x="32927" y="396169"/>
                </a:cubicBezTo>
                <a:cubicBezTo>
                  <a:pt x="32474" y="395899"/>
                  <a:pt x="32114" y="395537"/>
                  <a:pt x="31758" y="395176"/>
                </a:cubicBezTo>
                <a:cubicBezTo>
                  <a:pt x="29417" y="392559"/>
                  <a:pt x="28428" y="388135"/>
                  <a:pt x="27616" y="384796"/>
                </a:cubicBezTo>
                <a:cubicBezTo>
                  <a:pt x="25186" y="374417"/>
                  <a:pt x="23838" y="363586"/>
                  <a:pt x="22401" y="353024"/>
                </a:cubicBezTo>
                <a:cubicBezTo>
                  <a:pt x="19519" y="331543"/>
                  <a:pt x="21048" y="309699"/>
                  <a:pt x="24470" y="288399"/>
                </a:cubicBezTo>
                <a:cubicBezTo>
                  <a:pt x="27708" y="268271"/>
                  <a:pt x="32747" y="248595"/>
                  <a:pt x="39674" y="229459"/>
                </a:cubicBezTo>
                <a:cubicBezTo>
                  <a:pt x="37153" y="227744"/>
                  <a:pt x="35264" y="225127"/>
                  <a:pt x="34275" y="222238"/>
                </a:cubicBezTo>
                <a:cubicBezTo>
                  <a:pt x="32026" y="215559"/>
                  <a:pt x="34095" y="208789"/>
                  <a:pt x="35356" y="202110"/>
                </a:cubicBezTo>
                <a:cubicBezTo>
                  <a:pt x="35804" y="200034"/>
                  <a:pt x="36256" y="198049"/>
                  <a:pt x="36705" y="195973"/>
                </a:cubicBezTo>
                <a:cubicBezTo>
                  <a:pt x="35624" y="129902"/>
                  <a:pt x="90953" y="75113"/>
                  <a:pt x="145206" y="44787"/>
                </a:cubicBezTo>
                <a:cubicBezTo>
                  <a:pt x="206115" y="10759"/>
                  <a:pt x="278717" y="-3503"/>
                  <a:pt x="347902" y="4080"/>
                </a:cubicBezTo>
                <a:cubicBezTo>
                  <a:pt x="382633" y="7870"/>
                  <a:pt x="417179" y="16535"/>
                  <a:pt x="447499" y="34137"/>
                </a:cubicBezTo>
                <a:cubicBezTo>
                  <a:pt x="475298" y="50114"/>
                  <a:pt x="497880" y="73760"/>
                  <a:pt x="512904" y="102101"/>
                </a:cubicBezTo>
                <a:cubicBezTo>
                  <a:pt x="527030" y="129179"/>
                  <a:pt x="534228" y="160140"/>
                  <a:pt x="535036" y="190647"/>
                </a:cubicBezTo>
                <a:cubicBezTo>
                  <a:pt x="535396" y="206081"/>
                  <a:pt x="534047" y="221517"/>
                  <a:pt x="530988" y="236590"/>
                </a:cubicBezTo>
                <a:cubicBezTo>
                  <a:pt x="529549" y="244172"/>
                  <a:pt x="527300" y="252566"/>
                  <a:pt x="529099" y="260237"/>
                </a:cubicBezTo>
                <a:cubicBezTo>
                  <a:pt x="530808" y="267729"/>
                  <a:pt x="537735" y="271881"/>
                  <a:pt x="542954" y="276755"/>
                </a:cubicBezTo>
                <a:cubicBezTo>
                  <a:pt x="566525" y="299501"/>
                  <a:pt x="577771" y="332176"/>
                  <a:pt x="573452" y="364668"/>
                </a:cubicBezTo>
                <a:cubicBezTo>
                  <a:pt x="569584" y="392198"/>
                  <a:pt x="552939" y="420900"/>
                  <a:pt x="528649" y="435522"/>
                </a:cubicBezTo>
                <a:cubicBezTo>
                  <a:pt x="532249" y="439765"/>
                  <a:pt x="535126" y="444638"/>
                  <a:pt x="537105" y="449874"/>
                </a:cubicBezTo>
                <a:cubicBezTo>
                  <a:pt x="541874" y="461969"/>
                  <a:pt x="541513" y="475417"/>
                  <a:pt x="536297" y="487242"/>
                </a:cubicBezTo>
                <a:cubicBezTo>
                  <a:pt x="530988" y="499517"/>
                  <a:pt x="520462" y="514410"/>
                  <a:pt x="508406" y="520818"/>
                </a:cubicBezTo>
                <a:cubicBezTo>
                  <a:pt x="502559" y="524158"/>
                  <a:pt x="495541" y="524970"/>
                  <a:pt x="489064" y="523075"/>
                </a:cubicBezTo>
                <a:cubicBezTo>
                  <a:pt x="485103" y="566310"/>
                  <a:pt x="473229" y="607558"/>
                  <a:pt x="442368" y="640774"/>
                </a:cubicBezTo>
                <a:cubicBezTo>
                  <a:pt x="417627" y="667491"/>
                  <a:pt x="383801" y="685993"/>
                  <a:pt x="347634" y="691139"/>
                </a:cubicBezTo>
                <a:cubicBezTo>
                  <a:pt x="339806" y="692222"/>
                  <a:pt x="331798" y="692763"/>
                  <a:pt x="323881" y="692763"/>
                </a:cubicBezTo>
                <a:cubicBezTo>
                  <a:pt x="312007" y="692674"/>
                  <a:pt x="300041" y="691589"/>
                  <a:pt x="288435" y="689333"/>
                </a:cubicBezTo>
                <a:close/>
                <a:moveTo>
                  <a:pt x="71163" y="475146"/>
                </a:moveTo>
                <a:cubicBezTo>
                  <a:pt x="67745" y="468467"/>
                  <a:pt x="65136" y="462330"/>
                  <a:pt x="59557" y="456914"/>
                </a:cubicBezTo>
                <a:cubicBezTo>
                  <a:pt x="53890" y="451589"/>
                  <a:pt x="47050" y="447527"/>
                  <a:pt x="39674" y="445090"/>
                </a:cubicBezTo>
                <a:cubicBezTo>
                  <a:pt x="39222" y="444909"/>
                  <a:pt x="38954" y="444459"/>
                  <a:pt x="39134" y="444007"/>
                </a:cubicBezTo>
                <a:cubicBezTo>
                  <a:pt x="39222" y="443646"/>
                  <a:pt x="39494" y="443465"/>
                  <a:pt x="39854" y="443465"/>
                </a:cubicBezTo>
                <a:cubicBezTo>
                  <a:pt x="48671" y="443014"/>
                  <a:pt x="57395" y="445361"/>
                  <a:pt x="64863" y="450055"/>
                </a:cubicBezTo>
                <a:cubicBezTo>
                  <a:pt x="72599" y="454747"/>
                  <a:pt x="79707" y="461607"/>
                  <a:pt x="83217" y="470092"/>
                </a:cubicBezTo>
                <a:cubicBezTo>
                  <a:pt x="85106" y="474696"/>
                  <a:pt x="80700" y="478306"/>
                  <a:pt x="76470" y="478306"/>
                </a:cubicBezTo>
                <a:cubicBezTo>
                  <a:pt x="74313" y="478395"/>
                  <a:pt x="72151" y="477133"/>
                  <a:pt x="71163" y="475146"/>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stretch>
              <a:fillRect l="-212069" r="-6185"/>
            </a:stretch>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dirty="0">
              <a:solidFill>
                <a:schemeClr val="bg1"/>
              </a:solidFill>
              <a:cs typeface="Poppins SemiBold" panose="00000700000000000000" pitchFamily="2" charset="0"/>
            </a:endParaRPr>
          </a:p>
        </p:txBody>
      </p:sp>
      <p:sp>
        <p:nvSpPr>
          <p:cNvPr id="278" name="Freeform: Shape 129">
            <a:extLst>
              <a:ext uri="{FF2B5EF4-FFF2-40B4-BE49-F238E27FC236}">
                <a16:creationId xmlns:a16="http://schemas.microsoft.com/office/drawing/2014/main" id="{6DF59EB9-D5E4-DE46-4D87-CA5B3F58E01C}"/>
              </a:ext>
            </a:extLst>
          </p:cNvPr>
          <p:cNvSpPr/>
          <p:nvPr/>
        </p:nvSpPr>
        <p:spPr>
          <a:xfrm>
            <a:off x="5074506" y="10403704"/>
            <a:ext cx="494110" cy="496266"/>
          </a:xfrm>
          <a:custGeom>
            <a:avLst/>
            <a:gdLst>
              <a:gd name="connsiteX0" fmla="*/ 91211 w 494110"/>
              <a:gd name="connsiteY0" fmla="*/ 211457 h 496266"/>
              <a:gd name="connsiteX1" fmla="*/ 1348 w 494110"/>
              <a:gd name="connsiteY1" fmla="*/ 284795 h 496266"/>
              <a:gd name="connsiteX2" fmla="*/ 89747 w 494110"/>
              <a:gd name="connsiteY2" fmla="*/ 350489 h 496266"/>
              <a:gd name="connsiteX3" fmla="*/ 115816 w 494110"/>
              <a:gd name="connsiteY3" fmla="*/ 381128 h 496266"/>
              <a:gd name="connsiteX4" fmla="*/ 347574 w 494110"/>
              <a:gd name="connsiteY4" fmla="*/ 495886 h 496266"/>
              <a:gd name="connsiteX5" fmla="*/ 464095 w 494110"/>
              <a:gd name="connsiteY5" fmla="*/ 413791 h 496266"/>
              <a:gd name="connsiteX6" fmla="*/ 493878 w 494110"/>
              <a:gd name="connsiteY6" fmla="*/ 278439 h 496266"/>
              <a:gd name="connsiteX7" fmla="*/ 464284 w 494110"/>
              <a:gd name="connsiteY7" fmla="*/ 120983 h 496266"/>
              <a:gd name="connsiteX8" fmla="*/ 220184 w 494110"/>
              <a:gd name="connsiteY8" fmla="*/ 2073 h 496266"/>
              <a:gd name="connsiteX9" fmla="*/ 91211 w 494110"/>
              <a:gd name="connsiteY9" fmla="*/ 211457 h 49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4110" h="496266">
                <a:moveTo>
                  <a:pt x="91211" y="211457"/>
                </a:moveTo>
                <a:cubicBezTo>
                  <a:pt x="91211" y="211457"/>
                  <a:pt x="-12952" y="215652"/>
                  <a:pt x="1348" y="284795"/>
                </a:cubicBezTo>
                <a:cubicBezTo>
                  <a:pt x="17361" y="362198"/>
                  <a:pt x="89747" y="350489"/>
                  <a:pt x="89747" y="350489"/>
                </a:cubicBezTo>
                <a:lnTo>
                  <a:pt x="115816" y="381128"/>
                </a:lnTo>
                <a:cubicBezTo>
                  <a:pt x="115816" y="381128"/>
                  <a:pt x="204189" y="503949"/>
                  <a:pt x="347574" y="495886"/>
                </a:cubicBezTo>
                <a:cubicBezTo>
                  <a:pt x="347574" y="495886"/>
                  <a:pt x="421475" y="489959"/>
                  <a:pt x="464095" y="413791"/>
                </a:cubicBezTo>
                <a:cubicBezTo>
                  <a:pt x="491550" y="364728"/>
                  <a:pt x="495205" y="309755"/>
                  <a:pt x="493878" y="278439"/>
                </a:cubicBezTo>
                <a:cubicBezTo>
                  <a:pt x="490438" y="197459"/>
                  <a:pt x="464284" y="120983"/>
                  <a:pt x="464284" y="120983"/>
                </a:cubicBezTo>
                <a:cubicBezTo>
                  <a:pt x="464284" y="120983"/>
                  <a:pt x="390665" y="-18513"/>
                  <a:pt x="220184" y="2073"/>
                </a:cubicBezTo>
                <a:cubicBezTo>
                  <a:pt x="84655" y="18439"/>
                  <a:pt x="98477" y="166246"/>
                  <a:pt x="91211" y="211457"/>
                </a:cubicBezTo>
                <a:close/>
              </a:path>
            </a:pathLst>
          </a:custGeom>
          <a:solidFill>
            <a:srgbClr val="FFFFFF"/>
          </a:solidFill>
          <a:ln w="8552" cap="flat">
            <a:noFill/>
            <a:prstDash val="solid"/>
            <a:miter/>
          </a:ln>
        </p:spPr>
        <p:txBody>
          <a:bodyPr rtlCol="0" anchor="ctr"/>
          <a:lstStyle/>
          <a:p>
            <a:endParaRPr lang="en-GB" dirty="0">
              <a:solidFill>
                <a:schemeClr val="bg1"/>
              </a:solidFill>
            </a:endParaRPr>
          </a:p>
        </p:txBody>
      </p:sp>
      <p:cxnSp>
        <p:nvCxnSpPr>
          <p:cNvPr id="279" name="Straight Connector 278">
            <a:extLst>
              <a:ext uri="{FF2B5EF4-FFF2-40B4-BE49-F238E27FC236}">
                <a16:creationId xmlns:a16="http://schemas.microsoft.com/office/drawing/2014/main" id="{93535869-9C05-29FA-D3BD-24602F8928D1}"/>
              </a:ext>
            </a:extLst>
          </p:cNvPr>
          <p:cNvCxnSpPr/>
          <p:nvPr/>
        </p:nvCxnSpPr>
        <p:spPr>
          <a:xfrm>
            <a:off x="547577" y="8013311"/>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useBgFill="1">
        <p:nvSpPr>
          <p:cNvPr id="280" name="Oval 279">
            <a:extLst>
              <a:ext uri="{FF2B5EF4-FFF2-40B4-BE49-F238E27FC236}">
                <a16:creationId xmlns:a16="http://schemas.microsoft.com/office/drawing/2014/main" id="{20D86497-A628-2C4D-5608-4EF33C404D1A}"/>
              </a:ext>
            </a:extLst>
          </p:cNvPr>
          <p:cNvSpPr/>
          <p:nvPr/>
        </p:nvSpPr>
        <p:spPr>
          <a:xfrm>
            <a:off x="6090300" y="7728405"/>
            <a:ext cx="507586" cy="507586"/>
          </a:xfrm>
          <a:prstGeom prst="ellipse">
            <a:avLst/>
          </a:prstGeom>
          <a:blipFill dpi="0" rotWithShape="0">
            <a:blip r:embed="rId4">
              <a:lum/>
            </a:blip>
            <a:srcRect/>
            <a:stretch>
              <a:fillRect l="-1922467" t="-367961" r="-379491"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281" name="Graphic 280">
            <a:extLst>
              <a:ext uri="{FF2B5EF4-FFF2-40B4-BE49-F238E27FC236}">
                <a16:creationId xmlns:a16="http://schemas.microsoft.com/office/drawing/2014/main" id="{DA6B95C2-0BFC-5B6B-A00A-413E298E65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8093" y="7856198"/>
            <a:ext cx="252000" cy="252000"/>
          </a:xfrm>
          <a:prstGeom prst="rect">
            <a:avLst/>
          </a:prstGeom>
        </p:spPr>
      </p:pic>
      <p:sp>
        <p:nvSpPr>
          <p:cNvPr id="282" name="Rounded Rectangle 16">
            <a:extLst>
              <a:ext uri="{FF2B5EF4-FFF2-40B4-BE49-F238E27FC236}">
                <a16:creationId xmlns:a16="http://schemas.microsoft.com/office/drawing/2014/main" id="{6209743E-C5CE-868E-3CD7-C8745B374656}"/>
              </a:ext>
            </a:extLst>
          </p:cNvPr>
          <p:cNvSpPr/>
          <p:nvPr/>
        </p:nvSpPr>
        <p:spPr>
          <a:xfrm>
            <a:off x="7953266" y="10655857"/>
            <a:ext cx="1336313" cy="1229408"/>
          </a:xfrm>
          <a:prstGeom prst="roundRect">
            <a:avLst/>
          </a:prstGeom>
          <a:solidFill>
            <a:schemeClr val="bg1">
              <a:alpha val="10000"/>
            </a:schemeClr>
          </a:solidFill>
          <a:ln w="6350" cap="rnd">
            <a:solidFill>
              <a:schemeClr val="bg1">
                <a:alpha val="5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LT" sz="1000" spc="30">
              <a:solidFill>
                <a:schemeClr val="bg1"/>
              </a:solidFill>
              <a:cs typeface="Poppins SemiBold" panose="00000700000000000000" pitchFamily="2" charset="0"/>
            </a:endParaRPr>
          </a:p>
        </p:txBody>
      </p:sp>
      <p:sp>
        <p:nvSpPr>
          <p:cNvPr id="283" name="TextBox 282">
            <a:extLst>
              <a:ext uri="{FF2B5EF4-FFF2-40B4-BE49-F238E27FC236}">
                <a16:creationId xmlns:a16="http://schemas.microsoft.com/office/drawing/2014/main" id="{6DF80E29-48CD-06E4-1D14-842BC277726F}"/>
              </a:ext>
            </a:extLst>
          </p:cNvPr>
          <p:cNvSpPr txBox="1"/>
          <p:nvPr/>
        </p:nvSpPr>
        <p:spPr>
          <a:xfrm>
            <a:off x="8282483" y="12097759"/>
            <a:ext cx="708272" cy="275717"/>
          </a:xfrm>
          <a:prstGeom prst="rect">
            <a:avLst/>
          </a:prstGeom>
          <a:noFill/>
        </p:spPr>
        <p:txBody>
          <a:bodyPr wrap="none" rtlCol="0">
            <a:spAutoFit/>
          </a:bodyPr>
          <a:lstStyle/>
          <a:p>
            <a:pPr algn="ctr">
              <a:lnSpc>
                <a:spcPct val="70000"/>
              </a:lnSpc>
            </a:pPr>
            <a:r>
              <a:rPr lang="en-US" sz="1600" dirty="0">
                <a:solidFill>
                  <a:schemeClr val="bg1"/>
                </a:solidFill>
                <a:latin typeface="+mj-lt"/>
              </a:rPr>
              <a:t>Angad</a:t>
            </a:r>
            <a:endParaRPr lang="en-GB" sz="1600" dirty="0">
              <a:solidFill>
                <a:schemeClr val="bg1"/>
              </a:solidFill>
              <a:latin typeface="+mj-lt"/>
            </a:endParaRPr>
          </a:p>
        </p:txBody>
      </p:sp>
      <p:sp>
        <p:nvSpPr>
          <p:cNvPr id="284" name="Freeform: Shape 109">
            <a:extLst>
              <a:ext uri="{FF2B5EF4-FFF2-40B4-BE49-F238E27FC236}">
                <a16:creationId xmlns:a16="http://schemas.microsoft.com/office/drawing/2014/main" id="{EE942A7E-091A-FD4E-9B19-8B40852D5782}"/>
              </a:ext>
            </a:extLst>
          </p:cNvPr>
          <p:cNvSpPr/>
          <p:nvPr/>
        </p:nvSpPr>
        <p:spPr>
          <a:xfrm>
            <a:off x="8075584" y="10817273"/>
            <a:ext cx="1087969" cy="1058488"/>
          </a:xfrm>
          <a:custGeom>
            <a:avLst/>
            <a:gdLst>
              <a:gd name="connsiteX0" fmla="*/ 1071140 w 1087969"/>
              <a:gd name="connsiteY0" fmla="*/ 1036331 h 1058488"/>
              <a:gd name="connsiteX1" fmla="*/ 1085169 w 1087969"/>
              <a:gd name="connsiteY1" fmla="*/ 971399 h 1058488"/>
              <a:gd name="connsiteX2" fmla="*/ 1052101 w 1087969"/>
              <a:gd name="connsiteY2" fmla="*/ 767232 h 1058488"/>
              <a:gd name="connsiteX3" fmla="*/ 1043305 w 1087969"/>
              <a:gd name="connsiteY3" fmla="*/ 592055 h 1058488"/>
              <a:gd name="connsiteX4" fmla="*/ 972176 w 1087969"/>
              <a:gd name="connsiteY4" fmla="*/ 299853 h 1058488"/>
              <a:gd name="connsiteX5" fmla="*/ 852959 w 1087969"/>
              <a:gd name="connsiteY5" fmla="*/ 171679 h 1058488"/>
              <a:gd name="connsiteX6" fmla="*/ 748699 w 1087969"/>
              <a:gd name="connsiteY6" fmla="*/ 80880 h 1058488"/>
              <a:gd name="connsiteX7" fmla="*/ 744439 w 1087969"/>
              <a:gd name="connsiteY7" fmla="*/ 76956 h 1058488"/>
              <a:gd name="connsiteX8" fmla="*/ 594725 w 1087969"/>
              <a:gd name="connsiteY8" fmla="*/ 4350 h 1058488"/>
              <a:gd name="connsiteX9" fmla="*/ 519266 w 1087969"/>
              <a:gd name="connsiteY9" fmla="*/ 38066 h 1058488"/>
              <a:gd name="connsiteX10" fmla="*/ 360309 w 1087969"/>
              <a:gd name="connsiteY10" fmla="*/ 49840 h 1058488"/>
              <a:gd name="connsiteX11" fmla="*/ 328759 w 1087969"/>
              <a:gd name="connsiteY11" fmla="*/ 104784 h 1058488"/>
              <a:gd name="connsiteX12" fmla="*/ 260595 w 1087969"/>
              <a:gd name="connsiteY12" fmla="*/ 122087 h 1058488"/>
              <a:gd name="connsiteX13" fmla="*/ 213863 w 1087969"/>
              <a:gd name="connsiteY13" fmla="*/ 256771 h 1058488"/>
              <a:gd name="connsiteX14" fmla="*/ 227857 w 1087969"/>
              <a:gd name="connsiteY14" fmla="*/ 268635 h 1058488"/>
              <a:gd name="connsiteX15" fmla="*/ 67114 w 1087969"/>
              <a:gd name="connsiteY15" fmla="*/ 540678 h 1058488"/>
              <a:gd name="connsiteX16" fmla="*/ 34966 w 1087969"/>
              <a:gd name="connsiteY16" fmla="*/ 787747 h 1058488"/>
              <a:gd name="connsiteX17" fmla="*/ 7282 w 1087969"/>
              <a:gd name="connsiteY17" fmla="*/ 888537 h 1058488"/>
              <a:gd name="connsiteX18" fmla="*/ 1031 w 1087969"/>
              <a:gd name="connsiteY18" fmla="*/ 1009840 h 1058488"/>
              <a:gd name="connsiteX19" fmla="*/ 15560 w 1087969"/>
              <a:gd name="connsiteY19" fmla="*/ 1041684 h 1058488"/>
              <a:gd name="connsiteX20" fmla="*/ 839313 w 1087969"/>
              <a:gd name="connsiteY20" fmla="*/ 1036510 h 1058488"/>
              <a:gd name="connsiteX21" fmla="*/ 1071140 w 1087969"/>
              <a:gd name="connsiteY21" fmla="*/ 1036331 h 105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7969" h="1058488">
                <a:moveTo>
                  <a:pt x="1071140" y="1036331"/>
                </a:moveTo>
                <a:cubicBezTo>
                  <a:pt x="1097805" y="1035083"/>
                  <a:pt x="1087080" y="988524"/>
                  <a:pt x="1085169" y="971399"/>
                </a:cubicBezTo>
                <a:cubicBezTo>
                  <a:pt x="1076212" y="898347"/>
                  <a:pt x="1060415" y="832701"/>
                  <a:pt x="1052101" y="767232"/>
                </a:cubicBezTo>
                <a:cubicBezTo>
                  <a:pt x="1046930" y="706133"/>
                  <a:pt x="1048895" y="653152"/>
                  <a:pt x="1043305" y="592055"/>
                </a:cubicBezTo>
                <a:cubicBezTo>
                  <a:pt x="1036937" y="520163"/>
                  <a:pt x="1021845" y="389760"/>
                  <a:pt x="972176" y="299853"/>
                </a:cubicBezTo>
                <a:cubicBezTo>
                  <a:pt x="944716" y="250171"/>
                  <a:pt x="890768" y="188717"/>
                  <a:pt x="852959" y="171679"/>
                </a:cubicBezTo>
                <a:cubicBezTo>
                  <a:pt x="841787" y="122712"/>
                  <a:pt x="806700" y="82217"/>
                  <a:pt x="748699" y="80880"/>
                </a:cubicBezTo>
                <a:cubicBezTo>
                  <a:pt x="747056" y="80880"/>
                  <a:pt x="745511" y="78204"/>
                  <a:pt x="744439" y="76956"/>
                </a:cubicBezTo>
                <a:cubicBezTo>
                  <a:pt x="704370" y="30218"/>
                  <a:pt x="656236" y="-2339"/>
                  <a:pt x="594725" y="4350"/>
                </a:cubicBezTo>
                <a:cubicBezTo>
                  <a:pt x="568953" y="5511"/>
                  <a:pt x="543948" y="32803"/>
                  <a:pt x="519266" y="38066"/>
                </a:cubicBezTo>
                <a:cubicBezTo>
                  <a:pt x="505442" y="39939"/>
                  <a:pt x="449610" y="9346"/>
                  <a:pt x="360309" y="49840"/>
                </a:cubicBezTo>
                <a:cubicBezTo>
                  <a:pt x="343190" y="58581"/>
                  <a:pt x="341913" y="88817"/>
                  <a:pt x="328759" y="104784"/>
                </a:cubicBezTo>
                <a:cubicBezTo>
                  <a:pt x="315604" y="120839"/>
                  <a:pt x="280241" y="109868"/>
                  <a:pt x="260595" y="122087"/>
                </a:cubicBezTo>
                <a:cubicBezTo>
                  <a:pt x="187546" y="165436"/>
                  <a:pt x="198262" y="228855"/>
                  <a:pt x="213863" y="256771"/>
                </a:cubicBezTo>
                <a:cubicBezTo>
                  <a:pt x="219445" y="266673"/>
                  <a:pt x="227116" y="267921"/>
                  <a:pt x="227857" y="268635"/>
                </a:cubicBezTo>
                <a:cubicBezTo>
                  <a:pt x="161595" y="360682"/>
                  <a:pt x="93913" y="428114"/>
                  <a:pt x="67114" y="540678"/>
                </a:cubicBezTo>
                <a:cubicBezTo>
                  <a:pt x="49745" y="624253"/>
                  <a:pt x="49513" y="703726"/>
                  <a:pt x="34966" y="787747"/>
                </a:cubicBezTo>
                <a:cubicBezTo>
                  <a:pt x="29831" y="816824"/>
                  <a:pt x="15801" y="860261"/>
                  <a:pt x="7282" y="888537"/>
                </a:cubicBezTo>
                <a:cubicBezTo>
                  <a:pt x="-1960" y="925552"/>
                  <a:pt x="2817" y="990218"/>
                  <a:pt x="1031" y="1009840"/>
                </a:cubicBezTo>
                <a:cubicBezTo>
                  <a:pt x="138" y="1023220"/>
                  <a:pt x="5728" y="1041684"/>
                  <a:pt x="15560" y="1041684"/>
                </a:cubicBezTo>
                <a:cubicBezTo>
                  <a:pt x="288225" y="1086817"/>
                  <a:pt x="565184" y="1043556"/>
                  <a:pt x="839313" y="1036510"/>
                </a:cubicBezTo>
                <a:cubicBezTo>
                  <a:pt x="916550" y="1033746"/>
                  <a:pt x="993885" y="1033211"/>
                  <a:pt x="1071140" y="1036331"/>
                </a:cubicBezTo>
                <a:close/>
              </a:path>
            </a:pathLst>
          </a:custGeom>
          <a:solidFill>
            <a:srgbClr val="FFFFFF"/>
          </a:solidFill>
          <a:ln w="8890" cap="flat">
            <a:noFill/>
            <a:prstDash val="solid"/>
            <a:miter/>
          </a:ln>
        </p:spPr>
        <p:txBody>
          <a:bodyPr rtlCol="0" anchor="ctr"/>
          <a:lstStyle/>
          <a:p>
            <a:endParaRPr lang="en-GB">
              <a:solidFill>
                <a:schemeClr val="bg1"/>
              </a:solidFill>
            </a:endParaRPr>
          </a:p>
        </p:txBody>
      </p:sp>
      <p:sp>
        <p:nvSpPr>
          <p:cNvPr id="285" name="Freeform: Shape 110">
            <a:extLst>
              <a:ext uri="{FF2B5EF4-FFF2-40B4-BE49-F238E27FC236}">
                <a16:creationId xmlns:a16="http://schemas.microsoft.com/office/drawing/2014/main" id="{D87D9909-2109-4CF5-2FAB-131E01DAD5B8}"/>
              </a:ext>
            </a:extLst>
          </p:cNvPr>
          <p:cNvSpPr/>
          <p:nvPr/>
        </p:nvSpPr>
        <p:spPr>
          <a:xfrm>
            <a:off x="8067873" y="10842917"/>
            <a:ext cx="1099134" cy="1033597"/>
          </a:xfrm>
          <a:custGeom>
            <a:avLst/>
            <a:gdLst>
              <a:gd name="connsiteX0" fmla="*/ 520877 w 1099134"/>
              <a:gd name="connsiteY0" fmla="*/ 94749 h 1033597"/>
              <a:gd name="connsiteX1" fmla="*/ 542131 w 1099134"/>
              <a:gd name="connsiteY1" fmla="*/ 125166 h 1033597"/>
              <a:gd name="connsiteX2" fmla="*/ 665394 w 1099134"/>
              <a:gd name="connsiteY2" fmla="*/ 222030 h 1033597"/>
              <a:gd name="connsiteX3" fmla="*/ 761991 w 1099134"/>
              <a:gd name="connsiteY3" fmla="*/ 126771 h 1033597"/>
              <a:gd name="connsiteX4" fmla="*/ 766010 w 1099134"/>
              <a:gd name="connsiteY4" fmla="*/ 94481 h 1033597"/>
              <a:gd name="connsiteX5" fmla="*/ 754883 w 1099134"/>
              <a:gd name="connsiteY5" fmla="*/ 55862 h 1033597"/>
              <a:gd name="connsiteX6" fmla="*/ 756794 w 1099134"/>
              <a:gd name="connsiteY6" fmla="*/ 53364 h 1033597"/>
              <a:gd name="connsiteX7" fmla="*/ 842095 w 1099134"/>
              <a:gd name="connsiteY7" fmla="*/ 95821 h 1033597"/>
              <a:gd name="connsiteX8" fmla="*/ 867367 w 1099134"/>
              <a:gd name="connsiteY8" fmla="*/ 150049 h 1033597"/>
              <a:gd name="connsiteX9" fmla="*/ 989934 w 1099134"/>
              <a:gd name="connsiteY9" fmla="*/ 295169 h 1033597"/>
              <a:gd name="connsiteX10" fmla="*/ 1048649 w 1099134"/>
              <a:gd name="connsiteY10" fmla="*/ 563199 h 1033597"/>
              <a:gd name="connsiteX11" fmla="*/ 1061151 w 1099134"/>
              <a:gd name="connsiteY11" fmla="*/ 752291 h 1033597"/>
              <a:gd name="connsiteX12" fmla="*/ 1098212 w 1099134"/>
              <a:gd name="connsiteY12" fmla="*/ 948519 h 1033597"/>
              <a:gd name="connsiteX13" fmla="*/ 1079190 w 1099134"/>
              <a:gd name="connsiteY13" fmla="*/ 1011491 h 1033597"/>
              <a:gd name="connsiteX14" fmla="*/ 847346 w 1099134"/>
              <a:gd name="connsiteY14" fmla="*/ 1011581 h 1033597"/>
              <a:gd name="connsiteX15" fmla="*/ 23593 w 1099134"/>
              <a:gd name="connsiteY15" fmla="*/ 1016755 h 1033597"/>
              <a:gd name="connsiteX16" fmla="*/ 40882 w 1099134"/>
              <a:gd name="connsiteY16" fmla="*/ 777266 h 1033597"/>
              <a:gd name="connsiteX17" fmla="*/ 73629 w 1099134"/>
              <a:gd name="connsiteY17" fmla="*/ 512091 h 1033597"/>
              <a:gd name="connsiteX18" fmla="*/ 230201 w 1099134"/>
              <a:gd name="connsiteY18" fmla="*/ 251643 h 1033597"/>
              <a:gd name="connsiteX19" fmla="*/ 226031 w 1099134"/>
              <a:gd name="connsiteY19" fmla="*/ 237907 h 1033597"/>
              <a:gd name="connsiteX20" fmla="*/ 269655 w 1099134"/>
              <a:gd name="connsiteY20" fmla="*/ 95106 h 1033597"/>
              <a:gd name="connsiteX21" fmla="*/ 335577 w 1099134"/>
              <a:gd name="connsiteY21" fmla="*/ 79765 h 1033597"/>
              <a:gd name="connsiteX22" fmla="*/ 371896 w 1099134"/>
              <a:gd name="connsiteY22" fmla="*/ 20896 h 1033597"/>
              <a:gd name="connsiteX23" fmla="*/ 527352 w 1099134"/>
              <a:gd name="connsiteY23" fmla="*/ 10372 h 1033597"/>
              <a:gd name="connsiteX24" fmla="*/ 546775 w 1099134"/>
              <a:gd name="connsiteY24" fmla="*/ 3503 h 1033597"/>
              <a:gd name="connsiteX25" fmla="*/ 545534 w 1099134"/>
              <a:gd name="connsiteY25" fmla="*/ 9213 h 1033597"/>
              <a:gd name="connsiteX26" fmla="*/ 529852 w 1099134"/>
              <a:gd name="connsiteY26" fmla="*/ 72361 h 1033597"/>
              <a:gd name="connsiteX27" fmla="*/ 520877 w 1099134"/>
              <a:gd name="connsiteY27" fmla="*/ 94749 h 103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99134" h="1033597">
                <a:moveTo>
                  <a:pt x="520877" y="94749"/>
                </a:moveTo>
                <a:cubicBezTo>
                  <a:pt x="520877" y="101528"/>
                  <a:pt x="533201" y="112231"/>
                  <a:pt x="542131" y="125166"/>
                </a:cubicBezTo>
                <a:cubicBezTo>
                  <a:pt x="571288" y="167444"/>
                  <a:pt x="638773" y="227472"/>
                  <a:pt x="665394" y="222030"/>
                </a:cubicBezTo>
                <a:cubicBezTo>
                  <a:pt x="688577" y="217303"/>
                  <a:pt x="715117" y="183855"/>
                  <a:pt x="761991" y="126771"/>
                </a:cubicBezTo>
                <a:cubicBezTo>
                  <a:pt x="761991" y="126771"/>
                  <a:pt x="768269" y="110358"/>
                  <a:pt x="766010" y="94481"/>
                </a:cubicBezTo>
                <a:cubicBezTo>
                  <a:pt x="763751" y="78605"/>
                  <a:pt x="754883" y="55862"/>
                  <a:pt x="754883" y="55862"/>
                </a:cubicBezTo>
                <a:cubicBezTo>
                  <a:pt x="754446" y="54612"/>
                  <a:pt x="755454" y="53275"/>
                  <a:pt x="756794" y="53364"/>
                </a:cubicBezTo>
                <a:cubicBezTo>
                  <a:pt x="790193" y="55415"/>
                  <a:pt x="820627" y="72361"/>
                  <a:pt x="842095" y="95821"/>
                </a:cubicBezTo>
                <a:cubicBezTo>
                  <a:pt x="856696" y="111787"/>
                  <a:pt x="862956" y="130695"/>
                  <a:pt x="867367" y="150049"/>
                </a:cubicBezTo>
                <a:cubicBezTo>
                  <a:pt x="907142" y="167978"/>
                  <a:pt x="958482" y="223814"/>
                  <a:pt x="989934" y="295169"/>
                </a:cubicBezTo>
                <a:cubicBezTo>
                  <a:pt x="1028914" y="383652"/>
                  <a:pt x="1041889" y="493895"/>
                  <a:pt x="1048649" y="563199"/>
                </a:cubicBezTo>
                <a:cubicBezTo>
                  <a:pt x="1048649" y="563199"/>
                  <a:pt x="1055981" y="691105"/>
                  <a:pt x="1061151" y="752291"/>
                </a:cubicBezTo>
                <a:cubicBezTo>
                  <a:pt x="1069456" y="817761"/>
                  <a:pt x="1098212" y="948519"/>
                  <a:pt x="1098212" y="948519"/>
                </a:cubicBezTo>
                <a:cubicBezTo>
                  <a:pt x="1100417" y="966448"/>
                  <a:pt x="1105320" y="1010244"/>
                  <a:pt x="1079190" y="1011491"/>
                </a:cubicBezTo>
                <a:cubicBezTo>
                  <a:pt x="1001944" y="1008279"/>
                  <a:pt x="924601" y="1008904"/>
                  <a:pt x="847346" y="1011581"/>
                </a:cubicBezTo>
                <a:cubicBezTo>
                  <a:pt x="573217" y="1018627"/>
                  <a:pt x="296258" y="1061975"/>
                  <a:pt x="23593" y="1016755"/>
                </a:cubicBezTo>
                <a:cubicBezTo>
                  <a:pt x="-34131" y="1006228"/>
                  <a:pt x="36096" y="804382"/>
                  <a:pt x="40882" y="777266"/>
                </a:cubicBezTo>
                <a:cubicBezTo>
                  <a:pt x="55438" y="693246"/>
                  <a:pt x="56260" y="595578"/>
                  <a:pt x="73629" y="512091"/>
                </a:cubicBezTo>
                <a:cubicBezTo>
                  <a:pt x="99392" y="403810"/>
                  <a:pt x="166145" y="338251"/>
                  <a:pt x="230201" y="251643"/>
                </a:cubicBezTo>
                <a:cubicBezTo>
                  <a:pt x="234497" y="245844"/>
                  <a:pt x="229701" y="244150"/>
                  <a:pt x="226031" y="237907"/>
                </a:cubicBezTo>
                <a:cubicBezTo>
                  <a:pt x="212385" y="214805"/>
                  <a:pt x="188283" y="147018"/>
                  <a:pt x="269655" y="95106"/>
                </a:cubicBezTo>
                <a:cubicBezTo>
                  <a:pt x="287354" y="80390"/>
                  <a:pt x="322967" y="108128"/>
                  <a:pt x="335577" y="79765"/>
                </a:cubicBezTo>
                <a:cubicBezTo>
                  <a:pt x="347374" y="56395"/>
                  <a:pt x="354768" y="29726"/>
                  <a:pt x="371896" y="20896"/>
                </a:cubicBezTo>
                <a:cubicBezTo>
                  <a:pt x="442149" y="-11838"/>
                  <a:pt x="513528" y="12334"/>
                  <a:pt x="527352" y="10372"/>
                </a:cubicBezTo>
                <a:cubicBezTo>
                  <a:pt x="535362" y="8856"/>
                  <a:pt x="546087" y="3057"/>
                  <a:pt x="546775" y="3503"/>
                </a:cubicBezTo>
                <a:cubicBezTo>
                  <a:pt x="547463" y="3950"/>
                  <a:pt x="545534" y="9213"/>
                  <a:pt x="545534" y="9213"/>
                </a:cubicBezTo>
                <a:cubicBezTo>
                  <a:pt x="537791" y="35079"/>
                  <a:pt x="532558" y="56127"/>
                  <a:pt x="529852" y="72361"/>
                </a:cubicBezTo>
                <a:cubicBezTo>
                  <a:pt x="528388" y="81102"/>
                  <a:pt x="520877" y="88774"/>
                  <a:pt x="520877" y="94749"/>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286" name="Freeform: Shape 111">
            <a:extLst>
              <a:ext uri="{FF2B5EF4-FFF2-40B4-BE49-F238E27FC236}">
                <a16:creationId xmlns:a16="http://schemas.microsoft.com/office/drawing/2014/main" id="{C4A5CB65-2B12-6446-9F2E-FA3CFA9D3732}"/>
              </a:ext>
            </a:extLst>
          </p:cNvPr>
          <p:cNvSpPr/>
          <p:nvPr/>
        </p:nvSpPr>
        <p:spPr>
          <a:xfrm>
            <a:off x="8057313" y="10834743"/>
            <a:ext cx="1122575" cy="1042858"/>
          </a:xfrm>
          <a:custGeom>
            <a:avLst/>
            <a:gdLst>
              <a:gd name="connsiteX0" fmla="*/ 677116 w 1122575"/>
              <a:gd name="connsiteY0" fmla="*/ 1046334 h 1042858"/>
              <a:gd name="connsiteX1" fmla="*/ 673883 w 1122575"/>
              <a:gd name="connsiteY1" fmla="*/ 1043211 h 1042858"/>
              <a:gd name="connsiteX2" fmla="*/ 661264 w 1122575"/>
              <a:gd name="connsiteY2" fmla="*/ 746728 h 1042858"/>
              <a:gd name="connsiteX3" fmla="*/ 494048 w 1122575"/>
              <a:gd name="connsiteY3" fmla="*/ 746728 h 1042858"/>
              <a:gd name="connsiteX4" fmla="*/ 433331 w 1122575"/>
              <a:gd name="connsiteY4" fmla="*/ 915129 h 1042858"/>
              <a:gd name="connsiteX5" fmla="*/ 408264 w 1122575"/>
              <a:gd name="connsiteY5" fmla="*/ 961331 h 1042858"/>
              <a:gd name="connsiteX6" fmla="*/ 399013 w 1122575"/>
              <a:gd name="connsiteY6" fmla="*/ 1004591 h 1042858"/>
              <a:gd name="connsiteX7" fmla="*/ 386716 w 1122575"/>
              <a:gd name="connsiteY7" fmla="*/ 1041070 h 1042858"/>
              <a:gd name="connsiteX8" fmla="*/ 363926 w 1122575"/>
              <a:gd name="connsiteY8" fmla="*/ 1014312 h 1042858"/>
              <a:gd name="connsiteX9" fmla="*/ 363926 w 1122575"/>
              <a:gd name="connsiteY9" fmla="*/ 1014312 h 1042858"/>
              <a:gd name="connsiteX10" fmla="*/ 389395 w 1122575"/>
              <a:gd name="connsiteY10" fmla="*/ 921193 h 1042858"/>
              <a:gd name="connsiteX11" fmla="*/ 450352 w 1122575"/>
              <a:gd name="connsiteY11" fmla="*/ 855369 h 1042858"/>
              <a:gd name="connsiteX12" fmla="*/ 492101 w 1122575"/>
              <a:gd name="connsiteY12" fmla="*/ 746284 h 1042858"/>
              <a:gd name="connsiteX13" fmla="*/ 661086 w 1122575"/>
              <a:gd name="connsiteY13" fmla="*/ 733885 h 1042858"/>
              <a:gd name="connsiteX14" fmla="*/ 662792 w 1122575"/>
              <a:gd name="connsiteY14" fmla="*/ 510097 h 1042858"/>
              <a:gd name="connsiteX15" fmla="*/ 676454 w 1122575"/>
              <a:gd name="connsiteY15" fmla="*/ 270520 h 1042858"/>
              <a:gd name="connsiteX16" fmla="*/ 679035 w 1122575"/>
              <a:gd name="connsiteY16" fmla="*/ 270609 h 1042858"/>
              <a:gd name="connsiteX17" fmla="*/ 693216 w 1122575"/>
              <a:gd name="connsiteY17" fmla="*/ 731566 h 1042858"/>
              <a:gd name="connsiteX18" fmla="*/ 784089 w 1122575"/>
              <a:gd name="connsiteY18" fmla="*/ 725769 h 1042858"/>
              <a:gd name="connsiteX19" fmla="*/ 811996 w 1122575"/>
              <a:gd name="connsiteY19" fmla="*/ 728889 h 1042858"/>
              <a:gd name="connsiteX20" fmla="*/ 796404 w 1122575"/>
              <a:gd name="connsiteY20" fmla="*/ 743161 h 1042858"/>
              <a:gd name="connsiteX21" fmla="*/ 693198 w 1122575"/>
              <a:gd name="connsiteY21" fmla="*/ 746284 h 1042858"/>
              <a:gd name="connsiteX22" fmla="*/ 688591 w 1122575"/>
              <a:gd name="connsiteY22" fmla="*/ 890600 h 1042858"/>
              <a:gd name="connsiteX23" fmla="*/ 680321 w 1122575"/>
              <a:gd name="connsiteY23" fmla="*/ 1043211 h 1042858"/>
              <a:gd name="connsiteX24" fmla="*/ 677116 w 1122575"/>
              <a:gd name="connsiteY24" fmla="*/ 1046334 h 1042858"/>
              <a:gd name="connsiteX25" fmla="*/ 264310 w 1122575"/>
              <a:gd name="connsiteY25" fmla="*/ 1040894 h 1042858"/>
              <a:gd name="connsiteX26" fmla="*/ 256684 w 1122575"/>
              <a:gd name="connsiteY26" fmla="*/ 1036611 h 1042858"/>
              <a:gd name="connsiteX27" fmla="*/ 257943 w 1122575"/>
              <a:gd name="connsiteY27" fmla="*/ 1037414 h 1042858"/>
              <a:gd name="connsiteX28" fmla="*/ 254808 w 1122575"/>
              <a:gd name="connsiteY28" fmla="*/ 1035095 h 1042858"/>
              <a:gd name="connsiteX29" fmla="*/ 249799 w 1122575"/>
              <a:gd name="connsiteY29" fmla="*/ 1009497 h 1042858"/>
              <a:gd name="connsiteX30" fmla="*/ 263266 w 1122575"/>
              <a:gd name="connsiteY30" fmla="*/ 554871 h 1042858"/>
              <a:gd name="connsiteX31" fmla="*/ 267382 w 1122575"/>
              <a:gd name="connsiteY31" fmla="*/ 555228 h 1042858"/>
              <a:gd name="connsiteX32" fmla="*/ 298986 w 1122575"/>
              <a:gd name="connsiteY32" fmla="*/ 651380 h 1042858"/>
              <a:gd name="connsiteX33" fmla="*/ 290458 w 1122575"/>
              <a:gd name="connsiteY33" fmla="*/ 891047 h 1042858"/>
              <a:gd name="connsiteX34" fmla="*/ 282314 w 1122575"/>
              <a:gd name="connsiteY34" fmla="*/ 1016366 h 1042858"/>
              <a:gd name="connsiteX35" fmla="*/ 271972 w 1122575"/>
              <a:gd name="connsiteY35" fmla="*/ 1037593 h 1042858"/>
              <a:gd name="connsiteX36" fmla="*/ 264310 w 1122575"/>
              <a:gd name="connsiteY36" fmla="*/ 1040894 h 1042858"/>
              <a:gd name="connsiteX37" fmla="*/ 22241 w 1122575"/>
              <a:gd name="connsiteY37" fmla="*/ 1038930 h 1042858"/>
              <a:gd name="connsiteX38" fmla="*/ 9033 w 1122575"/>
              <a:gd name="connsiteY38" fmla="*/ 1028763 h 1042858"/>
              <a:gd name="connsiteX39" fmla="*/ 27679 w 1122575"/>
              <a:gd name="connsiteY39" fmla="*/ 814964 h 1042858"/>
              <a:gd name="connsiteX40" fmla="*/ 27679 w 1122575"/>
              <a:gd name="connsiteY40" fmla="*/ 814964 h 1042858"/>
              <a:gd name="connsiteX41" fmla="*/ 66365 w 1122575"/>
              <a:gd name="connsiteY41" fmla="*/ 549253 h 1042858"/>
              <a:gd name="connsiteX42" fmla="*/ 234618 w 1122575"/>
              <a:gd name="connsiteY42" fmla="*/ 251788 h 1042858"/>
              <a:gd name="connsiteX43" fmla="*/ 217525 w 1122575"/>
              <a:gd name="connsiteY43" fmla="*/ 165984 h 1042858"/>
              <a:gd name="connsiteX44" fmla="*/ 303853 w 1122575"/>
              <a:gd name="connsiteY44" fmla="*/ 90793 h 1042858"/>
              <a:gd name="connsiteX45" fmla="*/ 328598 w 1122575"/>
              <a:gd name="connsiteY45" fmla="*/ 89097 h 1042858"/>
              <a:gd name="connsiteX46" fmla="*/ 361703 w 1122575"/>
              <a:gd name="connsiteY46" fmla="*/ 39239 h 1042858"/>
              <a:gd name="connsiteX47" fmla="*/ 532260 w 1122575"/>
              <a:gd name="connsiteY47" fmla="*/ 17297 h 1042858"/>
              <a:gd name="connsiteX48" fmla="*/ 531590 w 1122575"/>
              <a:gd name="connsiteY48" fmla="*/ 20150 h 1042858"/>
              <a:gd name="connsiteX49" fmla="*/ 457041 w 1122575"/>
              <a:gd name="connsiteY49" fmla="*/ 20685 h 1042858"/>
              <a:gd name="connsiteX50" fmla="*/ 373866 w 1122575"/>
              <a:gd name="connsiteY50" fmla="*/ 55381 h 1042858"/>
              <a:gd name="connsiteX51" fmla="*/ 345092 w 1122575"/>
              <a:gd name="connsiteY51" fmla="*/ 101853 h 1042858"/>
              <a:gd name="connsiteX52" fmla="*/ 301540 w 1122575"/>
              <a:gd name="connsiteY52" fmla="*/ 110773 h 1042858"/>
              <a:gd name="connsiteX53" fmla="*/ 243146 w 1122575"/>
              <a:gd name="connsiteY53" fmla="*/ 155102 h 1042858"/>
              <a:gd name="connsiteX54" fmla="*/ 239029 w 1122575"/>
              <a:gd name="connsiteY54" fmla="*/ 235467 h 1042858"/>
              <a:gd name="connsiteX55" fmla="*/ 246861 w 1122575"/>
              <a:gd name="connsiteY55" fmla="*/ 239569 h 1042858"/>
              <a:gd name="connsiteX56" fmla="*/ 397485 w 1122575"/>
              <a:gd name="connsiteY56" fmla="*/ 136728 h 1042858"/>
              <a:gd name="connsiteX57" fmla="*/ 403013 w 1122575"/>
              <a:gd name="connsiteY57" fmla="*/ 132447 h 1042858"/>
              <a:gd name="connsiteX58" fmla="*/ 426312 w 1122575"/>
              <a:gd name="connsiteY58" fmla="*/ 125400 h 1042858"/>
              <a:gd name="connsiteX59" fmla="*/ 430563 w 1122575"/>
              <a:gd name="connsiteY59" fmla="*/ 126650 h 1042858"/>
              <a:gd name="connsiteX60" fmla="*/ 563256 w 1122575"/>
              <a:gd name="connsiteY60" fmla="*/ 227527 h 1042858"/>
              <a:gd name="connsiteX61" fmla="*/ 599378 w 1122575"/>
              <a:gd name="connsiteY61" fmla="*/ 245098 h 1042858"/>
              <a:gd name="connsiteX62" fmla="*/ 620043 w 1122575"/>
              <a:gd name="connsiteY62" fmla="*/ 257855 h 1042858"/>
              <a:gd name="connsiteX63" fmla="*/ 617881 w 1122575"/>
              <a:gd name="connsiteY63" fmla="*/ 270966 h 1042858"/>
              <a:gd name="connsiteX64" fmla="*/ 587448 w 1122575"/>
              <a:gd name="connsiteY64" fmla="*/ 270520 h 1042858"/>
              <a:gd name="connsiteX65" fmla="*/ 419150 w 1122575"/>
              <a:gd name="connsiteY65" fmla="*/ 135746 h 1042858"/>
              <a:gd name="connsiteX66" fmla="*/ 415462 w 1122575"/>
              <a:gd name="connsiteY66" fmla="*/ 135391 h 1042858"/>
              <a:gd name="connsiteX67" fmla="*/ 156613 w 1122575"/>
              <a:gd name="connsiteY67" fmla="*/ 386562 h 1042858"/>
              <a:gd name="connsiteX68" fmla="*/ 82394 w 1122575"/>
              <a:gd name="connsiteY68" fmla="*/ 636485 h 1042858"/>
              <a:gd name="connsiteX69" fmla="*/ 56836 w 1122575"/>
              <a:gd name="connsiteY69" fmla="*/ 807738 h 1042858"/>
              <a:gd name="connsiteX70" fmla="*/ 35020 w 1122575"/>
              <a:gd name="connsiteY70" fmla="*/ 1015205 h 1042858"/>
              <a:gd name="connsiteX71" fmla="*/ 35020 w 1122575"/>
              <a:gd name="connsiteY71" fmla="*/ 1015205 h 1042858"/>
              <a:gd name="connsiteX72" fmla="*/ 22241 w 1122575"/>
              <a:gd name="connsiteY72" fmla="*/ 1038930 h 1042858"/>
              <a:gd name="connsiteX73" fmla="*/ 1107807 w 1122575"/>
              <a:gd name="connsiteY73" fmla="*/ 1020468 h 1042858"/>
              <a:gd name="connsiteX74" fmla="*/ 1092519 w 1122575"/>
              <a:gd name="connsiteY74" fmla="*/ 1005839 h 1042858"/>
              <a:gd name="connsiteX75" fmla="*/ 1071569 w 1122575"/>
              <a:gd name="connsiteY75" fmla="*/ 851978 h 1042858"/>
              <a:gd name="connsiteX76" fmla="*/ 879330 w 1122575"/>
              <a:gd name="connsiteY76" fmla="*/ 161613 h 1042858"/>
              <a:gd name="connsiteX77" fmla="*/ 860621 w 1122575"/>
              <a:gd name="connsiteY77" fmla="*/ 156439 h 1042858"/>
              <a:gd name="connsiteX78" fmla="*/ 858049 w 1122575"/>
              <a:gd name="connsiteY78" fmla="*/ 139315 h 1042858"/>
              <a:gd name="connsiteX79" fmla="*/ 790582 w 1122575"/>
              <a:gd name="connsiteY79" fmla="*/ 67959 h 1042858"/>
              <a:gd name="connsiteX80" fmla="*/ 789859 w 1122575"/>
              <a:gd name="connsiteY80" fmla="*/ 61448 h 1042858"/>
              <a:gd name="connsiteX81" fmla="*/ 881758 w 1122575"/>
              <a:gd name="connsiteY81" fmla="*/ 157511 h 1042858"/>
              <a:gd name="connsiteX82" fmla="*/ 1102816 w 1122575"/>
              <a:gd name="connsiteY82" fmla="*/ 853139 h 1042858"/>
              <a:gd name="connsiteX83" fmla="*/ 1102816 w 1122575"/>
              <a:gd name="connsiteY83" fmla="*/ 853139 h 1042858"/>
              <a:gd name="connsiteX84" fmla="*/ 1107807 w 1122575"/>
              <a:gd name="connsiteY84" fmla="*/ 1020468 h 1042858"/>
              <a:gd name="connsiteX85" fmla="*/ 1107807 w 1122575"/>
              <a:gd name="connsiteY85" fmla="*/ 1020468 h 1042858"/>
              <a:gd name="connsiteX86" fmla="*/ 937322 w 1122575"/>
              <a:gd name="connsiteY86" fmla="*/ 1008962 h 1042858"/>
              <a:gd name="connsiteX87" fmla="*/ 919515 w 1122575"/>
              <a:gd name="connsiteY87" fmla="*/ 961777 h 1042858"/>
              <a:gd name="connsiteX88" fmla="*/ 914434 w 1122575"/>
              <a:gd name="connsiteY88" fmla="*/ 915754 h 1042858"/>
              <a:gd name="connsiteX89" fmla="*/ 893573 w 1122575"/>
              <a:gd name="connsiteY89" fmla="*/ 855369 h 1042858"/>
              <a:gd name="connsiteX90" fmla="*/ 832464 w 1122575"/>
              <a:gd name="connsiteY90" fmla="*/ 770991 h 1042858"/>
              <a:gd name="connsiteX91" fmla="*/ 830098 w 1122575"/>
              <a:gd name="connsiteY91" fmla="*/ 747800 h 1042858"/>
              <a:gd name="connsiteX92" fmla="*/ 918845 w 1122575"/>
              <a:gd name="connsiteY92" fmla="*/ 843327 h 1042858"/>
              <a:gd name="connsiteX93" fmla="*/ 942743 w 1122575"/>
              <a:gd name="connsiteY93" fmla="*/ 912810 h 1042858"/>
              <a:gd name="connsiteX94" fmla="*/ 951682 w 1122575"/>
              <a:gd name="connsiteY94" fmla="*/ 980420 h 1042858"/>
              <a:gd name="connsiteX95" fmla="*/ 937322 w 1122575"/>
              <a:gd name="connsiteY95" fmla="*/ 1008962 h 1042858"/>
              <a:gd name="connsiteX96" fmla="*/ 937322 w 1122575"/>
              <a:gd name="connsiteY96" fmla="*/ 1008962 h 1042858"/>
              <a:gd name="connsiteX97" fmla="*/ 1021739 w 1122575"/>
              <a:gd name="connsiteY97" fmla="*/ 1004056 h 1042858"/>
              <a:gd name="connsiteX98" fmla="*/ 1003950 w 1122575"/>
              <a:gd name="connsiteY98" fmla="*/ 962224 h 1042858"/>
              <a:gd name="connsiteX99" fmla="*/ 990796 w 1122575"/>
              <a:gd name="connsiteY99" fmla="*/ 867766 h 1042858"/>
              <a:gd name="connsiteX100" fmla="*/ 950655 w 1122575"/>
              <a:gd name="connsiteY100" fmla="*/ 605535 h 1042858"/>
              <a:gd name="connsiteX101" fmla="*/ 965890 w 1122575"/>
              <a:gd name="connsiteY101" fmla="*/ 332241 h 1042858"/>
              <a:gd name="connsiteX102" fmla="*/ 967961 w 1122575"/>
              <a:gd name="connsiteY102" fmla="*/ 332152 h 1042858"/>
              <a:gd name="connsiteX103" fmla="*/ 968685 w 1122575"/>
              <a:gd name="connsiteY103" fmla="*/ 366314 h 1042858"/>
              <a:gd name="connsiteX104" fmla="*/ 1000164 w 1122575"/>
              <a:gd name="connsiteY104" fmla="*/ 768226 h 1042858"/>
              <a:gd name="connsiteX105" fmla="*/ 1021739 w 1122575"/>
              <a:gd name="connsiteY105" fmla="*/ 1004056 h 1042858"/>
              <a:gd name="connsiteX106" fmla="*/ 1021739 w 1122575"/>
              <a:gd name="connsiteY106" fmla="*/ 1004056 h 1042858"/>
              <a:gd name="connsiteX107" fmla="*/ 672588 w 1122575"/>
              <a:gd name="connsiteY107" fmla="*/ 241263 h 1042858"/>
              <a:gd name="connsiteX108" fmla="*/ 640520 w 1122575"/>
              <a:gd name="connsiteY108" fmla="*/ 227259 h 1042858"/>
              <a:gd name="connsiteX109" fmla="*/ 555987 w 1122575"/>
              <a:gd name="connsiteY109" fmla="*/ 148323 h 1042858"/>
              <a:gd name="connsiteX110" fmla="*/ 530384 w 1122575"/>
              <a:gd name="connsiteY110" fmla="*/ 96679 h 1042858"/>
              <a:gd name="connsiteX111" fmla="*/ 533108 w 1122575"/>
              <a:gd name="connsiteY111" fmla="*/ 47622 h 1042858"/>
              <a:gd name="connsiteX112" fmla="*/ 562943 w 1122575"/>
              <a:gd name="connsiteY112" fmla="*/ 45125 h 1042858"/>
              <a:gd name="connsiteX113" fmla="*/ 553968 w 1122575"/>
              <a:gd name="connsiteY113" fmla="*/ 73934 h 1042858"/>
              <a:gd name="connsiteX114" fmla="*/ 553968 w 1122575"/>
              <a:gd name="connsiteY114" fmla="*/ 73934 h 1042858"/>
              <a:gd name="connsiteX115" fmla="*/ 534215 w 1122575"/>
              <a:gd name="connsiteY115" fmla="*/ 100782 h 1042858"/>
              <a:gd name="connsiteX116" fmla="*/ 660460 w 1122575"/>
              <a:gd name="connsiteY116" fmla="*/ 214059 h 1042858"/>
              <a:gd name="connsiteX117" fmla="*/ 701861 w 1122575"/>
              <a:gd name="connsiteY117" fmla="*/ 198450 h 1042858"/>
              <a:gd name="connsiteX118" fmla="*/ 763970 w 1122575"/>
              <a:gd name="connsiteY118" fmla="*/ 124864 h 1042858"/>
              <a:gd name="connsiteX119" fmla="*/ 757567 w 1122575"/>
              <a:gd name="connsiteY119" fmla="*/ 66798 h 1042858"/>
              <a:gd name="connsiteX120" fmla="*/ 780696 w 1122575"/>
              <a:gd name="connsiteY120" fmla="*/ 91416 h 1042858"/>
              <a:gd name="connsiteX121" fmla="*/ 780696 w 1122575"/>
              <a:gd name="connsiteY121" fmla="*/ 91416 h 1042858"/>
              <a:gd name="connsiteX122" fmla="*/ 786036 w 1122575"/>
              <a:gd name="connsiteY122" fmla="*/ 105777 h 1042858"/>
              <a:gd name="connsiteX123" fmla="*/ 788162 w 1122575"/>
              <a:gd name="connsiteY123" fmla="*/ 108007 h 1042858"/>
              <a:gd name="connsiteX124" fmla="*/ 787688 w 1122575"/>
              <a:gd name="connsiteY124" fmla="*/ 132536 h 1042858"/>
              <a:gd name="connsiteX125" fmla="*/ 672588 w 1122575"/>
              <a:gd name="connsiteY125" fmla="*/ 241263 h 1042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1122575" h="1042858">
                <a:moveTo>
                  <a:pt x="677116" y="1046334"/>
                </a:moveTo>
                <a:cubicBezTo>
                  <a:pt x="675365" y="1046423"/>
                  <a:pt x="673918" y="1044997"/>
                  <a:pt x="673883" y="1043211"/>
                </a:cubicBezTo>
                <a:cubicBezTo>
                  <a:pt x="667417" y="940727"/>
                  <a:pt x="662720" y="849838"/>
                  <a:pt x="661264" y="746728"/>
                </a:cubicBezTo>
                <a:cubicBezTo>
                  <a:pt x="607773" y="746996"/>
                  <a:pt x="546030" y="747175"/>
                  <a:pt x="494048" y="746728"/>
                </a:cubicBezTo>
                <a:cubicBezTo>
                  <a:pt x="509782" y="810236"/>
                  <a:pt x="480036" y="863038"/>
                  <a:pt x="433331" y="915129"/>
                </a:cubicBezTo>
                <a:cubicBezTo>
                  <a:pt x="419507" y="927437"/>
                  <a:pt x="410229" y="942691"/>
                  <a:pt x="408264" y="961331"/>
                </a:cubicBezTo>
                <a:cubicBezTo>
                  <a:pt x="407434" y="966148"/>
                  <a:pt x="400138" y="999149"/>
                  <a:pt x="399013" y="1004591"/>
                </a:cubicBezTo>
                <a:cubicBezTo>
                  <a:pt x="396432" y="1016631"/>
                  <a:pt x="395762" y="1032776"/>
                  <a:pt x="386716" y="1041070"/>
                </a:cubicBezTo>
                <a:cubicBezTo>
                  <a:pt x="368427" y="1054896"/>
                  <a:pt x="356443" y="1030814"/>
                  <a:pt x="363926" y="1014312"/>
                </a:cubicBezTo>
                <a:lnTo>
                  <a:pt x="363926" y="1014312"/>
                </a:lnTo>
                <a:cubicBezTo>
                  <a:pt x="370624" y="991658"/>
                  <a:pt x="378268" y="941441"/>
                  <a:pt x="389395" y="921193"/>
                </a:cubicBezTo>
                <a:cubicBezTo>
                  <a:pt x="406809" y="897022"/>
                  <a:pt x="434117" y="881056"/>
                  <a:pt x="450352" y="855369"/>
                </a:cubicBezTo>
                <a:cubicBezTo>
                  <a:pt x="475607" y="823972"/>
                  <a:pt x="485876" y="784192"/>
                  <a:pt x="492101" y="746284"/>
                </a:cubicBezTo>
                <a:cubicBezTo>
                  <a:pt x="545583" y="740039"/>
                  <a:pt x="605005" y="739059"/>
                  <a:pt x="661086" y="733885"/>
                </a:cubicBezTo>
                <a:cubicBezTo>
                  <a:pt x="660193" y="668328"/>
                  <a:pt x="661827" y="583593"/>
                  <a:pt x="662792" y="510097"/>
                </a:cubicBezTo>
                <a:cubicBezTo>
                  <a:pt x="664685" y="432764"/>
                  <a:pt x="663283" y="342679"/>
                  <a:pt x="676454" y="270520"/>
                </a:cubicBezTo>
                <a:cubicBezTo>
                  <a:pt x="676713" y="269093"/>
                  <a:pt x="678874" y="269183"/>
                  <a:pt x="679035" y="270609"/>
                </a:cubicBezTo>
                <a:cubicBezTo>
                  <a:pt x="695860" y="419295"/>
                  <a:pt x="691805" y="590816"/>
                  <a:pt x="693216" y="731566"/>
                </a:cubicBezTo>
                <a:cubicBezTo>
                  <a:pt x="722498" y="729514"/>
                  <a:pt x="753664" y="727552"/>
                  <a:pt x="784089" y="725769"/>
                </a:cubicBezTo>
                <a:cubicBezTo>
                  <a:pt x="793332" y="726394"/>
                  <a:pt x="804468" y="720863"/>
                  <a:pt x="811996" y="728889"/>
                </a:cubicBezTo>
                <a:cubicBezTo>
                  <a:pt x="818971" y="739148"/>
                  <a:pt x="804530" y="744054"/>
                  <a:pt x="796404" y="743161"/>
                </a:cubicBezTo>
                <a:cubicBezTo>
                  <a:pt x="763309" y="744588"/>
                  <a:pt x="727214" y="745748"/>
                  <a:pt x="693198" y="746284"/>
                </a:cubicBezTo>
                <a:cubicBezTo>
                  <a:pt x="693038" y="794091"/>
                  <a:pt x="690770" y="842347"/>
                  <a:pt x="688591" y="890600"/>
                </a:cubicBezTo>
                <a:cubicBezTo>
                  <a:pt x="686028" y="947416"/>
                  <a:pt x="683643" y="995136"/>
                  <a:pt x="680321" y="1043211"/>
                </a:cubicBezTo>
                <a:cubicBezTo>
                  <a:pt x="680304" y="1044997"/>
                  <a:pt x="678866" y="1046423"/>
                  <a:pt x="677116" y="1046334"/>
                </a:cubicBezTo>
                <a:close/>
                <a:moveTo>
                  <a:pt x="264310" y="1040894"/>
                </a:moveTo>
                <a:cubicBezTo>
                  <a:pt x="261176" y="1040981"/>
                  <a:pt x="258247" y="1039376"/>
                  <a:pt x="256684" y="1036611"/>
                </a:cubicBezTo>
                <a:cubicBezTo>
                  <a:pt x="256907" y="1036789"/>
                  <a:pt x="257711" y="1037325"/>
                  <a:pt x="257943" y="1037414"/>
                </a:cubicBezTo>
                <a:cubicBezTo>
                  <a:pt x="257961" y="1037414"/>
                  <a:pt x="256961" y="1036611"/>
                  <a:pt x="254808" y="1035095"/>
                </a:cubicBezTo>
                <a:cubicBezTo>
                  <a:pt x="247915" y="1028138"/>
                  <a:pt x="248701" y="1018417"/>
                  <a:pt x="249799" y="1009497"/>
                </a:cubicBezTo>
                <a:cubicBezTo>
                  <a:pt x="256336" y="859561"/>
                  <a:pt x="280867" y="704629"/>
                  <a:pt x="263266" y="554871"/>
                </a:cubicBezTo>
                <a:cubicBezTo>
                  <a:pt x="264310" y="553623"/>
                  <a:pt x="266570" y="553623"/>
                  <a:pt x="267382" y="555228"/>
                </a:cubicBezTo>
                <a:cubicBezTo>
                  <a:pt x="285796" y="583948"/>
                  <a:pt x="295450" y="617575"/>
                  <a:pt x="298986" y="651380"/>
                </a:cubicBezTo>
                <a:cubicBezTo>
                  <a:pt x="305576" y="731387"/>
                  <a:pt x="293941" y="811218"/>
                  <a:pt x="290458" y="891047"/>
                </a:cubicBezTo>
                <a:cubicBezTo>
                  <a:pt x="290458" y="891047"/>
                  <a:pt x="282314" y="1016366"/>
                  <a:pt x="282314" y="1016366"/>
                </a:cubicBezTo>
                <a:cubicBezTo>
                  <a:pt x="281965" y="1024392"/>
                  <a:pt x="279706" y="1033669"/>
                  <a:pt x="271972" y="1037593"/>
                </a:cubicBezTo>
                <a:cubicBezTo>
                  <a:pt x="269820" y="1039466"/>
                  <a:pt x="267213" y="1040981"/>
                  <a:pt x="264310" y="1040894"/>
                </a:cubicBezTo>
                <a:close/>
                <a:moveTo>
                  <a:pt x="22241" y="1038930"/>
                </a:moveTo>
                <a:cubicBezTo>
                  <a:pt x="16168" y="1039019"/>
                  <a:pt x="10810" y="1034470"/>
                  <a:pt x="9033" y="1028763"/>
                </a:cubicBezTo>
                <a:cubicBezTo>
                  <a:pt x="-11140" y="956871"/>
                  <a:pt x="10703" y="885783"/>
                  <a:pt x="27679" y="814964"/>
                </a:cubicBezTo>
                <a:lnTo>
                  <a:pt x="27679" y="814964"/>
                </a:lnTo>
                <a:cubicBezTo>
                  <a:pt x="54220" y="728445"/>
                  <a:pt x="55095" y="638447"/>
                  <a:pt x="66365" y="549253"/>
                </a:cubicBezTo>
                <a:cubicBezTo>
                  <a:pt x="84341" y="432853"/>
                  <a:pt x="158863" y="333759"/>
                  <a:pt x="234618" y="251788"/>
                </a:cubicBezTo>
                <a:cubicBezTo>
                  <a:pt x="202853" y="244920"/>
                  <a:pt x="213096" y="189530"/>
                  <a:pt x="217525" y="165984"/>
                </a:cubicBezTo>
                <a:cubicBezTo>
                  <a:pt x="227339" y="126826"/>
                  <a:pt x="261444" y="90526"/>
                  <a:pt x="303853" y="90793"/>
                </a:cubicBezTo>
                <a:cubicBezTo>
                  <a:pt x="312096" y="90615"/>
                  <a:pt x="320588" y="91595"/>
                  <a:pt x="328598" y="89097"/>
                </a:cubicBezTo>
                <a:cubicBezTo>
                  <a:pt x="348548" y="81070"/>
                  <a:pt x="349308" y="54580"/>
                  <a:pt x="361703" y="39239"/>
                </a:cubicBezTo>
                <a:cubicBezTo>
                  <a:pt x="394923" y="-3932"/>
                  <a:pt x="486019" y="-3754"/>
                  <a:pt x="532260" y="17297"/>
                </a:cubicBezTo>
                <a:cubicBezTo>
                  <a:pt x="534153" y="18188"/>
                  <a:pt x="533653" y="20061"/>
                  <a:pt x="531590" y="20150"/>
                </a:cubicBezTo>
                <a:cubicBezTo>
                  <a:pt x="507532" y="20328"/>
                  <a:pt x="479911" y="17920"/>
                  <a:pt x="457041" y="20685"/>
                </a:cubicBezTo>
                <a:cubicBezTo>
                  <a:pt x="428036" y="25056"/>
                  <a:pt x="389842" y="26839"/>
                  <a:pt x="373866" y="55381"/>
                </a:cubicBezTo>
                <a:cubicBezTo>
                  <a:pt x="365301" y="71347"/>
                  <a:pt x="361247" y="91238"/>
                  <a:pt x="345092" y="101853"/>
                </a:cubicBezTo>
                <a:cubicBezTo>
                  <a:pt x="332322" y="110505"/>
                  <a:pt x="316301" y="109612"/>
                  <a:pt x="301540" y="110773"/>
                </a:cubicBezTo>
                <a:cubicBezTo>
                  <a:pt x="277188" y="112646"/>
                  <a:pt x="254818" y="129681"/>
                  <a:pt x="243146" y="155102"/>
                </a:cubicBezTo>
                <a:cubicBezTo>
                  <a:pt x="234618" y="176062"/>
                  <a:pt x="226607" y="213436"/>
                  <a:pt x="239029" y="235467"/>
                </a:cubicBezTo>
                <a:cubicBezTo>
                  <a:pt x="242262" y="234931"/>
                  <a:pt x="245557" y="236536"/>
                  <a:pt x="246861" y="239569"/>
                </a:cubicBezTo>
                <a:cubicBezTo>
                  <a:pt x="292003" y="196309"/>
                  <a:pt x="340270" y="162772"/>
                  <a:pt x="397485" y="136728"/>
                </a:cubicBezTo>
                <a:cubicBezTo>
                  <a:pt x="401299" y="135034"/>
                  <a:pt x="401852" y="134319"/>
                  <a:pt x="403013" y="132447"/>
                </a:cubicBezTo>
                <a:cubicBezTo>
                  <a:pt x="407478" y="125132"/>
                  <a:pt x="418337" y="123349"/>
                  <a:pt x="426312" y="125400"/>
                </a:cubicBezTo>
                <a:cubicBezTo>
                  <a:pt x="427625" y="125757"/>
                  <a:pt x="430429" y="126650"/>
                  <a:pt x="430563" y="126650"/>
                </a:cubicBezTo>
                <a:cubicBezTo>
                  <a:pt x="482769" y="150107"/>
                  <a:pt x="514738" y="197738"/>
                  <a:pt x="563256" y="227527"/>
                </a:cubicBezTo>
                <a:cubicBezTo>
                  <a:pt x="574651" y="234752"/>
                  <a:pt x="586394" y="241085"/>
                  <a:pt x="599378" y="245098"/>
                </a:cubicBezTo>
                <a:cubicBezTo>
                  <a:pt x="607567" y="247685"/>
                  <a:pt x="616846" y="250629"/>
                  <a:pt x="620043" y="257855"/>
                </a:cubicBezTo>
                <a:cubicBezTo>
                  <a:pt x="623624" y="261779"/>
                  <a:pt x="622213" y="268290"/>
                  <a:pt x="617881" y="270966"/>
                </a:cubicBezTo>
                <a:cubicBezTo>
                  <a:pt x="610139" y="278903"/>
                  <a:pt x="597057" y="274086"/>
                  <a:pt x="587448" y="270520"/>
                </a:cubicBezTo>
                <a:cubicBezTo>
                  <a:pt x="520230" y="245634"/>
                  <a:pt x="473821" y="180879"/>
                  <a:pt x="419150" y="135746"/>
                </a:cubicBezTo>
                <a:cubicBezTo>
                  <a:pt x="418114" y="134944"/>
                  <a:pt x="416641" y="134766"/>
                  <a:pt x="415462" y="135391"/>
                </a:cubicBezTo>
                <a:cubicBezTo>
                  <a:pt x="309273" y="193633"/>
                  <a:pt x="219481" y="282740"/>
                  <a:pt x="156613" y="386562"/>
                </a:cubicBezTo>
                <a:cubicBezTo>
                  <a:pt x="107345" y="456402"/>
                  <a:pt x="84029" y="545329"/>
                  <a:pt x="82394" y="636485"/>
                </a:cubicBezTo>
                <a:cubicBezTo>
                  <a:pt x="79420" y="695709"/>
                  <a:pt x="72089" y="747710"/>
                  <a:pt x="56836" y="807738"/>
                </a:cubicBezTo>
                <a:cubicBezTo>
                  <a:pt x="39798" y="874813"/>
                  <a:pt x="22785" y="945722"/>
                  <a:pt x="35020" y="1015205"/>
                </a:cubicBezTo>
                <a:lnTo>
                  <a:pt x="35020" y="1015205"/>
                </a:lnTo>
                <a:cubicBezTo>
                  <a:pt x="38101" y="1026086"/>
                  <a:pt x="35708" y="1038486"/>
                  <a:pt x="22241" y="1038930"/>
                </a:cubicBezTo>
                <a:close/>
                <a:moveTo>
                  <a:pt x="1107807" y="1020468"/>
                </a:moveTo>
                <a:cubicBezTo>
                  <a:pt x="1100753" y="1020468"/>
                  <a:pt x="1092957" y="1015830"/>
                  <a:pt x="1092519" y="1005839"/>
                </a:cubicBezTo>
                <a:cubicBezTo>
                  <a:pt x="1090295" y="954195"/>
                  <a:pt x="1080901" y="902464"/>
                  <a:pt x="1071569" y="851978"/>
                </a:cubicBezTo>
                <a:cubicBezTo>
                  <a:pt x="1021462" y="620697"/>
                  <a:pt x="1084884" y="330726"/>
                  <a:pt x="879330" y="161613"/>
                </a:cubicBezTo>
                <a:cubicBezTo>
                  <a:pt x="873614" y="167232"/>
                  <a:pt x="863077" y="163754"/>
                  <a:pt x="860621" y="156439"/>
                </a:cubicBezTo>
                <a:cubicBezTo>
                  <a:pt x="858746" y="150910"/>
                  <a:pt x="859228" y="145022"/>
                  <a:pt x="858049" y="139315"/>
                </a:cubicBezTo>
                <a:cubicBezTo>
                  <a:pt x="850602" y="106135"/>
                  <a:pt x="823248" y="77236"/>
                  <a:pt x="790582" y="67959"/>
                </a:cubicBezTo>
                <a:cubicBezTo>
                  <a:pt x="779116" y="64479"/>
                  <a:pt x="772114" y="62517"/>
                  <a:pt x="789859" y="61448"/>
                </a:cubicBezTo>
                <a:cubicBezTo>
                  <a:pt x="837769" y="62964"/>
                  <a:pt x="885706" y="109166"/>
                  <a:pt x="881758" y="157511"/>
                </a:cubicBezTo>
                <a:cubicBezTo>
                  <a:pt x="1124891" y="295673"/>
                  <a:pt x="1042394" y="623731"/>
                  <a:pt x="1102816" y="853139"/>
                </a:cubicBezTo>
                <a:lnTo>
                  <a:pt x="1102816" y="853139"/>
                </a:lnTo>
                <a:cubicBezTo>
                  <a:pt x="1106048" y="876418"/>
                  <a:pt x="1144385" y="1024303"/>
                  <a:pt x="1107807" y="1020468"/>
                </a:cubicBezTo>
                <a:lnTo>
                  <a:pt x="1107807" y="1020468"/>
                </a:lnTo>
                <a:close/>
                <a:moveTo>
                  <a:pt x="937322" y="1008962"/>
                </a:moveTo>
                <a:cubicBezTo>
                  <a:pt x="917434" y="1005660"/>
                  <a:pt x="921435" y="977386"/>
                  <a:pt x="919515" y="961777"/>
                </a:cubicBezTo>
                <a:cubicBezTo>
                  <a:pt x="918104" y="946436"/>
                  <a:pt x="916318" y="931006"/>
                  <a:pt x="914434" y="915754"/>
                </a:cubicBezTo>
                <a:cubicBezTo>
                  <a:pt x="911728" y="894614"/>
                  <a:pt x="910469" y="870621"/>
                  <a:pt x="893573" y="855369"/>
                </a:cubicBezTo>
                <a:cubicBezTo>
                  <a:pt x="867729" y="831820"/>
                  <a:pt x="845118" y="803903"/>
                  <a:pt x="832464" y="770991"/>
                </a:cubicBezTo>
                <a:cubicBezTo>
                  <a:pt x="827597" y="763052"/>
                  <a:pt x="813479" y="720684"/>
                  <a:pt x="830098" y="747800"/>
                </a:cubicBezTo>
                <a:cubicBezTo>
                  <a:pt x="852878" y="785797"/>
                  <a:pt x="886482" y="814160"/>
                  <a:pt x="918845" y="843327"/>
                </a:cubicBezTo>
                <a:cubicBezTo>
                  <a:pt x="936268" y="862326"/>
                  <a:pt x="939054" y="888192"/>
                  <a:pt x="942743" y="912810"/>
                </a:cubicBezTo>
                <a:cubicBezTo>
                  <a:pt x="946136" y="934840"/>
                  <a:pt x="949226" y="957407"/>
                  <a:pt x="951682" y="980420"/>
                </a:cubicBezTo>
                <a:cubicBezTo>
                  <a:pt x="953629" y="991569"/>
                  <a:pt x="951673" y="1008605"/>
                  <a:pt x="937322" y="1008962"/>
                </a:cubicBezTo>
                <a:lnTo>
                  <a:pt x="937322" y="1008962"/>
                </a:lnTo>
                <a:close/>
                <a:moveTo>
                  <a:pt x="1021739" y="1004056"/>
                </a:moveTo>
                <a:cubicBezTo>
                  <a:pt x="1002057" y="1002183"/>
                  <a:pt x="1005397" y="977119"/>
                  <a:pt x="1003950" y="962224"/>
                </a:cubicBezTo>
                <a:cubicBezTo>
                  <a:pt x="1000645" y="928687"/>
                  <a:pt x="996296" y="899163"/>
                  <a:pt x="990796" y="867766"/>
                </a:cubicBezTo>
                <a:cubicBezTo>
                  <a:pt x="975248" y="784993"/>
                  <a:pt x="949351" y="684292"/>
                  <a:pt x="950655" y="605535"/>
                </a:cubicBezTo>
                <a:cubicBezTo>
                  <a:pt x="952959" y="510809"/>
                  <a:pt x="960665" y="430713"/>
                  <a:pt x="965890" y="332241"/>
                </a:cubicBezTo>
                <a:cubicBezTo>
                  <a:pt x="965881" y="330994"/>
                  <a:pt x="967943" y="330815"/>
                  <a:pt x="967961" y="332152"/>
                </a:cubicBezTo>
                <a:cubicBezTo>
                  <a:pt x="968193" y="342768"/>
                  <a:pt x="968417" y="353471"/>
                  <a:pt x="968685" y="366314"/>
                </a:cubicBezTo>
                <a:cubicBezTo>
                  <a:pt x="971560" y="507153"/>
                  <a:pt x="967301" y="628101"/>
                  <a:pt x="1000164" y="768226"/>
                </a:cubicBezTo>
                <a:cubicBezTo>
                  <a:pt x="1004012" y="797926"/>
                  <a:pt x="1064568" y="1007890"/>
                  <a:pt x="1021739" y="1004056"/>
                </a:cubicBezTo>
                <a:lnTo>
                  <a:pt x="1021739" y="1004056"/>
                </a:lnTo>
                <a:close/>
                <a:moveTo>
                  <a:pt x="672588" y="241263"/>
                </a:moveTo>
                <a:cubicBezTo>
                  <a:pt x="660443" y="241263"/>
                  <a:pt x="649843" y="234395"/>
                  <a:pt x="640520" y="227259"/>
                </a:cubicBezTo>
                <a:cubicBezTo>
                  <a:pt x="608898" y="203356"/>
                  <a:pt x="581259" y="178381"/>
                  <a:pt x="555987" y="148323"/>
                </a:cubicBezTo>
                <a:cubicBezTo>
                  <a:pt x="545012" y="139136"/>
                  <a:pt x="486966" y="49138"/>
                  <a:pt x="530384" y="96679"/>
                </a:cubicBezTo>
                <a:cubicBezTo>
                  <a:pt x="529652" y="80445"/>
                  <a:pt x="529321" y="63410"/>
                  <a:pt x="533108" y="47622"/>
                </a:cubicBezTo>
                <a:cubicBezTo>
                  <a:pt x="536751" y="33708"/>
                  <a:pt x="557067" y="31924"/>
                  <a:pt x="562943" y="45125"/>
                </a:cubicBezTo>
                <a:cubicBezTo>
                  <a:pt x="568284" y="55294"/>
                  <a:pt x="558773" y="65461"/>
                  <a:pt x="553968" y="73934"/>
                </a:cubicBezTo>
                <a:lnTo>
                  <a:pt x="553968" y="73934"/>
                </a:lnTo>
                <a:cubicBezTo>
                  <a:pt x="548513" y="83657"/>
                  <a:pt x="540591" y="91595"/>
                  <a:pt x="534215" y="100782"/>
                </a:cubicBezTo>
                <a:cubicBezTo>
                  <a:pt x="572981" y="142170"/>
                  <a:pt x="614328" y="183466"/>
                  <a:pt x="660460" y="214059"/>
                </a:cubicBezTo>
                <a:cubicBezTo>
                  <a:pt x="675552" y="226637"/>
                  <a:pt x="691073" y="209331"/>
                  <a:pt x="701861" y="198450"/>
                </a:cubicBezTo>
                <a:cubicBezTo>
                  <a:pt x="725329" y="176240"/>
                  <a:pt x="746074" y="151890"/>
                  <a:pt x="763970" y="124864"/>
                </a:cubicBezTo>
                <a:cubicBezTo>
                  <a:pt x="753736" y="109255"/>
                  <a:pt x="759317" y="85084"/>
                  <a:pt x="757567" y="66798"/>
                </a:cubicBezTo>
                <a:cubicBezTo>
                  <a:pt x="757773" y="26572"/>
                  <a:pt x="776463" y="81338"/>
                  <a:pt x="780696" y="91416"/>
                </a:cubicBezTo>
                <a:lnTo>
                  <a:pt x="780696" y="91416"/>
                </a:lnTo>
                <a:cubicBezTo>
                  <a:pt x="782509" y="95965"/>
                  <a:pt x="784259" y="100871"/>
                  <a:pt x="786036" y="105777"/>
                </a:cubicBezTo>
                <a:cubicBezTo>
                  <a:pt x="786813" y="106492"/>
                  <a:pt x="787537" y="107204"/>
                  <a:pt x="788162" y="108007"/>
                </a:cubicBezTo>
                <a:cubicBezTo>
                  <a:pt x="797851" y="113536"/>
                  <a:pt x="793055" y="125668"/>
                  <a:pt x="787688" y="132536"/>
                </a:cubicBezTo>
                <a:cubicBezTo>
                  <a:pt x="764434" y="165805"/>
                  <a:pt x="714256" y="236714"/>
                  <a:pt x="672588" y="241263"/>
                </a:cubicBezTo>
                <a:close/>
              </a:path>
            </a:pathLst>
          </a:custGeom>
          <a:solidFill>
            <a:schemeClr val="bg1"/>
          </a:solidFill>
          <a:ln w="8890" cap="flat">
            <a:noFill/>
            <a:prstDash val="solid"/>
            <a:miter/>
          </a:ln>
        </p:spPr>
        <p:txBody>
          <a:bodyPr rtlCol="0" anchor="ctr"/>
          <a:lstStyle/>
          <a:p>
            <a:endParaRPr lang="en-GB" dirty="0">
              <a:solidFill>
                <a:schemeClr val="bg1"/>
              </a:solidFill>
            </a:endParaRPr>
          </a:p>
        </p:txBody>
      </p:sp>
      <p:sp>
        <p:nvSpPr>
          <p:cNvPr id="425" name="Freeform: Shape 112">
            <a:extLst>
              <a:ext uri="{FF2B5EF4-FFF2-40B4-BE49-F238E27FC236}">
                <a16:creationId xmlns:a16="http://schemas.microsoft.com/office/drawing/2014/main" id="{7E4BA8F5-C3DE-2A3B-1245-DA955A5DE938}"/>
              </a:ext>
            </a:extLst>
          </p:cNvPr>
          <p:cNvSpPr/>
          <p:nvPr/>
        </p:nvSpPr>
        <p:spPr>
          <a:xfrm>
            <a:off x="8456564" y="10378594"/>
            <a:ext cx="483710" cy="567188"/>
          </a:xfrm>
          <a:custGeom>
            <a:avLst/>
            <a:gdLst>
              <a:gd name="connsiteX0" fmla="*/ 249846 w 483710"/>
              <a:gd name="connsiteY0" fmla="*/ 2095 h 567188"/>
              <a:gd name="connsiteX1" fmla="*/ 419071 w 483710"/>
              <a:gd name="connsiteY1" fmla="*/ 58467 h 567188"/>
              <a:gd name="connsiteX2" fmla="*/ 429787 w 483710"/>
              <a:gd name="connsiteY2" fmla="*/ 99586 h 567188"/>
              <a:gd name="connsiteX3" fmla="*/ 483280 w 483710"/>
              <a:gd name="connsiteY3" fmla="*/ 447533 h 567188"/>
              <a:gd name="connsiteX4" fmla="*/ 304141 w 483710"/>
              <a:gd name="connsiteY4" fmla="*/ 569284 h 567188"/>
              <a:gd name="connsiteX5" fmla="*/ 106874 w 483710"/>
              <a:gd name="connsiteY5" fmla="*/ 494003 h 567188"/>
              <a:gd name="connsiteX6" fmla="*/ 54186 w 483710"/>
              <a:gd name="connsiteY6" fmla="*/ 405077 h 567188"/>
              <a:gd name="connsiteX7" fmla="*/ 29896 w 483710"/>
              <a:gd name="connsiteY7" fmla="*/ 408377 h 567188"/>
              <a:gd name="connsiteX8" fmla="*/ 1229 w 483710"/>
              <a:gd name="connsiteY8" fmla="*/ 353879 h 567188"/>
              <a:gd name="connsiteX9" fmla="*/ 37039 w 483710"/>
              <a:gd name="connsiteY9" fmla="*/ 292781 h 567188"/>
              <a:gd name="connsiteX10" fmla="*/ 56597 w 483710"/>
              <a:gd name="connsiteY10" fmla="*/ 69705 h 567188"/>
              <a:gd name="connsiteX11" fmla="*/ 249846 w 483710"/>
              <a:gd name="connsiteY11" fmla="*/ 2095 h 567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3710" h="567188">
                <a:moveTo>
                  <a:pt x="249846" y="2095"/>
                </a:moveTo>
                <a:cubicBezTo>
                  <a:pt x="311196" y="2095"/>
                  <a:pt x="387637" y="20916"/>
                  <a:pt x="419071" y="58467"/>
                </a:cubicBezTo>
                <a:cubicBezTo>
                  <a:pt x="426662" y="67475"/>
                  <a:pt x="428180" y="90131"/>
                  <a:pt x="429787" y="99586"/>
                </a:cubicBezTo>
                <a:cubicBezTo>
                  <a:pt x="439701" y="157116"/>
                  <a:pt x="495157" y="376803"/>
                  <a:pt x="483280" y="447533"/>
                </a:cubicBezTo>
                <a:cubicBezTo>
                  <a:pt x="471313" y="518354"/>
                  <a:pt x="407016" y="569284"/>
                  <a:pt x="304141" y="569284"/>
                </a:cubicBezTo>
                <a:cubicBezTo>
                  <a:pt x="201265" y="569284"/>
                  <a:pt x="124466" y="513270"/>
                  <a:pt x="106874" y="494003"/>
                </a:cubicBezTo>
                <a:cubicBezTo>
                  <a:pt x="89281" y="474738"/>
                  <a:pt x="54186" y="405077"/>
                  <a:pt x="54186" y="405077"/>
                </a:cubicBezTo>
                <a:cubicBezTo>
                  <a:pt x="54186" y="405077"/>
                  <a:pt x="40612" y="412926"/>
                  <a:pt x="29896" y="408377"/>
                </a:cubicBezTo>
                <a:cubicBezTo>
                  <a:pt x="14982" y="402044"/>
                  <a:pt x="1408" y="380013"/>
                  <a:pt x="1229" y="353879"/>
                </a:cubicBezTo>
                <a:cubicBezTo>
                  <a:pt x="962" y="309015"/>
                  <a:pt x="37039" y="292781"/>
                  <a:pt x="37039" y="292781"/>
                </a:cubicBezTo>
                <a:cubicBezTo>
                  <a:pt x="37039" y="292781"/>
                  <a:pt x="24181" y="115729"/>
                  <a:pt x="56597" y="69705"/>
                </a:cubicBezTo>
                <a:cubicBezTo>
                  <a:pt x="88924" y="23592"/>
                  <a:pt x="173850" y="2095"/>
                  <a:pt x="249846" y="2095"/>
                </a:cubicBezTo>
                <a:close/>
              </a:path>
            </a:pathLst>
          </a:custGeom>
          <a:solidFill>
            <a:srgbClr val="FFFFFF"/>
          </a:solidFill>
          <a:ln w="8890" cap="flat">
            <a:noFill/>
            <a:prstDash val="solid"/>
            <a:miter/>
          </a:ln>
        </p:spPr>
        <p:txBody>
          <a:bodyPr rtlCol="0" anchor="ctr"/>
          <a:lstStyle/>
          <a:p>
            <a:endParaRPr lang="en-GB" dirty="0">
              <a:solidFill>
                <a:schemeClr val="bg1"/>
              </a:solidFill>
            </a:endParaRPr>
          </a:p>
        </p:txBody>
      </p:sp>
      <p:sp>
        <p:nvSpPr>
          <p:cNvPr id="426" name="Freeform: Shape 113">
            <a:extLst>
              <a:ext uri="{FF2B5EF4-FFF2-40B4-BE49-F238E27FC236}">
                <a16:creationId xmlns:a16="http://schemas.microsoft.com/office/drawing/2014/main" id="{A98B2AE6-3D3B-1323-8564-2BCF4EEBA5A6}"/>
              </a:ext>
            </a:extLst>
          </p:cNvPr>
          <p:cNvSpPr/>
          <p:nvPr/>
        </p:nvSpPr>
        <p:spPr>
          <a:xfrm>
            <a:off x="8451502" y="10338050"/>
            <a:ext cx="501882" cy="616919"/>
          </a:xfrm>
          <a:custGeom>
            <a:avLst/>
            <a:gdLst>
              <a:gd name="connsiteX0" fmla="*/ 313578 w 501882"/>
              <a:gd name="connsiteY0" fmla="*/ 619015 h 616919"/>
              <a:gd name="connsiteX1" fmla="*/ 266516 w 501882"/>
              <a:gd name="connsiteY1" fmla="*/ 613930 h 616919"/>
              <a:gd name="connsiteX2" fmla="*/ 259194 w 501882"/>
              <a:gd name="connsiteY2" fmla="*/ 589046 h 616919"/>
              <a:gd name="connsiteX3" fmla="*/ 462087 w 501882"/>
              <a:gd name="connsiteY3" fmla="*/ 524201 h 616919"/>
              <a:gd name="connsiteX4" fmla="*/ 470035 w 501882"/>
              <a:gd name="connsiteY4" fmla="*/ 401201 h 616919"/>
              <a:gd name="connsiteX5" fmla="*/ 444226 w 501882"/>
              <a:gd name="connsiteY5" fmla="*/ 232177 h 616919"/>
              <a:gd name="connsiteX6" fmla="*/ 444226 w 501882"/>
              <a:gd name="connsiteY6" fmla="*/ 232177 h 616919"/>
              <a:gd name="connsiteX7" fmla="*/ 434046 w 501882"/>
              <a:gd name="connsiteY7" fmla="*/ 151634 h 616919"/>
              <a:gd name="connsiteX8" fmla="*/ 433421 w 501882"/>
              <a:gd name="connsiteY8" fmla="*/ 130764 h 616919"/>
              <a:gd name="connsiteX9" fmla="*/ 442262 w 501882"/>
              <a:gd name="connsiteY9" fmla="*/ 156808 h 616919"/>
              <a:gd name="connsiteX10" fmla="*/ 471820 w 501882"/>
              <a:gd name="connsiteY10" fmla="*/ 282841 h 616919"/>
              <a:gd name="connsiteX11" fmla="*/ 498968 w 501882"/>
              <a:gd name="connsiteY11" fmla="*/ 430100 h 616919"/>
              <a:gd name="connsiteX12" fmla="*/ 489235 w 501882"/>
              <a:gd name="connsiteY12" fmla="*/ 531157 h 616919"/>
              <a:gd name="connsiteX13" fmla="*/ 313578 w 501882"/>
              <a:gd name="connsiteY13" fmla="*/ 619015 h 616919"/>
              <a:gd name="connsiteX14" fmla="*/ 142655 w 501882"/>
              <a:gd name="connsiteY14" fmla="*/ 559879 h 616919"/>
              <a:gd name="connsiteX15" fmla="*/ 60409 w 501882"/>
              <a:gd name="connsiteY15" fmla="*/ 450794 h 616919"/>
              <a:gd name="connsiteX16" fmla="*/ 38529 w 501882"/>
              <a:gd name="connsiteY16" fmla="*/ 459535 h 616919"/>
              <a:gd name="connsiteX17" fmla="*/ 23438 w 501882"/>
              <a:gd name="connsiteY17" fmla="*/ 341262 h 616919"/>
              <a:gd name="connsiteX18" fmla="*/ 22366 w 501882"/>
              <a:gd name="connsiteY18" fmla="*/ 193021 h 616919"/>
              <a:gd name="connsiteX19" fmla="*/ 32726 w 501882"/>
              <a:gd name="connsiteY19" fmla="*/ 115512 h 616919"/>
              <a:gd name="connsiteX20" fmla="*/ 105863 w 501882"/>
              <a:gd name="connsiteY20" fmla="*/ 4999 h 616919"/>
              <a:gd name="connsiteX21" fmla="*/ 140154 w 501882"/>
              <a:gd name="connsiteY21" fmla="*/ 2144 h 616919"/>
              <a:gd name="connsiteX22" fmla="*/ 353229 w 501882"/>
              <a:gd name="connsiteY22" fmla="*/ 6871 h 616919"/>
              <a:gd name="connsiteX23" fmla="*/ 410560 w 501882"/>
              <a:gd name="connsiteY23" fmla="*/ 7675 h 616919"/>
              <a:gd name="connsiteX24" fmla="*/ 449495 w 501882"/>
              <a:gd name="connsiteY24" fmla="*/ 20876 h 616919"/>
              <a:gd name="connsiteX25" fmla="*/ 460033 w 501882"/>
              <a:gd name="connsiteY25" fmla="*/ 21768 h 616919"/>
              <a:gd name="connsiteX26" fmla="*/ 468160 w 501882"/>
              <a:gd name="connsiteY26" fmla="*/ 35326 h 616919"/>
              <a:gd name="connsiteX27" fmla="*/ 459319 w 501882"/>
              <a:gd name="connsiteY27" fmla="*/ 73323 h 616919"/>
              <a:gd name="connsiteX28" fmla="*/ 449852 w 501882"/>
              <a:gd name="connsiteY28" fmla="*/ 121844 h 616919"/>
              <a:gd name="connsiteX29" fmla="*/ 427348 w 501882"/>
              <a:gd name="connsiteY29" fmla="*/ 116760 h 616919"/>
              <a:gd name="connsiteX30" fmla="*/ 121312 w 501882"/>
              <a:gd name="connsiteY30" fmla="*/ 146998 h 616919"/>
              <a:gd name="connsiteX31" fmla="*/ 114525 w 501882"/>
              <a:gd name="connsiteY31" fmla="*/ 168225 h 616919"/>
              <a:gd name="connsiteX32" fmla="*/ 119079 w 501882"/>
              <a:gd name="connsiteY32" fmla="*/ 180089 h 616919"/>
              <a:gd name="connsiteX33" fmla="*/ 129170 w 501882"/>
              <a:gd name="connsiteY33" fmla="*/ 208184 h 616919"/>
              <a:gd name="connsiteX34" fmla="*/ 111310 w 501882"/>
              <a:gd name="connsiteY34" fmla="*/ 233784 h 616919"/>
              <a:gd name="connsiteX35" fmla="*/ 86574 w 501882"/>
              <a:gd name="connsiteY35" fmla="*/ 286408 h 616919"/>
              <a:gd name="connsiteX36" fmla="*/ 88271 w 501882"/>
              <a:gd name="connsiteY36" fmla="*/ 338141 h 616919"/>
              <a:gd name="connsiteX37" fmla="*/ 74162 w 501882"/>
              <a:gd name="connsiteY37" fmla="*/ 351342 h 616919"/>
              <a:gd name="connsiteX38" fmla="*/ 71661 w 501882"/>
              <a:gd name="connsiteY38" fmla="*/ 350449 h 616919"/>
              <a:gd name="connsiteX39" fmla="*/ 37905 w 501882"/>
              <a:gd name="connsiteY39" fmla="*/ 349201 h 616919"/>
              <a:gd name="connsiteX40" fmla="*/ 40227 w 501882"/>
              <a:gd name="connsiteY40" fmla="*/ 436344 h 616919"/>
              <a:gd name="connsiteX41" fmla="*/ 62105 w 501882"/>
              <a:gd name="connsiteY41" fmla="*/ 446601 h 616919"/>
              <a:gd name="connsiteX42" fmla="*/ 149978 w 501882"/>
              <a:gd name="connsiteY42" fmla="*/ 540434 h 616919"/>
              <a:gd name="connsiteX43" fmla="*/ 142655 w 501882"/>
              <a:gd name="connsiteY43" fmla="*/ 559879 h 616919"/>
              <a:gd name="connsiteX44" fmla="*/ 68713 w 501882"/>
              <a:gd name="connsiteY44" fmla="*/ 414491 h 616919"/>
              <a:gd name="connsiteX45" fmla="*/ 59158 w 501882"/>
              <a:gd name="connsiteY45" fmla="*/ 406731 h 616919"/>
              <a:gd name="connsiteX46" fmla="*/ 34690 w 501882"/>
              <a:gd name="connsiteY46" fmla="*/ 384879 h 616919"/>
              <a:gd name="connsiteX47" fmla="*/ 34154 w 501882"/>
              <a:gd name="connsiteY47" fmla="*/ 382828 h 616919"/>
              <a:gd name="connsiteX48" fmla="*/ 66035 w 501882"/>
              <a:gd name="connsiteY48" fmla="*/ 384522 h 616919"/>
              <a:gd name="connsiteX49" fmla="*/ 68713 w 501882"/>
              <a:gd name="connsiteY49" fmla="*/ 414491 h 616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01882" h="616919">
                <a:moveTo>
                  <a:pt x="313578" y="619015"/>
                </a:moveTo>
                <a:cubicBezTo>
                  <a:pt x="297772" y="619015"/>
                  <a:pt x="282055" y="617230"/>
                  <a:pt x="266516" y="613930"/>
                </a:cubicBezTo>
                <a:cubicBezTo>
                  <a:pt x="246067" y="612236"/>
                  <a:pt x="225527" y="587886"/>
                  <a:pt x="259194" y="589046"/>
                </a:cubicBezTo>
                <a:cubicBezTo>
                  <a:pt x="330725" y="605278"/>
                  <a:pt x="410381" y="593237"/>
                  <a:pt x="462087" y="524201"/>
                </a:cubicBezTo>
                <a:cubicBezTo>
                  <a:pt x="486376" y="487274"/>
                  <a:pt x="476464" y="442856"/>
                  <a:pt x="470035" y="401201"/>
                </a:cubicBezTo>
                <a:cubicBezTo>
                  <a:pt x="459407" y="333681"/>
                  <a:pt x="453067" y="290153"/>
                  <a:pt x="444226" y="232177"/>
                </a:cubicBezTo>
                <a:lnTo>
                  <a:pt x="444226" y="232177"/>
                </a:lnTo>
                <a:cubicBezTo>
                  <a:pt x="440208" y="204796"/>
                  <a:pt x="435921" y="180089"/>
                  <a:pt x="434046" y="151634"/>
                </a:cubicBezTo>
                <a:cubicBezTo>
                  <a:pt x="433600" y="144855"/>
                  <a:pt x="431724" y="130942"/>
                  <a:pt x="433421" y="130764"/>
                </a:cubicBezTo>
                <a:cubicBezTo>
                  <a:pt x="435028" y="130675"/>
                  <a:pt x="439493" y="148246"/>
                  <a:pt x="442262" y="156808"/>
                </a:cubicBezTo>
                <a:cubicBezTo>
                  <a:pt x="455300" y="197749"/>
                  <a:pt x="461640" y="236014"/>
                  <a:pt x="471820" y="282841"/>
                </a:cubicBezTo>
                <a:cubicBezTo>
                  <a:pt x="481108" y="331452"/>
                  <a:pt x="490842" y="380687"/>
                  <a:pt x="498968" y="430100"/>
                </a:cubicBezTo>
                <a:cubicBezTo>
                  <a:pt x="504684" y="463727"/>
                  <a:pt x="506916" y="500653"/>
                  <a:pt x="489235" y="531157"/>
                </a:cubicBezTo>
                <a:cubicBezTo>
                  <a:pt x="453871" y="590650"/>
                  <a:pt x="380376" y="618122"/>
                  <a:pt x="313578" y="619015"/>
                </a:cubicBezTo>
                <a:close/>
                <a:moveTo>
                  <a:pt x="142655" y="559879"/>
                </a:moveTo>
                <a:cubicBezTo>
                  <a:pt x="99880" y="546500"/>
                  <a:pt x="68267" y="493250"/>
                  <a:pt x="60409" y="450794"/>
                </a:cubicBezTo>
                <a:cubicBezTo>
                  <a:pt x="57015" y="459356"/>
                  <a:pt x="46745" y="461229"/>
                  <a:pt x="38529" y="459535"/>
                </a:cubicBezTo>
                <a:cubicBezTo>
                  <a:pt x="-6746" y="451864"/>
                  <a:pt x="-9603" y="362848"/>
                  <a:pt x="23438" y="341262"/>
                </a:cubicBezTo>
                <a:cubicBezTo>
                  <a:pt x="3434" y="294256"/>
                  <a:pt x="16561" y="241721"/>
                  <a:pt x="22366" y="193021"/>
                </a:cubicBezTo>
                <a:cubicBezTo>
                  <a:pt x="22366" y="193021"/>
                  <a:pt x="32726" y="115512"/>
                  <a:pt x="32726" y="115512"/>
                </a:cubicBezTo>
                <a:cubicBezTo>
                  <a:pt x="36922" y="70557"/>
                  <a:pt x="54246" y="13740"/>
                  <a:pt x="105863" y="4999"/>
                </a:cubicBezTo>
                <a:cubicBezTo>
                  <a:pt x="117115" y="2679"/>
                  <a:pt x="128635" y="1878"/>
                  <a:pt x="140154" y="2144"/>
                </a:cubicBezTo>
                <a:cubicBezTo>
                  <a:pt x="171499" y="2769"/>
                  <a:pt x="302952" y="5802"/>
                  <a:pt x="353229" y="6871"/>
                </a:cubicBezTo>
                <a:cubicBezTo>
                  <a:pt x="367873" y="7228"/>
                  <a:pt x="395647" y="7407"/>
                  <a:pt x="410560" y="7675"/>
                </a:cubicBezTo>
                <a:cubicBezTo>
                  <a:pt x="422704" y="9280"/>
                  <a:pt x="449228" y="2858"/>
                  <a:pt x="449495" y="20876"/>
                </a:cubicBezTo>
                <a:lnTo>
                  <a:pt x="460033" y="21768"/>
                </a:lnTo>
                <a:cubicBezTo>
                  <a:pt x="466731" y="21947"/>
                  <a:pt x="471196" y="29438"/>
                  <a:pt x="468160" y="35326"/>
                </a:cubicBezTo>
                <a:cubicBezTo>
                  <a:pt x="464587" y="42817"/>
                  <a:pt x="461729" y="59587"/>
                  <a:pt x="459319" y="73323"/>
                </a:cubicBezTo>
                <a:cubicBezTo>
                  <a:pt x="455210" y="90091"/>
                  <a:pt x="454854" y="108108"/>
                  <a:pt x="449852" y="121844"/>
                </a:cubicBezTo>
                <a:cubicBezTo>
                  <a:pt x="444226" y="131833"/>
                  <a:pt x="425831" y="129960"/>
                  <a:pt x="427348" y="116760"/>
                </a:cubicBezTo>
                <a:cubicBezTo>
                  <a:pt x="324562" y="113371"/>
                  <a:pt x="218830" y="115512"/>
                  <a:pt x="121312" y="146998"/>
                </a:cubicBezTo>
                <a:cubicBezTo>
                  <a:pt x="113543" y="151723"/>
                  <a:pt x="113722" y="160464"/>
                  <a:pt x="114525" y="168225"/>
                </a:cubicBezTo>
                <a:cubicBezTo>
                  <a:pt x="115151" y="175808"/>
                  <a:pt x="118008" y="174379"/>
                  <a:pt x="119079" y="180089"/>
                </a:cubicBezTo>
                <a:cubicBezTo>
                  <a:pt x="121580" y="189720"/>
                  <a:pt x="124705" y="199265"/>
                  <a:pt x="129170" y="208184"/>
                </a:cubicBezTo>
                <a:cubicBezTo>
                  <a:pt x="138369" y="221028"/>
                  <a:pt x="123813" y="233070"/>
                  <a:pt x="111310" y="233784"/>
                </a:cubicBezTo>
                <a:cubicBezTo>
                  <a:pt x="86128" y="235746"/>
                  <a:pt x="87913" y="267143"/>
                  <a:pt x="86574" y="286408"/>
                </a:cubicBezTo>
                <a:cubicBezTo>
                  <a:pt x="85413" y="303711"/>
                  <a:pt x="86752" y="321014"/>
                  <a:pt x="88271" y="338141"/>
                </a:cubicBezTo>
                <a:cubicBezTo>
                  <a:pt x="89432" y="348398"/>
                  <a:pt x="81573" y="358389"/>
                  <a:pt x="74162" y="351342"/>
                </a:cubicBezTo>
                <a:cubicBezTo>
                  <a:pt x="73178" y="350449"/>
                  <a:pt x="72643" y="351610"/>
                  <a:pt x="71661" y="350449"/>
                </a:cubicBezTo>
                <a:cubicBezTo>
                  <a:pt x="63087" y="340550"/>
                  <a:pt x="47906" y="341887"/>
                  <a:pt x="37905" y="349201"/>
                </a:cubicBezTo>
                <a:cubicBezTo>
                  <a:pt x="14955" y="363560"/>
                  <a:pt x="17812" y="425819"/>
                  <a:pt x="40227" y="436344"/>
                </a:cubicBezTo>
                <a:cubicBezTo>
                  <a:pt x="46567" y="438930"/>
                  <a:pt x="65053" y="435452"/>
                  <a:pt x="62105" y="446601"/>
                </a:cubicBezTo>
                <a:cubicBezTo>
                  <a:pt x="79788" y="479246"/>
                  <a:pt x="111489" y="524557"/>
                  <a:pt x="149978" y="540434"/>
                </a:cubicBezTo>
                <a:cubicBezTo>
                  <a:pt x="162391" y="544091"/>
                  <a:pt x="153550" y="561305"/>
                  <a:pt x="142655" y="559879"/>
                </a:cubicBezTo>
                <a:close/>
                <a:moveTo>
                  <a:pt x="68713" y="414491"/>
                </a:moveTo>
                <a:cubicBezTo>
                  <a:pt x="64160" y="414670"/>
                  <a:pt x="60051" y="411191"/>
                  <a:pt x="59158" y="406731"/>
                </a:cubicBezTo>
                <a:cubicBezTo>
                  <a:pt x="56568" y="395939"/>
                  <a:pt x="45853" y="386305"/>
                  <a:pt x="34690" y="384879"/>
                </a:cubicBezTo>
                <a:cubicBezTo>
                  <a:pt x="33797" y="384790"/>
                  <a:pt x="33171" y="383274"/>
                  <a:pt x="34154" y="382828"/>
                </a:cubicBezTo>
                <a:cubicBezTo>
                  <a:pt x="44334" y="377832"/>
                  <a:pt x="56390" y="378457"/>
                  <a:pt x="66035" y="384522"/>
                </a:cubicBezTo>
                <a:cubicBezTo>
                  <a:pt x="78448" y="391569"/>
                  <a:pt x="89878" y="411993"/>
                  <a:pt x="68713" y="414491"/>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stretch>
              <a:fillRect l="-212069" r="-6185"/>
            </a:stretch>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27" name="Freeform: Shape 114">
            <a:extLst>
              <a:ext uri="{FF2B5EF4-FFF2-40B4-BE49-F238E27FC236}">
                <a16:creationId xmlns:a16="http://schemas.microsoft.com/office/drawing/2014/main" id="{2077C93F-F8E9-5CA9-A5FA-B3C28D880495}"/>
              </a:ext>
            </a:extLst>
          </p:cNvPr>
          <p:cNvSpPr/>
          <p:nvPr/>
        </p:nvSpPr>
        <p:spPr>
          <a:xfrm>
            <a:off x="8737232" y="10807620"/>
            <a:ext cx="95290" cy="46830"/>
          </a:xfrm>
          <a:custGeom>
            <a:avLst/>
            <a:gdLst>
              <a:gd name="connsiteX0" fmla="*/ 49861 w 95290"/>
              <a:gd name="connsiteY0" fmla="*/ 48066 h 46830"/>
              <a:gd name="connsiteX1" fmla="*/ 9881 w 95290"/>
              <a:gd name="connsiteY1" fmla="*/ 29602 h 46830"/>
              <a:gd name="connsiteX2" fmla="*/ 4559 w 95290"/>
              <a:gd name="connsiteY2" fmla="*/ 1239 h 46830"/>
              <a:gd name="connsiteX3" fmla="*/ 8104 w 95290"/>
              <a:gd name="connsiteY3" fmla="*/ 3380 h 46830"/>
              <a:gd name="connsiteX4" fmla="*/ 77080 w 95290"/>
              <a:gd name="connsiteY4" fmla="*/ 14350 h 46830"/>
              <a:gd name="connsiteX5" fmla="*/ 84171 w 95290"/>
              <a:gd name="connsiteY5" fmla="*/ 10872 h 46830"/>
              <a:gd name="connsiteX6" fmla="*/ 84234 w 95290"/>
              <a:gd name="connsiteY6" fmla="*/ 10872 h 46830"/>
              <a:gd name="connsiteX7" fmla="*/ 91771 w 95290"/>
              <a:gd name="connsiteY7" fmla="*/ 14261 h 46830"/>
              <a:gd name="connsiteX8" fmla="*/ 95289 w 95290"/>
              <a:gd name="connsiteY8" fmla="*/ 21842 h 46830"/>
              <a:gd name="connsiteX9" fmla="*/ 92369 w 95290"/>
              <a:gd name="connsiteY9" fmla="*/ 29425 h 46830"/>
              <a:gd name="connsiteX10" fmla="*/ 49861 w 95290"/>
              <a:gd name="connsiteY10" fmla="*/ 48066 h 46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90" h="46830">
                <a:moveTo>
                  <a:pt x="49861" y="48066"/>
                </a:moveTo>
                <a:cubicBezTo>
                  <a:pt x="34609" y="48245"/>
                  <a:pt x="19811" y="41109"/>
                  <a:pt x="9881" y="29602"/>
                </a:cubicBezTo>
                <a:cubicBezTo>
                  <a:pt x="4425" y="24072"/>
                  <a:pt x="-6023" y="2844"/>
                  <a:pt x="4559" y="1239"/>
                </a:cubicBezTo>
                <a:cubicBezTo>
                  <a:pt x="6032" y="1239"/>
                  <a:pt x="7488" y="2041"/>
                  <a:pt x="8104" y="3380"/>
                </a:cubicBezTo>
                <a:cubicBezTo>
                  <a:pt x="24464" y="28978"/>
                  <a:pt x="55559" y="39325"/>
                  <a:pt x="77080" y="14350"/>
                </a:cubicBezTo>
                <a:cubicBezTo>
                  <a:pt x="78804" y="12210"/>
                  <a:pt x="81403" y="10961"/>
                  <a:pt x="84171" y="10872"/>
                </a:cubicBezTo>
                <a:lnTo>
                  <a:pt x="84234" y="10872"/>
                </a:lnTo>
                <a:cubicBezTo>
                  <a:pt x="87082" y="10961"/>
                  <a:pt x="89797" y="12120"/>
                  <a:pt x="91771" y="14261"/>
                </a:cubicBezTo>
                <a:cubicBezTo>
                  <a:pt x="93851" y="16223"/>
                  <a:pt x="95110" y="18989"/>
                  <a:pt x="95289" y="21842"/>
                </a:cubicBezTo>
                <a:cubicBezTo>
                  <a:pt x="95387" y="24697"/>
                  <a:pt x="94334" y="27372"/>
                  <a:pt x="92369" y="29425"/>
                </a:cubicBezTo>
                <a:cubicBezTo>
                  <a:pt x="81537" y="41019"/>
                  <a:pt x="65811" y="48066"/>
                  <a:pt x="49861" y="48066"/>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428" name="Freeform: Shape 115">
            <a:extLst>
              <a:ext uri="{FF2B5EF4-FFF2-40B4-BE49-F238E27FC236}">
                <a16:creationId xmlns:a16="http://schemas.microsoft.com/office/drawing/2014/main" id="{C3F510FF-2B41-17E4-07A7-69416A71B034}"/>
              </a:ext>
            </a:extLst>
          </p:cNvPr>
          <p:cNvSpPr/>
          <p:nvPr/>
        </p:nvSpPr>
        <p:spPr>
          <a:xfrm>
            <a:off x="8763905" y="10716727"/>
            <a:ext cx="70846" cy="63352"/>
          </a:xfrm>
          <a:custGeom>
            <a:avLst/>
            <a:gdLst>
              <a:gd name="connsiteX0" fmla="*/ 39147 w 70846"/>
              <a:gd name="connsiteY0" fmla="*/ 64572 h 63352"/>
              <a:gd name="connsiteX1" fmla="*/ 3810 w 70846"/>
              <a:gd name="connsiteY1" fmla="*/ 36118 h 63352"/>
              <a:gd name="connsiteX2" fmla="*/ 8954 w 70846"/>
              <a:gd name="connsiteY2" fmla="*/ 34067 h 63352"/>
              <a:gd name="connsiteX3" fmla="*/ 12937 w 70846"/>
              <a:gd name="connsiteY3" fmla="*/ 35316 h 63352"/>
              <a:gd name="connsiteX4" fmla="*/ 53274 w 70846"/>
              <a:gd name="connsiteY4" fmla="*/ 44235 h 63352"/>
              <a:gd name="connsiteX5" fmla="*/ 38629 w 70846"/>
              <a:gd name="connsiteY5" fmla="*/ 8558 h 63352"/>
              <a:gd name="connsiteX6" fmla="*/ 37718 w 70846"/>
              <a:gd name="connsiteY6" fmla="*/ 4632 h 63352"/>
              <a:gd name="connsiteX7" fmla="*/ 42594 w 70846"/>
              <a:gd name="connsiteY7" fmla="*/ 1243 h 63352"/>
              <a:gd name="connsiteX8" fmla="*/ 70634 w 70846"/>
              <a:gd name="connsiteY8" fmla="*/ 34869 h 63352"/>
              <a:gd name="connsiteX9" fmla="*/ 39147 w 70846"/>
              <a:gd name="connsiteY9" fmla="*/ 64572 h 6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846" h="63352">
                <a:moveTo>
                  <a:pt x="39147" y="64572"/>
                </a:moveTo>
                <a:cubicBezTo>
                  <a:pt x="27939" y="64928"/>
                  <a:pt x="-12443" y="51193"/>
                  <a:pt x="3810" y="36118"/>
                </a:cubicBezTo>
                <a:cubicBezTo>
                  <a:pt x="5230" y="34780"/>
                  <a:pt x="7061" y="34156"/>
                  <a:pt x="8954" y="34067"/>
                </a:cubicBezTo>
                <a:cubicBezTo>
                  <a:pt x="10374" y="34067"/>
                  <a:pt x="11758" y="34513"/>
                  <a:pt x="12937" y="35316"/>
                </a:cubicBezTo>
                <a:cubicBezTo>
                  <a:pt x="22849" y="43254"/>
                  <a:pt x="41353" y="57168"/>
                  <a:pt x="53274" y="44235"/>
                </a:cubicBezTo>
                <a:cubicBezTo>
                  <a:pt x="64901" y="30142"/>
                  <a:pt x="46746" y="12571"/>
                  <a:pt x="38629" y="8558"/>
                </a:cubicBezTo>
                <a:cubicBezTo>
                  <a:pt x="37513" y="7577"/>
                  <a:pt x="37146" y="6060"/>
                  <a:pt x="37718" y="4632"/>
                </a:cubicBezTo>
                <a:cubicBezTo>
                  <a:pt x="38397" y="2581"/>
                  <a:pt x="40379" y="1154"/>
                  <a:pt x="42594" y="1243"/>
                </a:cubicBezTo>
                <a:cubicBezTo>
                  <a:pt x="59320" y="2492"/>
                  <a:pt x="72733" y="18101"/>
                  <a:pt x="70634" y="34869"/>
                </a:cubicBezTo>
                <a:cubicBezTo>
                  <a:pt x="69688" y="51014"/>
                  <a:pt x="55632" y="65196"/>
                  <a:pt x="39147" y="64572"/>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429" name="Freeform: Shape 116">
            <a:extLst>
              <a:ext uri="{FF2B5EF4-FFF2-40B4-BE49-F238E27FC236}">
                <a16:creationId xmlns:a16="http://schemas.microsoft.com/office/drawing/2014/main" id="{D09BD210-6E93-962E-63A0-97D9C0F45C9A}"/>
              </a:ext>
            </a:extLst>
          </p:cNvPr>
          <p:cNvSpPr/>
          <p:nvPr/>
        </p:nvSpPr>
        <p:spPr>
          <a:xfrm>
            <a:off x="8668821" y="10677697"/>
            <a:ext cx="69559" cy="50897"/>
          </a:xfrm>
          <a:custGeom>
            <a:avLst/>
            <a:gdLst>
              <a:gd name="connsiteX0" fmla="*/ 6003 w 69559"/>
              <a:gd name="connsiteY0" fmla="*/ 52136 h 50897"/>
              <a:gd name="connsiteX1" fmla="*/ 4145 w 69559"/>
              <a:gd name="connsiteY1" fmla="*/ 51869 h 50897"/>
              <a:gd name="connsiteX2" fmla="*/ 1600 w 69559"/>
              <a:gd name="connsiteY2" fmla="*/ 49728 h 50897"/>
              <a:gd name="connsiteX3" fmla="*/ 3163 w 69559"/>
              <a:gd name="connsiteY3" fmla="*/ 26270 h 50897"/>
              <a:gd name="connsiteX4" fmla="*/ 64745 w 69559"/>
              <a:gd name="connsiteY4" fmla="*/ 22078 h 50897"/>
              <a:gd name="connsiteX5" fmla="*/ 67710 w 69559"/>
              <a:gd name="connsiteY5" fmla="*/ 26270 h 50897"/>
              <a:gd name="connsiteX6" fmla="*/ 69148 w 69559"/>
              <a:gd name="connsiteY6" fmla="*/ 34208 h 50897"/>
              <a:gd name="connsiteX7" fmla="*/ 63307 w 69559"/>
              <a:gd name="connsiteY7" fmla="*/ 40273 h 50897"/>
              <a:gd name="connsiteX8" fmla="*/ 49635 w 69559"/>
              <a:gd name="connsiteY8" fmla="*/ 34564 h 50897"/>
              <a:gd name="connsiteX9" fmla="*/ 39080 w 69559"/>
              <a:gd name="connsiteY9" fmla="*/ 20561 h 50897"/>
              <a:gd name="connsiteX10" fmla="*/ 27765 w 69559"/>
              <a:gd name="connsiteY10" fmla="*/ 19669 h 50897"/>
              <a:gd name="connsiteX11" fmla="*/ 14602 w 69559"/>
              <a:gd name="connsiteY11" fmla="*/ 32781 h 50897"/>
              <a:gd name="connsiteX12" fmla="*/ 10280 w 69559"/>
              <a:gd name="connsiteY12" fmla="*/ 48122 h 50897"/>
              <a:gd name="connsiteX13" fmla="*/ 6708 w 69559"/>
              <a:gd name="connsiteY13" fmla="*/ 52136 h 50897"/>
              <a:gd name="connsiteX14" fmla="*/ 6003 w 69559"/>
              <a:gd name="connsiteY14" fmla="*/ 52136 h 5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559" h="50897">
                <a:moveTo>
                  <a:pt x="6003" y="52136"/>
                </a:moveTo>
                <a:cubicBezTo>
                  <a:pt x="5378" y="52136"/>
                  <a:pt x="4743" y="52047"/>
                  <a:pt x="4145" y="51869"/>
                </a:cubicBezTo>
                <a:cubicBezTo>
                  <a:pt x="3002" y="51601"/>
                  <a:pt x="2056" y="50798"/>
                  <a:pt x="1600" y="49728"/>
                </a:cubicBezTo>
                <a:cubicBezTo>
                  <a:pt x="-1642" y="41076"/>
                  <a:pt x="662" y="32246"/>
                  <a:pt x="3163" y="26270"/>
                </a:cubicBezTo>
                <a:cubicBezTo>
                  <a:pt x="16558" y="-6554"/>
                  <a:pt x="48939" y="-6197"/>
                  <a:pt x="64745" y="22078"/>
                </a:cubicBezTo>
                <a:cubicBezTo>
                  <a:pt x="65710" y="23415"/>
                  <a:pt x="66701" y="24842"/>
                  <a:pt x="67710" y="26270"/>
                </a:cubicBezTo>
                <a:cubicBezTo>
                  <a:pt x="69487" y="28500"/>
                  <a:pt x="70032" y="31532"/>
                  <a:pt x="69148" y="34208"/>
                </a:cubicBezTo>
                <a:cubicBezTo>
                  <a:pt x="68148" y="36973"/>
                  <a:pt x="66022" y="39113"/>
                  <a:pt x="63307" y="40273"/>
                </a:cubicBezTo>
                <a:cubicBezTo>
                  <a:pt x="58110" y="42681"/>
                  <a:pt x="51511" y="40006"/>
                  <a:pt x="49635" y="34564"/>
                </a:cubicBezTo>
                <a:cubicBezTo>
                  <a:pt x="47019" y="28232"/>
                  <a:pt x="43179" y="23148"/>
                  <a:pt x="39080" y="20561"/>
                </a:cubicBezTo>
                <a:cubicBezTo>
                  <a:pt x="35740" y="18242"/>
                  <a:pt x="31418" y="17885"/>
                  <a:pt x="27765" y="19669"/>
                </a:cubicBezTo>
                <a:cubicBezTo>
                  <a:pt x="24327" y="21274"/>
                  <a:pt x="18541" y="26359"/>
                  <a:pt x="14602" y="32781"/>
                </a:cubicBezTo>
                <a:cubicBezTo>
                  <a:pt x="11575" y="37330"/>
                  <a:pt x="10066" y="42681"/>
                  <a:pt x="10280" y="48122"/>
                </a:cubicBezTo>
                <a:cubicBezTo>
                  <a:pt x="10530" y="50173"/>
                  <a:pt x="8708" y="51958"/>
                  <a:pt x="6708" y="52136"/>
                </a:cubicBezTo>
                <a:cubicBezTo>
                  <a:pt x="6485" y="52136"/>
                  <a:pt x="6244" y="52136"/>
                  <a:pt x="6003" y="52136"/>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430" name="Freeform: Shape 117">
            <a:extLst>
              <a:ext uri="{FF2B5EF4-FFF2-40B4-BE49-F238E27FC236}">
                <a16:creationId xmlns:a16="http://schemas.microsoft.com/office/drawing/2014/main" id="{C4E2F060-24E2-B4BA-D63B-8C33345E144B}"/>
              </a:ext>
            </a:extLst>
          </p:cNvPr>
          <p:cNvSpPr/>
          <p:nvPr/>
        </p:nvSpPr>
        <p:spPr>
          <a:xfrm>
            <a:off x="8823628" y="10675916"/>
            <a:ext cx="53600" cy="33768"/>
          </a:xfrm>
          <a:custGeom>
            <a:avLst/>
            <a:gdLst>
              <a:gd name="connsiteX0" fmla="*/ 45373 w 53600"/>
              <a:gd name="connsiteY0" fmla="*/ 35008 h 33768"/>
              <a:gd name="connsiteX1" fmla="*/ 37095 w 53600"/>
              <a:gd name="connsiteY1" fmla="*/ 28585 h 33768"/>
              <a:gd name="connsiteX2" fmla="*/ 22932 w 53600"/>
              <a:gd name="connsiteY2" fmla="*/ 17258 h 33768"/>
              <a:gd name="connsiteX3" fmla="*/ 11599 w 53600"/>
              <a:gd name="connsiteY3" fmla="*/ 25731 h 33768"/>
              <a:gd name="connsiteX4" fmla="*/ 11537 w 53600"/>
              <a:gd name="connsiteY4" fmla="*/ 25820 h 33768"/>
              <a:gd name="connsiteX5" fmla="*/ 7652 w 53600"/>
              <a:gd name="connsiteY5" fmla="*/ 30904 h 33768"/>
              <a:gd name="connsiteX6" fmla="*/ 4170 w 53600"/>
              <a:gd name="connsiteY6" fmla="*/ 31707 h 33768"/>
              <a:gd name="connsiteX7" fmla="*/ 17 w 53600"/>
              <a:gd name="connsiteY7" fmla="*/ 22699 h 33768"/>
              <a:gd name="connsiteX8" fmla="*/ 3053 w 53600"/>
              <a:gd name="connsiteY8" fmla="*/ 14314 h 33768"/>
              <a:gd name="connsiteX9" fmla="*/ 41435 w 53600"/>
              <a:gd name="connsiteY9" fmla="*/ 6198 h 33768"/>
              <a:gd name="connsiteX10" fmla="*/ 49392 w 53600"/>
              <a:gd name="connsiteY10" fmla="*/ 33937 h 33768"/>
              <a:gd name="connsiteX11" fmla="*/ 45373 w 53600"/>
              <a:gd name="connsiteY11" fmla="*/ 35008 h 3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00" h="33768">
                <a:moveTo>
                  <a:pt x="45373" y="35008"/>
                </a:moveTo>
                <a:cubicBezTo>
                  <a:pt x="41632" y="35008"/>
                  <a:pt x="37872" y="32331"/>
                  <a:pt x="37095" y="28585"/>
                </a:cubicBezTo>
                <a:cubicBezTo>
                  <a:pt x="35907" y="22163"/>
                  <a:pt x="29906" y="15920"/>
                  <a:pt x="22932" y="17258"/>
                </a:cubicBezTo>
                <a:cubicBezTo>
                  <a:pt x="18109" y="18239"/>
                  <a:pt x="13948" y="21450"/>
                  <a:pt x="11599" y="25731"/>
                </a:cubicBezTo>
                <a:lnTo>
                  <a:pt x="11537" y="25820"/>
                </a:lnTo>
                <a:cubicBezTo>
                  <a:pt x="10510" y="27693"/>
                  <a:pt x="9206" y="29478"/>
                  <a:pt x="7652" y="30904"/>
                </a:cubicBezTo>
                <a:cubicBezTo>
                  <a:pt x="6706" y="31707"/>
                  <a:pt x="5357" y="32063"/>
                  <a:pt x="4170" y="31707"/>
                </a:cubicBezTo>
                <a:cubicBezTo>
                  <a:pt x="347" y="27872"/>
                  <a:pt x="-81" y="25107"/>
                  <a:pt x="17" y="22699"/>
                </a:cubicBezTo>
                <a:cubicBezTo>
                  <a:pt x="249" y="19665"/>
                  <a:pt x="1294" y="16722"/>
                  <a:pt x="3053" y="14314"/>
                </a:cubicBezTo>
                <a:cubicBezTo>
                  <a:pt x="12635" y="935"/>
                  <a:pt x="28674" y="-2900"/>
                  <a:pt x="41435" y="6198"/>
                </a:cubicBezTo>
                <a:cubicBezTo>
                  <a:pt x="49044" y="11549"/>
                  <a:pt x="59581" y="26623"/>
                  <a:pt x="49392" y="33937"/>
                </a:cubicBezTo>
                <a:cubicBezTo>
                  <a:pt x="48168" y="34561"/>
                  <a:pt x="46793" y="35008"/>
                  <a:pt x="45373" y="35008"/>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431" name="Freeform: Shape 118">
            <a:extLst>
              <a:ext uri="{FF2B5EF4-FFF2-40B4-BE49-F238E27FC236}">
                <a16:creationId xmlns:a16="http://schemas.microsoft.com/office/drawing/2014/main" id="{69781A21-5E9C-847D-8442-B8630C877ADD}"/>
              </a:ext>
            </a:extLst>
          </p:cNvPr>
          <p:cNvSpPr/>
          <p:nvPr/>
        </p:nvSpPr>
        <p:spPr>
          <a:xfrm>
            <a:off x="8646051" y="10608528"/>
            <a:ext cx="81617" cy="65479"/>
          </a:xfrm>
          <a:custGeom>
            <a:avLst/>
            <a:gdLst>
              <a:gd name="connsiteX0" fmla="*/ 4608 w 81617"/>
              <a:gd name="connsiteY0" fmla="*/ 66718 h 65479"/>
              <a:gd name="connsiteX1" fmla="*/ 4322 w 81617"/>
              <a:gd name="connsiteY1" fmla="*/ 66718 h 65479"/>
              <a:gd name="connsiteX2" fmla="*/ 2911 w 81617"/>
              <a:gd name="connsiteY2" fmla="*/ 66004 h 65479"/>
              <a:gd name="connsiteX3" fmla="*/ 9 w 81617"/>
              <a:gd name="connsiteY3" fmla="*/ 57620 h 65479"/>
              <a:gd name="connsiteX4" fmla="*/ 45856 w 81617"/>
              <a:gd name="connsiteY4" fmla="*/ 5263 h 65479"/>
              <a:gd name="connsiteX5" fmla="*/ 78255 w 81617"/>
              <a:gd name="connsiteY5" fmla="*/ 6244 h 65479"/>
              <a:gd name="connsiteX6" fmla="*/ 81621 w 81617"/>
              <a:gd name="connsiteY6" fmla="*/ 14539 h 65479"/>
              <a:gd name="connsiteX7" fmla="*/ 78228 w 81617"/>
              <a:gd name="connsiteY7" fmla="*/ 22923 h 65479"/>
              <a:gd name="connsiteX8" fmla="*/ 55510 w 81617"/>
              <a:gd name="connsiteY8" fmla="*/ 29702 h 65479"/>
              <a:gd name="connsiteX9" fmla="*/ 10287 w 81617"/>
              <a:gd name="connsiteY9" fmla="*/ 59493 h 65479"/>
              <a:gd name="connsiteX10" fmla="*/ 7430 w 81617"/>
              <a:gd name="connsiteY10" fmla="*/ 64667 h 65479"/>
              <a:gd name="connsiteX11" fmla="*/ 5947 w 81617"/>
              <a:gd name="connsiteY11" fmla="*/ 66450 h 65479"/>
              <a:gd name="connsiteX12" fmla="*/ 4608 w 81617"/>
              <a:gd name="connsiteY12" fmla="*/ 66718 h 65479"/>
              <a:gd name="connsiteX13" fmla="*/ 4608 w 81617"/>
              <a:gd name="connsiteY13" fmla="*/ 66718 h 6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617" h="65479">
                <a:moveTo>
                  <a:pt x="4608" y="66718"/>
                </a:moveTo>
                <a:cubicBezTo>
                  <a:pt x="4509" y="66718"/>
                  <a:pt x="4411" y="66718"/>
                  <a:pt x="4322" y="66718"/>
                </a:cubicBezTo>
                <a:cubicBezTo>
                  <a:pt x="3795" y="66629"/>
                  <a:pt x="3304" y="66361"/>
                  <a:pt x="2911" y="66004"/>
                </a:cubicBezTo>
                <a:cubicBezTo>
                  <a:pt x="911" y="64310"/>
                  <a:pt x="-63" y="61455"/>
                  <a:pt x="9" y="57620"/>
                </a:cubicBezTo>
                <a:cubicBezTo>
                  <a:pt x="2205" y="34251"/>
                  <a:pt x="23513" y="13380"/>
                  <a:pt x="45856" y="5263"/>
                </a:cubicBezTo>
                <a:cubicBezTo>
                  <a:pt x="54536" y="1784"/>
                  <a:pt x="69967" y="-2141"/>
                  <a:pt x="78255" y="6244"/>
                </a:cubicBezTo>
                <a:cubicBezTo>
                  <a:pt x="80460" y="8474"/>
                  <a:pt x="81675" y="11417"/>
                  <a:pt x="81621" y="14539"/>
                </a:cubicBezTo>
                <a:cubicBezTo>
                  <a:pt x="81666" y="17661"/>
                  <a:pt x="80442" y="20694"/>
                  <a:pt x="78228" y="22923"/>
                </a:cubicBezTo>
                <a:cubicBezTo>
                  <a:pt x="72254" y="28989"/>
                  <a:pt x="63198" y="27918"/>
                  <a:pt x="55510" y="29702"/>
                </a:cubicBezTo>
                <a:cubicBezTo>
                  <a:pt x="37194" y="33449"/>
                  <a:pt x="21396" y="44509"/>
                  <a:pt x="10287" y="59493"/>
                </a:cubicBezTo>
                <a:cubicBezTo>
                  <a:pt x="9278" y="61099"/>
                  <a:pt x="8457" y="63240"/>
                  <a:pt x="7430" y="64667"/>
                </a:cubicBezTo>
                <a:cubicBezTo>
                  <a:pt x="6662" y="65915"/>
                  <a:pt x="6260" y="66272"/>
                  <a:pt x="5947" y="66450"/>
                </a:cubicBezTo>
                <a:cubicBezTo>
                  <a:pt x="5536" y="66629"/>
                  <a:pt x="5072" y="66718"/>
                  <a:pt x="4608" y="66718"/>
                </a:cubicBezTo>
                <a:lnTo>
                  <a:pt x="4608" y="66718"/>
                </a:ln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432" name="Freeform: Shape 119">
            <a:extLst>
              <a:ext uri="{FF2B5EF4-FFF2-40B4-BE49-F238E27FC236}">
                <a16:creationId xmlns:a16="http://schemas.microsoft.com/office/drawing/2014/main" id="{F06D1661-FFAA-CD0D-409D-4A716424F248}"/>
              </a:ext>
            </a:extLst>
          </p:cNvPr>
          <p:cNvSpPr/>
          <p:nvPr/>
        </p:nvSpPr>
        <p:spPr>
          <a:xfrm>
            <a:off x="8811014" y="10604627"/>
            <a:ext cx="74626" cy="66435"/>
          </a:xfrm>
          <a:custGeom>
            <a:avLst/>
            <a:gdLst>
              <a:gd name="connsiteX0" fmla="*/ 68936 w 74626"/>
              <a:gd name="connsiteY0" fmla="*/ 67675 h 66435"/>
              <a:gd name="connsiteX1" fmla="*/ 66444 w 74626"/>
              <a:gd name="connsiteY1" fmla="*/ 65713 h 66435"/>
              <a:gd name="connsiteX2" fmla="*/ 45494 w 74626"/>
              <a:gd name="connsiteY2" fmla="*/ 36903 h 66435"/>
              <a:gd name="connsiteX3" fmla="*/ 25973 w 74626"/>
              <a:gd name="connsiteY3" fmla="*/ 30392 h 66435"/>
              <a:gd name="connsiteX4" fmla="*/ 156 w 74626"/>
              <a:gd name="connsiteY4" fmla="*/ 11483 h 66435"/>
              <a:gd name="connsiteX5" fmla="*/ 36109 w 74626"/>
              <a:gd name="connsiteY5" fmla="*/ 7112 h 66435"/>
              <a:gd name="connsiteX6" fmla="*/ 36126 w 74626"/>
              <a:gd name="connsiteY6" fmla="*/ 7112 h 66435"/>
              <a:gd name="connsiteX7" fmla="*/ 37636 w 74626"/>
              <a:gd name="connsiteY7" fmla="*/ 7736 h 66435"/>
              <a:gd name="connsiteX8" fmla="*/ 61345 w 74626"/>
              <a:gd name="connsiteY8" fmla="*/ 23613 h 66435"/>
              <a:gd name="connsiteX9" fmla="*/ 68936 w 74626"/>
              <a:gd name="connsiteY9" fmla="*/ 67675 h 66435"/>
              <a:gd name="connsiteX10" fmla="*/ 68936 w 74626"/>
              <a:gd name="connsiteY10" fmla="*/ 67675 h 6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626" h="66435">
                <a:moveTo>
                  <a:pt x="68936" y="67675"/>
                </a:moveTo>
                <a:cubicBezTo>
                  <a:pt x="67784" y="67675"/>
                  <a:pt x="66685" y="66872"/>
                  <a:pt x="66444" y="65713"/>
                </a:cubicBezTo>
                <a:cubicBezTo>
                  <a:pt x="63194" y="51531"/>
                  <a:pt x="56737" y="42612"/>
                  <a:pt x="45494" y="36903"/>
                </a:cubicBezTo>
                <a:cubicBezTo>
                  <a:pt x="39261" y="33960"/>
                  <a:pt x="32706" y="31818"/>
                  <a:pt x="25973" y="30392"/>
                </a:cubicBezTo>
                <a:cubicBezTo>
                  <a:pt x="15078" y="28875"/>
                  <a:pt x="-1764" y="26556"/>
                  <a:pt x="156" y="11483"/>
                </a:cubicBezTo>
                <a:cubicBezTo>
                  <a:pt x="4023" y="-4930"/>
                  <a:pt x="26071" y="2117"/>
                  <a:pt x="36109" y="7112"/>
                </a:cubicBezTo>
                <a:lnTo>
                  <a:pt x="36126" y="7112"/>
                </a:lnTo>
                <a:cubicBezTo>
                  <a:pt x="36636" y="7379"/>
                  <a:pt x="37145" y="7558"/>
                  <a:pt x="37636" y="7736"/>
                </a:cubicBezTo>
                <a:cubicBezTo>
                  <a:pt x="46566" y="11304"/>
                  <a:pt x="54648" y="16656"/>
                  <a:pt x="61345" y="23613"/>
                </a:cubicBezTo>
                <a:cubicBezTo>
                  <a:pt x="70892" y="32890"/>
                  <a:pt x="81402" y="58666"/>
                  <a:pt x="68936" y="67675"/>
                </a:cubicBezTo>
                <a:lnTo>
                  <a:pt x="68936" y="67675"/>
                </a:ln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433" name="Rounded Rectangle 20">
            <a:extLst>
              <a:ext uri="{FF2B5EF4-FFF2-40B4-BE49-F238E27FC236}">
                <a16:creationId xmlns:a16="http://schemas.microsoft.com/office/drawing/2014/main" id="{3FF022B9-32B0-F2BD-9B76-9F2A888873F5}"/>
              </a:ext>
            </a:extLst>
          </p:cNvPr>
          <p:cNvSpPr/>
          <p:nvPr/>
        </p:nvSpPr>
        <p:spPr>
          <a:xfrm>
            <a:off x="3026187" y="10655857"/>
            <a:ext cx="1336313" cy="1229408"/>
          </a:xfrm>
          <a:prstGeom prst="roundRect">
            <a:avLst/>
          </a:prstGeom>
          <a:solidFill>
            <a:schemeClr val="bg1">
              <a:alpha val="10000"/>
            </a:schemeClr>
          </a:solidFill>
          <a:ln w="6350" cap="rnd">
            <a:solidFill>
              <a:schemeClr val="bg1">
                <a:alpha val="5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LT" sz="1000" spc="30">
              <a:solidFill>
                <a:schemeClr val="bg1"/>
              </a:solidFill>
              <a:cs typeface="Poppins SemiBold" panose="00000700000000000000" pitchFamily="2" charset="0"/>
            </a:endParaRPr>
          </a:p>
        </p:txBody>
      </p:sp>
      <p:sp>
        <p:nvSpPr>
          <p:cNvPr id="434" name="TextBox 433">
            <a:extLst>
              <a:ext uri="{FF2B5EF4-FFF2-40B4-BE49-F238E27FC236}">
                <a16:creationId xmlns:a16="http://schemas.microsoft.com/office/drawing/2014/main" id="{3EE1D12F-4EDE-6AA9-1044-81F1680D12C9}"/>
              </a:ext>
            </a:extLst>
          </p:cNvPr>
          <p:cNvSpPr txBox="1"/>
          <p:nvPr/>
        </p:nvSpPr>
        <p:spPr>
          <a:xfrm>
            <a:off x="3333480" y="12097759"/>
            <a:ext cx="752130" cy="275717"/>
          </a:xfrm>
          <a:prstGeom prst="rect">
            <a:avLst/>
          </a:prstGeom>
          <a:noFill/>
        </p:spPr>
        <p:txBody>
          <a:bodyPr wrap="none" rtlCol="0">
            <a:spAutoFit/>
          </a:bodyPr>
          <a:lstStyle/>
          <a:p>
            <a:pPr algn="ctr">
              <a:lnSpc>
                <a:spcPct val="70000"/>
              </a:lnSpc>
            </a:pPr>
            <a:r>
              <a:rPr lang="en-US" sz="1600" dirty="0">
                <a:solidFill>
                  <a:schemeClr val="bg1"/>
                </a:solidFill>
                <a:latin typeface="+mj-lt"/>
              </a:rPr>
              <a:t>Joshua</a:t>
            </a:r>
            <a:endParaRPr lang="en-GB" sz="1600" dirty="0">
              <a:solidFill>
                <a:schemeClr val="bg1"/>
              </a:solidFill>
              <a:latin typeface="+mj-lt"/>
            </a:endParaRPr>
          </a:p>
        </p:txBody>
      </p:sp>
      <p:sp>
        <p:nvSpPr>
          <p:cNvPr id="435" name="Freeform: Shape 124">
            <a:extLst>
              <a:ext uri="{FF2B5EF4-FFF2-40B4-BE49-F238E27FC236}">
                <a16:creationId xmlns:a16="http://schemas.microsoft.com/office/drawing/2014/main" id="{7DA5B7F7-0877-FD98-6DBA-2267990C6298}"/>
              </a:ext>
            </a:extLst>
          </p:cNvPr>
          <p:cNvSpPr/>
          <p:nvPr/>
        </p:nvSpPr>
        <p:spPr>
          <a:xfrm>
            <a:off x="3194091" y="10824882"/>
            <a:ext cx="945119" cy="1042829"/>
          </a:xfrm>
          <a:custGeom>
            <a:avLst/>
            <a:gdLst>
              <a:gd name="connsiteX0" fmla="*/ 163255 w 945119"/>
              <a:gd name="connsiteY0" fmla="*/ 1042896 h 1042829"/>
              <a:gd name="connsiteX1" fmla="*/ 59700 w 945119"/>
              <a:gd name="connsiteY1" fmla="*/ 1032423 h 1042829"/>
              <a:gd name="connsiteX2" fmla="*/ 32228 w 945119"/>
              <a:gd name="connsiteY2" fmla="*/ 1031634 h 1042829"/>
              <a:gd name="connsiteX3" fmla="*/ 24182 w 945119"/>
              <a:gd name="connsiteY3" fmla="*/ 1017413 h 1042829"/>
              <a:gd name="connsiteX4" fmla="*/ 30344 w 945119"/>
              <a:gd name="connsiteY4" fmla="*/ 594330 h 1042829"/>
              <a:gd name="connsiteX5" fmla="*/ 128850 w 945119"/>
              <a:gd name="connsiteY5" fmla="*/ 268618 h 1042829"/>
              <a:gd name="connsiteX6" fmla="*/ 130562 w 945119"/>
              <a:gd name="connsiteY6" fmla="*/ 135942 h 1042829"/>
              <a:gd name="connsiteX7" fmla="*/ 176520 w 945119"/>
              <a:gd name="connsiteY7" fmla="*/ 85052 h 1042829"/>
              <a:gd name="connsiteX8" fmla="*/ 348285 w 945119"/>
              <a:gd name="connsiteY8" fmla="*/ 54628 h 1042829"/>
              <a:gd name="connsiteX9" fmla="*/ 422143 w 945119"/>
              <a:gd name="connsiteY9" fmla="*/ 105295 h 1042829"/>
              <a:gd name="connsiteX10" fmla="*/ 436863 w 945119"/>
              <a:gd name="connsiteY10" fmla="*/ 73138 h 1042829"/>
              <a:gd name="connsiteX11" fmla="*/ 436863 w 945119"/>
              <a:gd name="connsiteY11" fmla="*/ 73130 h 1042829"/>
              <a:gd name="connsiteX12" fmla="*/ 469813 w 945119"/>
              <a:gd name="connsiteY12" fmla="*/ 11123 h 1042829"/>
              <a:gd name="connsiteX13" fmla="*/ 624461 w 945119"/>
              <a:gd name="connsiteY13" fmla="*/ 9425 h 1042829"/>
              <a:gd name="connsiteX14" fmla="*/ 681717 w 945119"/>
              <a:gd name="connsiteY14" fmla="*/ 82908 h 1042829"/>
              <a:gd name="connsiteX15" fmla="*/ 853224 w 945119"/>
              <a:gd name="connsiteY15" fmla="*/ 82050 h 1042829"/>
              <a:gd name="connsiteX16" fmla="*/ 877016 w 945119"/>
              <a:gd name="connsiteY16" fmla="*/ 116549 h 1042829"/>
              <a:gd name="connsiteX17" fmla="*/ 849886 w 945119"/>
              <a:gd name="connsiteY17" fmla="*/ 158973 h 1042829"/>
              <a:gd name="connsiteX18" fmla="*/ 851342 w 945119"/>
              <a:gd name="connsiteY18" fmla="*/ 170201 h 1042829"/>
              <a:gd name="connsiteX19" fmla="*/ 837649 w 945119"/>
              <a:gd name="connsiteY19" fmla="*/ 320941 h 1042829"/>
              <a:gd name="connsiteX20" fmla="*/ 901750 w 945119"/>
              <a:gd name="connsiteY20" fmla="*/ 648454 h 1042829"/>
              <a:gd name="connsiteX21" fmla="*/ 927082 w 945119"/>
              <a:gd name="connsiteY21" fmla="*/ 1012292 h 1042829"/>
              <a:gd name="connsiteX22" fmla="*/ 864692 w 945119"/>
              <a:gd name="connsiteY22" fmla="*/ 1020166 h 1042829"/>
              <a:gd name="connsiteX23" fmla="*/ 647825 w 945119"/>
              <a:gd name="connsiteY23" fmla="*/ 1032603 h 1042829"/>
              <a:gd name="connsiteX24" fmla="*/ 163255 w 945119"/>
              <a:gd name="connsiteY24" fmla="*/ 1042896 h 104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45119" h="1042829">
                <a:moveTo>
                  <a:pt x="163255" y="1042896"/>
                </a:moveTo>
                <a:cubicBezTo>
                  <a:pt x="126112" y="1042794"/>
                  <a:pt x="94617" y="1040435"/>
                  <a:pt x="59700" y="1032423"/>
                </a:cubicBezTo>
                <a:cubicBezTo>
                  <a:pt x="53281" y="1041764"/>
                  <a:pt x="37961" y="1041515"/>
                  <a:pt x="32228" y="1031634"/>
                </a:cubicBezTo>
                <a:cubicBezTo>
                  <a:pt x="28633" y="1027586"/>
                  <a:pt x="23156" y="1016838"/>
                  <a:pt x="24182" y="1017413"/>
                </a:cubicBezTo>
                <a:cubicBezTo>
                  <a:pt x="-16384" y="881014"/>
                  <a:pt x="6210" y="737393"/>
                  <a:pt x="30344" y="594330"/>
                </a:cubicBezTo>
                <a:cubicBezTo>
                  <a:pt x="46862" y="482283"/>
                  <a:pt x="100694" y="375176"/>
                  <a:pt x="128850" y="268618"/>
                </a:cubicBezTo>
                <a:cubicBezTo>
                  <a:pt x="146994" y="221665"/>
                  <a:pt x="91109" y="174687"/>
                  <a:pt x="130562" y="135942"/>
                </a:cubicBezTo>
                <a:cubicBezTo>
                  <a:pt x="125598" y="109189"/>
                  <a:pt x="151444" y="86648"/>
                  <a:pt x="176520" y="85052"/>
                </a:cubicBezTo>
                <a:cubicBezTo>
                  <a:pt x="202110" y="11209"/>
                  <a:pt x="287093" y="24178"/>
                  <a:pt x="348285" y="54628"/>
                </a:cubicBezTo>
                <a:cubicBezTo>
                  <a:pt x="383203" y="71998"/>
                  <a:pt x="394928" y="105973"/>
                  <a:pt x="422143" y="105295"/>
                </a:cubicBezTo>
                <a:cubicBezTo>
                  <a:pt x="425824" y="99222"/>
                  <a:pt x="430958" y="87137"/>
                  <a:pt x="436863" y="73138"/>
                </a:cubicBezTo>
                <a:lnTo>
                  <a:pt x="436863" y="73130"/>
                </a:lnTo>
                <a:cubicBezTo>
                  <a:pt x="444823" y="55340"/>
                  <a:pt x="457575" y="21296"/>
                  <a:pt x="469813" y="11123"/>
                </a:cubicBezTo>
                <a:cubicBezTo>
                  <a:pt x="513203" y="-10586"/>
                  <a:pt x="582354" y="5728"/>
                  <a:pt x="624461" y="9425"/>
                </a:cubicBezTo>
                <a:cubicBezTo>
                  <a:pt x="663145" y="10103"/>
                  <a:pt x="670162" y="44310"/>
                  <a:pt x="681717" y="82908"/>
                </a:cubicBezTo>
                <a:cubicBezTo>
                  <a:pt x="716720" y="71380"/>
                  <a:pt x="806839" y="59809"/>
                  <a:pt x="853224" y="82050"/>
                </a:cubicBezTo>
                <a:cubicBezTo>
                  <a:pt x="874278" y="92163"/>
                  <a:pt x="883350" y="89281"/>
                  <a:pt x="877016" y="116549"/>
                </a:cubicBezTo>
                <a:cubicBezTo>
                  <a:pt x="872309" y="128454"/>
                  <a:pt x="857162" y="151845"/>
                  <a:pt x="849886" y="158973"/>
                </a:cubicBezTo>
                <a:cubicBezTo>
                  <a:pt x="847918" y="163030"/>
                  <a:pt x="852883" y="166169"/>
                  <a:pt x="851342" y="170201"/>
                </a:cubicBezTo>
                <a:cubicBezTo>
                  <a:pt x="831828" y="223192"/>
                  <a:pt x="831657" y="263935"/>
                  <a:pt x="837649" y="320941"/>
                </a:cubicBezTo>
                <a:cubicBezTo>
                  <a:pt x="852112" y="423038"/>
                  <a:pt x="883093" y="546219"/>
                  <a:pt x="901750" y="648454"/>
                </a:cubicBezTo>
                <a:cubicBezTo>
                  <a:pt x="909623" y="734657"/>
                  <a:pt x="980829" y="950432"/>
                  <a:pt x="927082" y="1012292"/>
                </a:cubicBezTo>
                <a:cubicBezTo>
                  <a:pt x="909794" y="1026848"/>
                  <a:pt x="885575" y="1015998"/>
                  <a:pt x="864692" y="1020166"/>
                </a:cubicBezTo>
                <a:cubicBezTo>
                  <a:pt x="793659" y="1029524"/>
                  <a:pt x="724678" y="1032629"/>
                  <a:pt x="647825" y="1032603"/>
                </a:cubicBezTo>
                <a:cubicBezTo>
                  <a:pt x="488127" y="1030399"/>
                  <a:pt x="165052" y="1042896"/>
                  <a:pt x="163255" y="1042896"/>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436" name="Freeform: Shape 125">
            <a:extLst>
              <a:ext uri="{FF2B5EF4-FFF2-40B4-BE49-F238E27FC236}">
                <a16:creationId xmlns:a16="http://schemas.microsoft.com/office/drawing/2014/main" id="{8A84A498-AD8C-9D0C-CEF1-23B1C15A2608}"/>
              </a:ext>
            </a:extLst>
          </p:cNvPr>
          <p:cNvSpPr/>
          <p:nvPr/>
        </p:nvSpPr>
        <p:spPr>
          <a:xfrm>
            <a:off x="3302567" y="10857132"/>
            <a:ext cx="764539" cy="940390"/>
          </a:xfrm>
          <a:custGeom>
            <a:avLst/>
            <a:gdLst>
              <a:gd name="connsiteX0" fmla="*/ 541147 w 764539"/>
              <a:gd name="connsiteY0" fmla="*/ 887199 h 940390"/>
              <a:gd name="connsiteX1" fmla="*/ 534984 w 764539"/>
              <a:gd name="connsiteY1" fmla="*/ 580401 h 940390"/>
              <a:gd name="connsiteX2" fmla="*/ 573925 w 764539"/>
              <a:gd name="connsiteY2" fmla="*/ 135283 h 940390"/>
              <a:gd name="connsiteX3" fmla="*/ 577776 w 764539"/>
              <a:gd name="connsiteY3" fmla="*/ 108307 h 940390"/>
              <a:gd name="connsiteX4" fmla="*/ 572555 w 764539"/>
              <a:gd name="connsiteY4" fmla="*/ 62486 h 940390"/>
              <a:gd name="connsiteX5" fmla="*/ 575979 w 764539"/>
              <a:gd name="connsiteY5" fmla="*/ 45640 h 940390"/>
              <a:gd name="connsiteX6" fmla="*/ 736790 w 764539"/>
              <a:gd name="connsiteY6" fmla="*/ 40614 h 940390"/>
              <a:gd name="connsiteX7" fmla="*/ 739785 w 764539"/>
              <a:gd name="connsiteY7" fmla="*/ 41789 h 940390"/>
              <a:gd name="connsiteX8" fmla="*/ 765460 w 764539"/>
              <a:gd name="connsiteY8" fmla="*/ 62983 h 940390"/>
              <a:gd name="connsiteX9" fmla="*/ 760325 w 764539"/>
              <a:gd name="connsiteY9" fmla="*/ 83887 h 940390"/>
              <a:gd name="connsiteX10" fmla="*/ 753478 w 764539"/>
              <a:gd name="connsiteY10" fmla="*/ 108170 h 940390"/>
              <a:gd name="connsiteX11" fmla="*/ 748257 w 764539"/>
              <a:gd name="connsiteY11" fmla="*/ 123909 h 940390"/>
              <a:gd name="connsiteX12" fmla="*/ 742352 w 764539"/>
              <a:gd name="connsiteY12" fmla="*/ 134811 h 940390"/>
              <a:gd name="connsiteX13" fmla="*/ 729600 w 764539"/>
              <a:gd name="connsiteY13" fmla="*/ 170742 h 940390"/>
              <a:gd name="connsiteX14" fmla="*/ 633149 w 764539"/>
              <a:gd name="connsiteY14" fmla="*/ 482858 h 940390"/>
              <a:gd name="connsiteX15" fmla="*/ 572727 w 764539"/>
              <a:gd name="connsiteY15" fmla="*/ 934950 h 940390"/>
              <a:gd name="connsiteX16" fmla="*/ 565024 w 764539"/>
              <a:gd name="connsiteY16" fmla="*/ 938621 h 940390"/>
              <a:gd name="connsiteX17" fmla="*/ 541147 w 764539"/>
              <a:gd name="connsiteY17" fmla="*/ 887199 h 940390"/>
              <a:gd name="connsiteX18" fmla="*/ 348756 w 764539"/>
              <a:gd name="connsiteY18" fmla="*/ 552696 h 940390"/>
              <a:gd name="connsiteX19" fmla="*/ 331982 w 764539"/>
              <a:gd name="connsiteY19" fmla="*/ 553579 h 940390"/>
              <a:gd name="connsiteX20" fmla="*/ 309388 w 764539"/>
              <a:gd name="connsiteY20" fmla="*/ 369593 h 940390"/>
              <a:gd name="connsiteX21" fmla="*/ 300658 w 764539"/>
              <a:gd name="connsiteY21" fmla="*/ 334614 h 940390"/>
              <a:gd name="connsiteX22" fmla="*/ 211653 w 764539"/>
              <a:gd name="connsiteY22" fmla="*/ 133293 h 940390"/>
              <a:gd name="connsiteX23" fmla="*/ 75832 w 764539"/>
              <a:gd name="connsiteY23" fmla="*/ 150808 h 940390"/>
              <a:gd name="connsiteX24" fmla="*/ 15325 w 764539"/>
              <a:gd name="connsiteY24" fmla="*/ 158219 h 940390"/>
              <a:gd name="connsiteX25" fmla="*/ 7965 w 764539"/>
              <a:gd name="connsiteY25" fmla="*/ 105365 h 940390"/>
              <a:gd name="connsiteX26" fmla="*/ 60342 w 764539"/>
              <a:gd name="connsiteY26" fmla="*/ 60590 h 940390"/>
              <a:gd name="connsiteX27" fmla="*/ 68729 w 764539"/>
              <a:gd name="connsiteY27" fmla="*/ 26006 h 940390"/>
              <a:gd name="connsiteX28" fmla="*/ 164068 w 764539"/>
              <a:gd name="connsiteY28" fmla="*/ 68 h 940390"/>
              <a:gd name="connsiteX29" fmla="*/ 243490 w 764539"/>
              <a:gd name="connsiteY29" fmla="*/ 19573 h 940390"/>
              <a:gd name="connsiteX30" fmla="*/ 271903 w 764539"/>
              <a:gd name="connsiteY30" fmla="*/ 47501 h 940390"/>
              <a:gd name="connsiteX31" fmla="*/ 443838 w 764539"/>
              <a:gd name="connsiteY31" fmla="*/ 89359 h 940390"/>
              <a:gd name="connsiteX32" fmla="*/ 449487 w 764539"/>
              <a:gd name="connsiteY32" fmla="*/ 99661 h 940390"/>
              <a:gd name="connsiteX33" fmla="*/ 348756 w 764539"/>
              <a:gd name="connsiteY33" fmla="*/ 552696 h 94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64539" h="940390">
                <a:moveTo>
                  <a:pt x="541147" y="887199"/>
                </a:moveTo>
                <a:cubicBezTo>
                  <a:pt x="541317" y="879385"/>
                  <a:pt x="530877" y="675122"/>
                  <a:pt x="534984" y="580401"/>
                </a:cubicBezTo>
                <a:cubicBezTo>
                  <a:pt x="538322" y="430956"/>
                  <a:pt x="569132" y="297337"/>
                  <a:pt x="573925" y="135283"/>
                </a:cubicBezTo>
                <a:lnTo>
                  <a:pt x="577776" y="108307"/>
                </a:lnTo>
                <a:cubicBezTo>
                  <a:pt x="576663" y="94669"/>
                  <a:pt x="573069" y="76056"/>
                  <a:pt x="572555" y="62486"/>
                </a:cubicBezTo>
                <a:cubicBezTo>
                  <a:pt x="571957" y="45949"/>
                  <a:pt x="575722" y="46489"/>
                  <a:pt x="575979" y="45640"/>
                </a:cubicBezTo>
                <a:cubicBezTo>
                  <a:pt x="637684" y="30123"/>
                  <a:pt x="680989" y="27825"/>
                  <a:pt x="736790" y="40614"/>
                </a:cubicBezTo>
                <a:cubicBezTo>
                  <a:pt x="737217" y="40716"/>
                  <a:pt x="739356" y="41583"/>
                  <a:pt x="739785" y="41789"/>
                </a:cubicBezTo>
                <a:cubicBezTo>
                  <a:pt x="745005" y="44542"/>
                  <a:pt x="746375" y="50229"/>
                  <a:pt x="765460" y="62983"/>
                </a:cubicBezTo>
                <a:cubicBezTo>
                  <a:pt x="768198" y="69571"/>
                  <a:pt x="764604" y="77582"/>
                  <a:pt x="760325" y="83887"/>
                </a:cubicBezTo>
                <a:cubicBezTo>
                  <a:pt x="756131" y="90234"/>
                  <a:pt x="753478" y="107209"/>
                  <a:pt x="753478" y="108170"/>
                </a:cubicBezTo>
                <a:cubicBezTo>
                  <a:pt x="753307" y="113822"/>
                  <a:pt x="751510" y="119277"/>
                  <a:pt x="748257" y="123909"/>
                </a:cubicBezTo>
                <a:cubicBezTo>
                  <a:pt x="744577" y="129176"/>
                  <a:pt x="742352" y="134811"/>
                  <a:pt x="742352" y="134811"/>
                </a:cubicBezTo>
                <a:cubicBezTo>
                  <a:pt x="742352" y="134811"/>
                  <a:pt x="734906" y="159248"/>
                  <a:pt x="729600" y="170742"/>
                </a:cubicBezTo>
                <a:cubicBezTo>
                  <a:pt x="685610" y="269597"/>
                  <a:pt x="658738" y="374868"/>
                  <a:pt x="633149" y="482858"/>
                </a:cubicBezTo>
                <a:cubicBezTo>
                  <a:pt x="597803" y="632218"/>
                  <a:pt x="570587" y="784956"/>
                  <a:pt x="572727" y="934950"/>
                </a:cubicBezTo>
                <a:cubicBezTo>
                  <a:pt x="572812" y="939273"/>
                  <a:pt x="566479" y="942721"/>
                  <a:pt x="565024" y="938621"/>
                </a:cubicBezTo>
                <a:cubicBezTo>
                  <a:pt x="560831" y="926115"/>
                  <a:pt x="542687" y="890802"/>
                  <a:pt x="541147" y="887199"/>
                </a:cubicBezTo>
                <a:close/>
                <a:moveTo>
                  <a:pt x="348756" y="552696"/>
                </a:moveTo>
                <a:lnTo>
                  <a:pt x="331982" y="553579"/>
                </a:lnTo>
                <a:cubicBezTo>
                  <a:pt x="327190" y="499027"/>
                  <a:pt x="321370" y="423322"/>
                  <a:pt x="309388" y="369593"/>
                </a:cubicBezTo>
                <a:cubicBezTo>
                  <a:pt x="306393" y="356006"/>
                  <a:pt x="304082" y="345748"/>
                  <a:pt x="300658" y="334614"/>
                </a:cubicBezTo>
                <a:cubicBezTo>
                  <a:pt x="281574" y="262838"/>
                  <a:pt x="251791" y="195822"/>
                  <a:pt x="211653" y="133293"/>
                </a:cubicBezTo>
                <a:cubicBezTo>
                  <a:pt x="164582" y="119586"/>
                  <a:pt x="124443" y="136406"/>
                  <a:pt x="75832" y="150808"/>
                </a:cubicBezTo>
                <a:cubicBezTo>
                  <a:pt x="54180" y="156143"/>
                  <a:pt x="36550" y="161324"/>
                  <a:pt x="15325" y="158219"/>
                </a:cubicBezTo>
                <a:cubicBezTo>
                  <a:pt x="-5985" y="151700"/>
                  <a:pt x="3258" y="123103"/>
                  <a:pt x="7965" y="105365"/>
                </a:cubicBezTo>
                <a:cubicBezTo>
                  <a:pt x="14384" y="80893"/>
                  <a:pt x="44681" y="59492"/>
                  <a:pt x="60342" y="60590"/>
                </a:cubicBezTo>
                <a:cubicBezTo>
                  <a:pt x="65477" y="60264"/>
                  <a:pt x="61967" y="35707"/>
                  <a:pt x="68729" y="26006"/>
                </a:cubicBezTo>
                <a:cubicBezTo>
                  <a:pt x="92948" y="8019"/>
                  <a:pt x="133943" y="840"/>
                  <a:pt x="164068" y="68"/>
                </a:cubicBezTo>
                <a:cubicBezTo>
                  <a:pt x="192140" y="-26"/>
                  <a:pt x="218156" y="7444"/>
                  <a:pt x="243490" y="19573"/>
                </a:cubicBezTo>
                <a:cubicBezTo>
                  <a:pt x="254016" y="23510"/>
                  <a:pt x="271903" y="37731"/>
                  <a:pt x="271903" y="47501"/>
                </a:cubicBezTo>
                <a:cubicBezTo>
                  <a:pt x="308618" y="79915"/>
                  <a:pt x="391633" y="84907"/>
                  <a:pt x="443838" y="89359"/>
                </a:cubicBezTo>
                <a:cubicBezTo>
                  <a:pt x="448889" y="89788"/>
                  <a:pt x="451798" y="95115"/>
                  <a:pt x="449487" y="99661"/>
                </a:cubicBezTo>
                <a:cubicBezTo>
                  <a:pt x="386841" y="226504"/>
                  <a:pt x="366472" y="411631"/>
                  <a:pt x="348756" y="552696"/>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437" name="Freeform: Shape 127">
            <a:extLst>
              <a:ext uri="{FF2B5EF4-FFF2-40B4-BE49-F238E27FC236}">
                <a16:creationId xmlns:a16="http://schemas.microsoft.com/office/drawing/2014/main" id="{80256736-06B0-772C-9D7D-AA1E42E29432}"/>
              </a:ext>
            </a:extLst>
          </p:cNvPr>
          <p:cNvSpPr/>
          <p:nvPr/>
        </p:nvSpPr>
        <p:spPr>
          <a:xfrm>
            <a:off x="3123975" y="10845451"/>
            <a:ext cx="1088717" cy="1035207"/>
          </a:xfrm>
          <a:custGeom>
            <a:avLst/>
            <a:gdLst>
              <a:gd name="connsiteX0" fmla="*/ 1089886 w 1088717"/>
              <a:gd name="connsiteY0" fmla="*/ 954454 h 1035207"/>
              <a:gd name="connsiteX1" fmla="*/ 1087404 w 1088717"/>
              <a:gd name="connsiteY1" fmla="*/ 948862 h 1035207"/>
              <a:gd name="connsiteX2" fmla="*/ 1033829 w 1088717"/>
              <a:gd name="connsiteY2" fmla="*/ 643710 h 1035207"/>
              <a:gd name="connsiteX3" fmla="*/ 912472 w 1088717"/>
              <a:gd name="connsiteY3" fmla="*/ 204956 h 1035207"/>
              <a:gd name="connsiteX4" fmla="*/ 928990 w 1088717"/>
              <a:gd name="connsiteY4" fmla="*/ 147093 h 1035207"/>
              <a:gd name="connsiteX5" fmla="*/ 953038 w 1088717"/>
              <a:gd name="connsiteY5" fmla="*/ 98107 h 1035207"/>
              <a:gd name="connsiteX6" fmla="*/ 840839 w 1088717"/>
              <a:gd name="connsiteY6" fmla="*/ 63926 h 1035207"/>
              <a:gd name="connsiteX7" fmla="*/ 841780 w 1088717"/>
              <a:gd name="connsiteY7" fmla="*/ 64870 h 1035207"/>
              <a:gd name="connsiteX8" fmla="*/ 937891 w 1088717"/>
              <a:gd name="connsiteY8" fmla="*/ 75334 h 1035207"/>
              <a:gd name="connsiteX9" fmla="*/ 937891 w 1088717"/>
              <a:gd name="connsiteY9" fmla="*/ 75334 h 1035207"/>
              <a:gd name="connsiteX10" fmla="*/ 940030 w 1088717"/>
              <a:gd name="connsiteY10" fmla="*/ 79957 h 1035207"/>
              <a:gd name="connsiteX11" fmla="*/ 921201 w 1088717"/>
              <a:gd name="connsiteY11" fmla="*/ 86039 h 1035207"/>
              <a:gd name="connsiteX12" fmla="*/ 927021 w 1088717"/>
              <a:gd name="connsiteY12" fmla="*/ 109464 h 1035207"/>
              <a:gd name="connsiteX13" fmla="*/ 928305 w 1088717"/>
              <a:gd name="connsiteY13" fmla="*/ 110707 h 1035207"/>
              <a:gd name="connsiteX14" fmla="*/ 927791 w 1088717"/>
              <a:gd name="connsiteY14" fmla="*/ 113212 h 1035207"/>
              <a:gd name="connsiteX15" fmla="*/ 904684 w 1088717"/>
              <a:gd name="connsiteY15" fmla="*/ 126052 h 1035207"/>
              <a:gd name="connsiteX16" fmla="*/ 779562 w 1088717"/>
              <a:gd name="connsiteY16" fmla="*/ 81501 h 1035207"/>
              <a:gd name="connsiteX17" fmla="*/ 779562 w 1088717"/>
              <a:gd name="connsiteY17" fmla="*/ 81501 h 1035207"/>
              <a:gd name="connsiteX18" fmla="*/ 754829 w 1088717"/>
              <a:gd name="connsiteY18" fmla="*/ 71586 h 1035207"/>
              <a:gd name="connsiteX19" fmla="*/ 749351 w 1088717"/>
              <a:gd name="connsiteY19" fmla="*/ 70368 h 1035207"/>
              <a:gd name="connsiteX20" fmla="*/ 749266 w 1088717"/>
              <a:gd name="connsiteY20" fmla="*/ 71148 h 1035207"/>
              <a:gd name="connsiteX21" fmla="*/ 742847 w 1088717"/>
              <a:gd name="connsiteY21" fmla="*/ 176951 h 1035207"/>
              <a:gd name="connsiteX22" fmla="*/ 735058 w 1088717"/>
              <a:gd name="connsiteY22" fmla="*/ 226966 h 1035207"/>
              <a:gd name="connsiteX23" fmla="*/ 726243 w 1088717"/>
              <a:gd name="connsiteY23" fmla="*/ 227970 h 1035207"/>
              <a:gd name="connsiteX24" fmla="*/ 593932 w 1088717"/>
              <a:gd name="connsiteY24" fmla="*/ 242243 h 1035207"/>
              <a:gd name="connsiteX25" fmla="*/ 622517 w 1088717"/>
              <a:gd name="connsiteY25" fmla="*/ 146870 h 1035207"/>
              <a:gd name="connsiteX26" fmla="*/ 642458 w 1088717"/>
              <a:gd name="connsiteY26" fmla="*/ 106041 h 1035207"/>
              <a:gd name="connsiteX27" fmla="*/ 641859 w 1088717"/>
              <a:gd name="connsiteY27" fmla="*/ 95036 h 1035207"/>
              <a:gd name="connsiteX28" fmla="*/ 614901 w 1088717"/>
              <a:gd name="connsiteY28" fmla="*/ 91588 h 1035207"/>
              <a:gd name="connsiteX29" fmla="*/ 475828 w 1088717"/>
              <a:gd name="connsiteY29" fmla="*/ 77624 h 1035207"/>
              <a:gd name="connsiteX30" fmla="*/ 475057 w 1088717"/>
              <a:gd name="connsiteY30" fmla="*/ 80601 h 1035207"/>
              <a:gd name="connsiteX31" fmla="*/ 615842 w 1088717"/>
              <a:gd name="connsiteY31" fmla="*/ 109043 h 1035207"/>
              <a:gd name="connsiteX32" fmla="*/ 568343 w 1088717"/>
              <a:gd name="connsiteY32" fmla="*/ 247252 h 1035207"/>
              <a:gd name="connsiteX33" fmla="*/ 520246 w 1088717"/>
              <a:gd name="connsiteY33" fmla="*/ 542325 h 1035207"/>
              <a:gd name="connsiteX34" fmla="*/ 519732 w 1088717"/>
              <a:gd name="connsiteY34" fmla="*/ 542333 h 1035207"/>
              <a:gd name="connsiteX35" fmla="*/ 493115 w 1088717"/>
              <a:gd name="connsiteY35" fmla="*/ 382270 h 1035207"/>
              <a:gd name="connsiteX36" fmla="*/ 483359 w 1088717"/>
              <a:gd name="connsiteY36" fmla="*/ 345266 h 1035207"/>
              <a:gd name="connsiteX37" fmla="*/ 399574 w 1088717"/>
              <a:gd name="connsiteY37" fmla="*/ 145952 h 1035207"/>
              <a:gd name="connsiteX38" fmla="*/ 396749 w 1088717"/>
              <a:gd name="connsiteY38" fmla="*/ 141449 h 1035207"/>
              <a:gd name="connsiteX39" fmla="*/ 388619 w 1088717"/>
              <a:gd name="connsiteY39" fmla="*/ 131010 h 1035207"/>
              <a:gd name="connsiteX40" fmla="*/ 387849 w 1088717"/>
              <a:gd name="connsiteY40" fmla="*/ 137409 h 1035207"/>
              <a:gd name="connsiteX41" fmla="*/ 223273 w 1088717"/>
              <a:gd name="connsiteY41" fmla="*/ 164308 h 1035207"/>
              <a:gd name="connsiteX42" fmla="*/ 189553 w 1088717"/>
              <a:gd name="connsiteY42" fmla="*/ 162627 h 1035207"/>
              <a:gd name="connsiteX43" fmla="*/ 208039 w 1088717"/>
              <a:gd name="connsiteY43" fmla="*/ 142555 h 1035207"/>
              <a:gd name="connsiteX44" fmla="*/ 202476 w 1088717"/>
              <a:gd name="connsiteY44" fmla="*/ 115605 h 1035207"/>
              <a:gd name="connsiteX45" fmla="*/ 201106 w 1088717"/>
              <a:gd name="connsiteY45" fmla="*/ 113830 h 1035207"/>
              <a:gd name="connsiteX46" fmla="*/ 212318 w 1088717"/>
              <a:gd name="connsiteY46" fmla="*/ 97361 h 1035207"/>
              <a:gd name="connsiteX47" fmla="*/ 251686 w 1088717"/>
              <a:gd name="connsiteY47" fmla="*/ 85961 h 1035207"/>
              <a:gd name="connsiteX48" fmla="*/ 265551 w 1088717"/>
              <a:gd name="connsiteY48" fmla="*/ 85104 h 1035207"/>
              <a:gd name="connsiteX49" fmla="*/ 264352 w 1088717"/>
              <a:gd name="connsiteY49" fmla="*/ 63952 h 1035207"/>
              <a:gd name="connsiteX50" fmla="*/ 254681 w 1088717"/>
              <a:gd name="connsiteY50" fmla="*/ 56060 h 1035207"/>
              <a:gd name="connsiteX51" fmla="*/ 273253 w 1088717"/>
              <a:gd name="connsiteY51" fmla="*/ 36881 h 1035207"/>
              <a:gd name="connsiteX52" fmla="*/ 424992 w 1088717"/>
              <a:gd name="connsiteY52" fmla="*/ 43846 h 1035207"/>
              <a:gd name="connsiteX53" fmla="*/ 446730 w 1088717"/>
              <a:gd name="connsiteY53" fmla="*/ 60495 h 1035207"/>
              <a:gd name="connsiteX54" fmla="*/ 450495 w 1088717"/>
              <a:gd name="connsiteY54" fmla="*/ 47569 h 1035207"/>
              <a:gd name="connsiteX55" fmla="*/ 295762 w 1088717"/>
              <a:gd name="connsiteY55" fmla="*/ 3335 h 1035207"/>
              <a:gd name="connsiteX56" fmla="*/ 228494 w 1088717"/>
              <a:gd name="connsiteY56" fmla="*/ 59817 h 1035207"/>
              <a:gd name="connsiteX57" fmla="*/ 177400 w 1088717"/>
              <a:gd name="connsiteY57" fmla="*/ 128163 h 1035207"/>
              <a:gd name="connsiteX58" fmla="*/ 186044 w 1088717"/>
              <a:gd name="connsiteY58" fmla="*/ 192656 h 1035207"/>
              <a:gd name="connsiteX59" fmla="*/ 60237 w 1088717"/>
              <a:gd name="connsiteY59" fmla="*/ 536835 h 1035207"/>
              <a:gd name="connsiteX60" fmla="*/ 33450 w 1088717"/>
              <a:gd name="connsiteY60" fmla="*/ 774242 h 1035207"/>
              <a:gd name="connsiteX61" fmla="*/ 33450 w 1088717"/>
              <a:gd name="connsiteY61" fmla="*/ 774250 h 1035207"/>
              <a:gd name="connsiteX62" fmla="*/ 14792 w 1088717"/>
              <a:gd name="connsiteY62" fmla="*/ 982520 h 1035207"/>
              <a:gd name="connsiteX63" fmla="*/ 23779 w 1088717"/>
              <a:gd name="connsiteY63" fmla="*/ 987160 h 1035207"/>
              <a:gd name="connsiteX64" fmla="*/ 121857 w 1088717"/>
              <a:gd name="connsiteY64" fmla="*/ 1034362 h 1035207"/>
              <a:gd name="connsiteX65" fmla="*/ 230205 w 1088717"/>
              <a:gd name="connsiteY65" fmla="*/ 1030116 h 1035207"/>
              <a:gd name="connsiteX66" fmla="*/ 255623 w 1088717"/>
              <a:gd name="connsiteY66" fmla="*/ 1029009 h 1035207"/>
              <a:gd name="connsiteX67" fmla="*/ 541384 w 1088717"/>
              <a:gd name="connsiteY67" fmla="*/ 1017936 h 1035207"/>
              <a:gd name="connsiteX68" fmla="*/ 543182 w 1088717"/>
              <a:gd name="connsiteY68" fmla="*/ 953571 h 1035207"/>
              <a:gd name="connsiteX69" fmla="*/ 591023 w 1088717"/>
              <a:gd name="connsiteY69" fmla="*/ 254586 h 1035207"/>
              <a:gd name="connsiteX70" fmla="*/ 731721 w 1088717"/>
              <a:gd name="connsiteY70" fmla="*/ 251352 h 1035207"/>
              <a:gd name="connsiteX71" fmla="*/ 699028 w 1088717"/>
              <a:gd name="connsiteY71" fmla="*/ 737170 h 1035207"/>
              <a:gd name="connsiteX72" fmla="*/ 705190 w 1088717"/>
              <a:gd name="connsiteY72" fmla="*/ 872291 h 1035207"/>
              <a:gd name="connsiteX73" fmla="*/ 713834 w 1088717"/>
              <a:gd name="connsiteY73" fmla="*/ 917520 h 1035207"/>
              <a:gd name="connsiteX74" fmla="*/ 719140 w 1088717"/>
              <a:gd name="connsiteY74" fmla="*/ 923258 h 1035207"/>
              <a:gd name="connsiteX75" fmla="*/ 784526 w 1088717"/>
              <a:gd name="connsiteY75" fmla="*/ 1021899 h 1035207"/>
              <a:gd name="connsiteX76" fmla="*/ 951327 w 1088717"/>
              <a:gd name="connsiteY76" fmla="*/ 1009865 h 1035207"/>
              <a:gd name="connsiteX77" fmla="*/ 1030919 w 1088717"/>
              <a:gd name="connsiteY77" fmla="*/ 1003586 h 1035207"/>
              <a:gd name="connsiteX78" fmla="*/ 1077049 w 1088717"/>
              <a:gd name="connsiteY78" fmla="*/ 996132 h 1035207"/>
              <a:gd name="connsiteX79" fmla="*/ 1089886 w 1088717"/>
              <a:gd name="connsiteY79" fmla="*/ 954454 h 1035207"/>
              <a:gd name="connsiteX80" fmla="*/ 901347 w 1088717"/>
              <a:gd name="connsiteY80" fmla="*/ 180485 h 1035207"/>
              <a:gd name="connsiteX81" fmla="*/ 897752 w 1088717"/>
              <a:gd name="connsiteY81" fmla="*/ 187664 h 1035207"/>
              <a:gd name="connsiteX82" fmla="*/ 895099 w 1088717"/>
              <a:gd name="connsiteY82" fmla="*/ 193377 h 1035207"/>
              <a:gd name="connsiteX83" fmla="*/ 875929 w 1088717"/>
              <a:gd name="connsiteY83" fmla="*/ 241076 h 1035207"/>
              <a:gd name="connsiteX84" fmla="*/ 875929 w 1088717"/>
              <a:gd name="connsiteY84" fmla="*/ 241093 h 1035207"/>
              <a:gd name="connsiteX85" fmla="*/ 745928 w 1088717"/>
              <a:gd name="connsiteY85" fmla="*/ 937231 h 1035207"/>
              <a:gd name="connsiteX86" fmla="*/ 745329 w 1088717"/>
              <a:gd name="connsiteY86" fmla="*/ 939435 h 1035207"/>
              <a:gd name="connsiteX87" fmla="*/ 740279 w 1088717"/>
              <a:gd name="connsiteY87" fmla="*/ 922666 h 1035207"/>
              <a:gd name="connsiteX88" fmla="*/ 740279 w 1088717"/>
              <a:gd name="connsiteY88" fmla="*/ 922658 h 1035207"/>
              <a:gd name="connsiteX89" fmla="*/ 731549 w 1088717"/>
              <a:gd name="connsiteY89" fmla="*/ 897586 h 1035207"/>
              <a:gd name="connsiteX90" fmla="*/ 752089 w 1088717"/>
              <a:gd name="connsiteY90" fmla="*/ 276655 h 1035207"/>
              <a:gd name="connsiteX91" fmla="*/ 761932 w 1088717"/>
              <a:gd name="connsiteY91" fmla="*/ 144048 h 1035207"/>
              <a:gd name="connsiteX92" fmla="*/ 756369 w 1088717"/>
              <a:gd name="connsiteY92" fmla="*/ 78430 h 1035207"/>
              <a:gd name="connsiteX93" fmla="*/ 758252 w 1088717"/>
              <a:gd name="connsiteY93" fmla="*/ 77255 h 1035207"/>
              <a:gd name="connsiteX94" fmla="*/ 833393 w 1088717"/>
              <a:gd name="connsiteY94" fmla="*/ 120194 h 1035207"/>
              <a:gd name="connsiteX95" fmla="*/ 893387 w 1088717"/>
              <a:gd name="connsiteY95" fmla="*/ 150121 h 1035207"/>
              <a:gd name="connsiteX96" fmla="*/ 915211 w 1088717"/>
              <a:gd name="connsiteY96" fmla="*/ 153226 h 1035207"/>
              <a:gd name="connsiteX97" fmla="*/ 915211 w 1088717"/>
              <a:gd name="connsiteY97" fmla="*/ 153629 h 1035207"/>
              <a:gd name="connsiteX98" fmla="*/ 915211 w 1088717"/>
              <a:gd name="connsiteY98" fmla="*/ 153638 h 1035207"/>
              <a:gd name="connsiteX99" fmla="*/ 903400 w 1088717"/>
              <a:gd name="connsiteY99" fmla="*/ 178023 h 1035207"/>
              <a:gd name="connsiteX100" fmla="*/ 901347 w 1088717"/>
              <a:gd name="connsiteY100" fmla="*/ 180485 h 103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088717" h="1035207">
                <a:moveTo>
                  <a:pt x="1089886" y="954454"/>
                </a:moveTo>
                <a:cubicBezTo>
                  <a:pt x="1089286" y="952481"/>
                  <a:pt x="1088516" y="950594"/>
                  <a:pt x="1087404" y="948862"/>
                </a:cubicBezTo>
                <a:cubicBezTo>
                  <a:pt x="1101952" y="845040"/>
                  <a:pt x="1051288" y="745044"/>
                  <a:pt x="1033829" y="643710"/>
                </a:cubicBezTo>
                <a:cubicBezTo>
                  <a:pt x="1008752" y="494403"/>
                  <a:pt x="1020734" y="324415"/>
                  <a:pt x="912472" y="204956"/>
                </a:cubicBezTo>
                <a:cubicBezTo>
                  <a:pt x="918549" y="185691"/>
                  <a:pt x="925139" y="167593"/>
                  <a:pt x="928990" y="147093"/>
                </a:cubicBezTo>
                <a:cubicBezTo>
                  <a:pt x="948074" y="139862"/>
                  <a:pt x="962966" y="118196"/>
                  <a:pt x="953038" y="98107"/>
                </a:cubicBezTo>
                <a:cubicBezTo>
                  <a:pt x="995316" y="46600"/>
                  <a:pt x="865145" y="41256"/>
                  <a:pt x="840839" y="63926"/>
                </a:cubicBezTo>
                <a:cubicBezTo>
                  <a:pt x="839556" y="65067"/>
                  <a:pt x="841096" y="64947"/>
                  <a:pt x="841780" y="64870"/>
                </a:cubicBezTo>
                <a:cubicBezTo>
                  <a:pt x="873618" y="61164"/>
                  <a:pt x="908193" y="58076"/>
                  <a:pt x="937891" y="75334"/>
                </a:cubicBezTo>
                <a:lnTo>
                  <a:pt x="937891" y="75334"/>
                </a:lnTo>
                <a:cubicBezTo>
                  <a:pt x="940543" y="76475"/>
                  <a:pt x="942597" y="77710"/>
                  <a:pt x="940030" y="79957"/>
                </a:cubicBezTo>
                <a:cubicBezTo>
                  <a:pt x="934724" y="83834"/>
                  <a:pt x="926250" y="81141"/>
                  <a:pt x="921201" y="86039"/>
                </a:cubicBezTo>
                <a:cubicBezTo>
                  <a:pt x="912900" y="92618"/>
                  <a:pt x="916665" y="107517"/>
                  <a:pt x="927021" y="109464"/>
                </a:cubicBezTo>
                <a:cubicBezTo>
                  <a:pt x="927021" y="109472"/>
                  <a:pt x="928048" y="109670"/>
                  <a:pt x="928305" y="110707"/>
                </a:cubicBezTo>
                <a:cubicBezTo>
                  <a:pt x="928647" y="111900"/>
                  <a:pt x="927877" y="113152"/>
                  <a:pt x="927791" y="113212"/>
                </a:cubicBezTo>
                <a:cubicBezTo>
                  <a:pt x="923427" y="120692"/>
                  <a:pt x="911445" y="121069"/>
                  <a:pt x="904684" y="126052"/>
                </a:cubicBezTo>
                <a:cubicBezTo>
                  <a:pt x="862235" y="110416"/>
                  <a:pt x="820641" y="99437"/>
                  <a:pt x="779562" y="81501"/>
                </a:cubicBezTo>
                <a:lnTo>
                  <a:pt x="779562" y="81501"/>
                </a:lnTo>
                <a:cubicBezTo>
                  <a:pt x="771517" y="78216"/>
                  <a:pt x="763130" y="74819"/>
                  <a:pt x="754829" y="71586"/>
                </a:cubicBezTo>
                <a:cubicBezTo>
                  <a:pt x="752518" y="63060"/>
                  <a:pt x="750378" y="55863"/>
                  <a:pt x="749351" y="70368"/>
                </a:cubicBezTo>
                <a:cubicBezTo>
                  <a:pt x="749266" y="70616"/>
                  <a:pt x="749266" y="70891"/>
                  <a:pt x="749266" y="71148"/>
                </a:cubicBezTo>
                <a:cubicBezTo>
                  <a:pt x="747810" y="106556"/>
                  <a:pt x="745756" y="141629"/>
                  <a:pt x="742847" y="176951"/>
                </a:cubicBezTo>
                <a:cubicBezTo>
                  <a:pt x="740023" y="193180"/>
                  <a:pt x="737369" y="210009"/>
                  <a:pt x="735058" y="226966"/>
                </a:cubicBezTo>
                <a:cubicBezTo>
                  <a:pt x="732149" y="226048"/>
                  <a:pt x="728897" y="226503"/>
                  <a:pt x="726243" y="227970"/>
                </a:cubicBezTo>
                <a:cubicBezTo>
                  <a:pt x="685934" y="249645"/>
                  <a:pt x="637922" y="252501"/>
                  <a:pt x="593932" y="242243"/>
                </a:cubicBezTo>
                <a:cubicBezTo>
                  <a:pt x="602662" y="206715"/>
                  <a:pt x="609423" y="178924"/>
                  <a:pt x="622517" y="146870"/>
                </a:cubicBezTo>
                <a:cubicBezTo>
                  <a:pt x="628422" y="132794"/>
                  <a:pt x="635697" y="119576"/>
                  <a:pt x="642458" y="106041"/>
                </a:cubicBezTo>
                <a:cubicBezTo>
                  <a:pt x="644084" y="102507"/>
                  <a:pt x="643912" y="98382"/>
                  <a:pt x="641859" y="95036"/>
                </a:cubicBezTo>
                <a:cubicBezTo>
                  <a:pt x="635782" y="86768"/>
                  <a:pt x="623801" y="93098"/>
                  <a:pt x="614901" y="91588"/>
                </a:cubicBezTo>
                <a:cubicBezTo>
                  <a:pt x="569284" y="90405"/>
                  <a:pt x="518449" y="83971"/>
                  <a:pt x="475828" y="77624"/>
                </a:cubicBezTo>
                <a:cubicBezTo>
                  <a:pt x="474031" y="77204"/>
                  <a:pt x="473089" y="80077"/>
                  <a:pt x="475057" y="80601"/>
                </a:cubicBezTo>
                <a:cubicBezTo>
                  <a:pt x="521101" y="97721"/>
                  <a:pt x="567744" y="105424"/>
                  <a:pt x="615842" y="109043"/>
                </a:cubicBezTo>
                <a:cubicBezTo>
                  <a:pt x="590766" y="151322"/>
                  <a:pt x="580496" y="197700"/>
                  <a:pt x="568343" y="247252"/>
                </a:cubicBezTo>
                <a:cubicBezTo>
                  <a:pt x="545492" y="343980"/>
                  <a:pt x="529318" y="443590"/>
                  <a:pt x="520246" y="542325"/>
                </a:cubicBezTo>
                <a:cubicBezTo>
                  <a:pt x="520246" y="542694"/>
                  <a:pt x="519732" y="542702"/>
                  <a:pt x="519732" y="542333"/>
                </a:cubicBezTo>
                <a:cubicBezTo>
                  <a:pt x="514854" y="489127"/>
                  <a:pt x="505953" y="434103"/>
                  <a:pt x="493115" y="382270"/>
                </a:cubicBezTo>
                <a:cubicBezTo>
                  <a:pt x="489777" y="368503"/>
                  <a:pt x="487125" y="357112"/>
                  <a:pt x="483359" y="345266"/>
                </a:cubicBezTo>
                <a:cubicBezTo>
                  <a:pt x="464702" y="275009"/>
                  <a:pt x="438257" y="207641"/>
                  <a:pt x="399574" y="145952"/>
                </a:cubicBezTo>
                <a:cubicBezTo>
                  <a:pt x="398974" y="144254"/>
                  <a:pt x="398033" y="142710"/>
                  <a:pt x="396749" y="141449"/>
                </a:cubicBezTo>
                <a:cubicBezTo>
                  <a:pt x="393925" y="138207"/>
                  <a:pt x="392641" y="132417"/>
                  <a:pt x="388619" y="131010"/>
                </a:cubicBezTo>
                <a:cubicBezTo>
                  <a:pt x="384597" y="131216"/>
                  <a:pt x="386908" y="135170"/>
                  <a:pt x="387849" y="137409"/>
                </a:cubicBezTo>
                <a:cubicBezTo>
                  <a:pt x="331449" y="123248"/>
                  <a:pt x="277618" y="153852"/>
                  <a:pt x="223273" y="164308"/>
                </a:cubicBezTo>
                <a:cubicBezTo>
                  <a:pt x="213088" y="165715"/>
                  <a:pt x="197427" y="170518"/>
                  <a:pt x="189553" y="162627"/>
                </a:cubicBezTo>
                <a:cubicBezTo>
                  <a:pt x="187071" y="152651"/>
                  <a:pt x="200165" y="145721"/>
                  <a:pt x="208039" y="142555"/>
                </a:cubicBezTo>
                <a:cubicBezTo>
                  <a:pt x="230719" y="139305"/>
                  <a:pt x="223700" y="106727"/>
                  <a:pt x="202476" y="115605"/>
                </a:cubicBezTo>
                <a:cubicBezTo>
                  <a:pt x="202048" y="114696"/>
                  <a:pt x="201620" y="113684"/>
                  <a:pt x="201106" y="113830"/>
                </a:cubicBezTo>
                <a:cubicBezTo>
                  <a:pt x="200765" y="107414"/>
                  <a:pt x="207012" y="101530"/>
                  <a:pt x="212318" y="97361"/>
                </a:cubicBezTo>
                <a:cubicBezTo>
                  <a:pt x="223273" y="88818"/>
                  <a:pt x="237736" y="82891"/>
                  <a:pt x="251686" y="85961"/>
                </a:cubicBezTo>
                <a:cubicBezTo>
                  <a:pt x="256308" y="87488"/>
                  <a:pt x="261700" y="88826"/>
                  <a:pt x="265551" y="85104"/>
                </a:cubicBezTo>
                <a:cubicBezTo>
                  <a:pt x="271798" y="79708"/>
                  <a:pt x="271456" y="68472"/>
                  <a:pt x="264352" y="63952"/>
                </a:cubicBezTo>
                <a:cubicBezTo>
                  <a:pt x="261015" y="61713"/>
                  <a:pt x="257421" y="59165"/>
                  <a:pt x="254681" y="56060"/>
                </a:cubicBezTo>
                <a:cubicBezTo>
                  <a:pt x="244925" y="44627"/>
                  <a:pt x="264952" y="40329"/>
                  <a:pt x="273253" y="36881"/>
                </a:cubicBezTo>
                <a:cubicBezTo>
                  <a:pt x="321864" y="16939"/>
                  <a:pt x="378092" y="20833"/>
                  <a:pt x="424992" y="43846"/>
                </a:cubicBezTo>
                <a:cubicBezTo>
                  <a:pt x="433807" y="47320"/>
                  <a:pt x="445789" y="52072"/>
                  <a:pt x="446730" y="60495"/>
                </a:cubicBezTo>
                <a:cubicBezTo>
                  <a:pt x="452293" y="68764"/>
                  <a:pt x="452635" y="50579"/>
                  <a:pt x="450495" y="47569"/>
                </a:cubicBezTo>
                <a:cubicBezTo>
                  <a:pt x="423451" y="2915"/>
                  <a:pt x="342832" y="-5843"/>
                  <a:pt x="295762" y="3335"/>
                </a:cubicBezTo>
                <a:cubicBezTo>
                  <a:pt x="261272" y="11629"/>
                  <a:pt x="218908" y="22231"/>
                  <a:pt x="228494" y="59817"/>
                </a:cubicBezTo>
                <a:cubicBezTo>
                  <a:pt x="199310" y="64724"/>
                  <a:pt x="160797" y="95937"/>
                  <a:pt x="177400" y="128163"/>
                </a:cubicBezTo>
                <a:cubicBezTo>
                  <a:pt x="153095" y="145120"/>
                  <a:pt x="155320" y="184722"/>
                  <a:pt x="186044" y="192656"/>
                </a:cubicBezTo>
                <a:cubicBezTo>
                  <a:pt x="100034" y="281562"/>
                  <a:pt x="65030" y="412291"/>
                  <a:pt x="60237" y="536835"/>
                </a:cubicBezTo>
                <a:cubicBezTo>
                  <a:pt x="60922" y="617000"/>
                  <a:pt x="60836" y="697808"/>
                  <a:pt x="33450" y="774242"/>
                </a:cubicBezTo>
                <a:lnTo>
                  <a:pt x="33450" y="774250"/>
                </a:lnTo>
                <a:cubicBezTo>
                  <a:pt x="16076" y="841026"/>
                  <a:pt x="-16189" y="915315"/>
                  <a:pt x="14792" y="982520"/>
                </a:cubicBezTo>
                <a:cubicBezTo>
                  <a:pt x="15991" y="986131"/>
                  <a:pt x="20184" y="988078"/>
                  <a:pt x="23779" y="987160"/>
                </a:cubicBezTo>
                <a:cubicBezTo>
                  <a:pt x="30026" y="1034010"/>
                  <a:pt x="84371" y="1037690"/>
                  <a:pt x="121857" y="1034362"/>
                </a:cubicBezTo>
                <a:cubicBezTo>
                  <a:pt x="156604" y="1033221"/>
                  <a:pt x="195886" y="1031600"/>
                  <a:pt x="230205" y="1030116"/>
                </a:cubicBezTo>
                <a:cubicBezTo>
                  <a:pt x="233200" y="1029987"/>
                  <a:pt x="253655" y="1029095"/>
                  <a:pt x="255623" y="1029009"/>
                </a:cubicBezTo>
                <a:cubicBezTo>
                  <a:pt x="341977" y="1025184"/>
                  <a:pt x="454774" y="1021015"/>
                  <a:pt x="541384" y="1017936"/>
                </a:cubicBezTo>
                <a:cubicBezTo>
                  <a:pt x="569113" y="1014445"/>
                  <a:pt x="556276" y="967209"/>
                  <a:pt x="543182" y="953571"/>
                </a:cubicBezTo>
                <a:cubicBezTo>
                  <a:pt x="527349" y="717802"/>
                  <a:pt x="535651" y="484384"/>
                  <a:pt x="591023" y="254586"/>
                </a:cubicBezTo>
                <a:cubicBezTo>
                  <a:pt x="639890" y="276604"/>
                  <a:pt x="686105" y="271123"/>
                  <a:pt x="731721" y="251352"/>
                </a:cubicBezTo>
                <a:cubicBezTo>
                  <a:pt x="712293" y="403670"/>
                  <a:pt x="697060" y="595008"/>
                  <a:pt x="699028" y="737170"/>
                </a:cubicBezTo>
                <a:cubicBezTo>
                  <a:pt x="699970" y="789295"/>
                  <a:pt x="700654" y="825261"/>
                  <a:pt x="705190" y="872291"/>
                </a:cubicBezTo>
                <a:cubicBezTo>
                  <a:pt x="706817" y="887576"/>
                  <a:pt x="709726" y="902706"/>
                  <a:pt x="713834" y="917520"/>
                </a:cubicBezTo>
                <a:cubicBezTo>
                  <a:pt x="714433" y="920256"/>
                  <a:pt x="716488" y="922443"/>
                  <a:pt x="719140" y="923258"/>
                </a:cubicBezTo>
                <a:cubicBezTo>
                  <a:pt x="720424" y="968333"/>
                  <a:pt x="726243" y="1023674"/>
                  <a:pt x="784526" y="1021899"/>
                </a:cubicBezTo>
                <a:cubicBezTo>
                  <a:pt x="839983" y="1019300"/>
                  <a:pt x="896553" y="1014016"/>
                  <a:pt x="951327" y="1009865"/>
                </a:cubicBezTo>
                <a:cubicBezTo>
                  <a:pt x="977430" y="1007780"/>
                  <a:pt x="1004473" y="1005593"/>
                  <a:pt x="1030919" y="1003586"/>
                </a:cubicBezTo>
                <a:cubicBezTo>
                  <a:pt x="1046238" y="1001656"/>
                  <a:pt x="1063013" y="1003603"/>
                  <a:pt x="1077049" y="996132"/>
                </a:cubicBezTo>
                <a:cubicBezTo>
                  <a:pt x="1085948" y="990162"/>
                  <a:pt x="1092881" y="967063"/>
                  <a:pt x="1089886" y="954454"/>
                </a:cubicBezTo>
                <a:close/>
                <a:moveTo>
                  <a:pt x="901347" y="180485"/>
                </a:moveTo>
                <a:cubicBezTo>
                  <a:pt x="900063" y="182870"/>
                  <a:pt x="898864" y="185280"/>
                  <a:pt x="897752" y="187664"/>
                </a:cubicBezTo>
                <a:cubicBezTo>
                  <a:pt x="897495" y="188136"/>
                  <a:pt x="895355" y="192794"/>
                  <a:pt x="895099" y="193377"/>
                </a:cubicBezTo>
                <a:cubicBezTo>
                  <a:pt x="887995" y="208928"/>
                  <a:pt x="881833" y="225268"/>
                  <a:pt x="875929" y="241076"/>
                </a:cubicBezTo>
                <a:lnTo>
                  <a:pt x="875929" y="241093"/>
                </a:lnTo>
                <a:cubicBezTo>
                  <a:pt x="790602" y="462374"/>
                  <a:pt x="747126" y="700390"/>
                  <a:pt x="745928" y="937231"/>
                </a:cubicBezTo>
                <a:cubicBezTo>
                  <a:pt x="745928" y="938552"/>
                  <a:pt x="745671" y="940610"/>
                  <a:pt x="745329" y="939435"/>
                </a:cubicBezTo>
                <a:cubicBezTo>
                  <a:pt x="743531" y="933551"/>
                  <a:pt x="741734" y="928507"/>
                  <a:pt x="740279" y="922666"/>
                </a:cubicBezTo>
                <a:lnTo>
                  <a:pt x="740279" y="922658"/>
                </a:lnTo>
                <a:cubicBezTo>
                  <a:pt x="738225" y="914029"/>
                  <a:pt x="734973" y="905700"/>
                  <a:pt x="731549" y="897586"/>
                </a:cubicBezTo>
                <a:cubicBezTo>
                  <a:pt x="721451" y="692276"/>
                  <a:pt x="730352" y="479418"/>
                  <a:pt x="752089" y="276655"/>
                </a:cubicBezTo>
                <a:cubicBezTo>
                  <a:pt x="756540" y="229960"/>
                  <a:pt x="760306" y="189431"/>
                  <a:pt x="761932" y="144048"/>
                </a:cubicBezTo>
                <a:cubicBezTo>
                  <a:pt x="762446" y="130487"/>
                  <a:pt x="758252" y="90550"/>
                  <a:pt x="756369" y="78430"/>
                </a:cubicBezTo>
                <a:cubicBezTo>
                  <a:pt x="756197" y="77384"/>
                  <a:pt x="757310" y="76689"/>
                  <a:pt x="758252" y="77255"/>
                </a:cubicBezTo>
                <a:cubicBezTo>
                  <a:pt x="782814" y="92755"/>
                  <a:pt x="808232" y="105947"/>
                  <a:pt x="833393" y="120194"/>
                </a:cubicBezTo>
                <a:cubicBezTo>
                  <a:pt x="852735" y="131345"/>
                  <a:pt x="872334" y="141586"/>
                  <a:pt x="893387" y="150121"/>
                </a:cubicBezTo>
                <a:cubicBezTo>
                  <a:pt x="900148" y="153166"/>
                  <a:pt x="908022" y="156399"/>
                  <a:pt x="915211" y="153226"/>
                </a:cubicBezTo>
                <a:cubicBezTo>
                  <a:pt x="915297" y="153183"/>
                  <a:pt x="915211" y="153629"/>
                  <a:pt x="915211" y="153629"/>
                </a:cubicBezTo>
                <a:lnTo>
                  <a:pt x="915211" y="153638"/>
                </a:lnTo>
                <a:cubicBezTo>
                  <a:pt x="911017" y="161666"/>
                  <a:pt x="907337" y="169300"/>
                  <a:pt x="903400" y="178023"/>
                </a:cubicBezTo>
                <a:cubicBezTo>
                  <a:pt x="902459" y="178684"/>
                  <a:pt x="901774" y="179524"/>
                  <a:pt x="901347" y="180485"/>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grpSp>
        <p:nvGrpSpPr>
          <p:cNvPr id="438" name="Graphic 39" descr="Man wearing a jacket">
            <a:extLst>
              <a:ext uri="{FF2B5EF4-FFF2-40B4-BE49-F238E27FC236}">
                <a16:creationId xmlns:a16="http://schemas.microsoft.com/office/drawing/2014/main" id="{927554CF-630B-627B-D807-329921BA4FF2}"/>
              </a:ext>
            </a:extLst>
          </p:cNvPr>
          <p:cNvGrpSpPr/>
          <p:nvPr/>
        </p:nvGrpSpPr>
        <p:grpSpPr>
          <a:xfrm>
            <a:off x="3312355" y="11309962"/>
            <a:ext cx="788425" cy="570059"/>
            <a:chOff x="4071652" y="4001036"/>
            <a:chExt cx="788425" cy="570059"/>
          </a:xfrm>
          <a:solidFill>
            <a:srgbClr val="FFFFFF"/>
          </a:solidFill>
        </p:grpSpPr>
        <p:sp>
          <p:nvSpPr>
            <p:cNvPr id="439" name="Freeform: Shape 138">
              <a:extLst>
                <a:ext uri="{FF2B5EF4-FFF2-40B4-BE49-F238E27FC236}">
                  <a16:creationId xmlns:a16="http://schemas.microsoft.com/office/drawing/2014/main" id="{0F2F9E78-3040-D223-8431-1DF7D623D082}"/>
                </a:ext>
              </a:extLst>
            </p:cNvPr>
            <p:cNvSpPr/>
            <p:nvPr/>
          </p:nvSpPr>
          <p:spPr>
            <a:xfrm>
              <a:off x="4833313" y="4266172"/>
              <a:ext cx="26764" cy="249603"/>
            </a:xfrm>
            <a:custGeom>
              <a:avLst/>
              <a:gdLst>
                <a:gd name="connsiteX0" fmla="*/ 7361 w 26764"/>
                <a:gd name="connsiteY0" fmla="*/ 78 h 249603"/>
                <a:gd name="connsiteX1" fmla="*/ 1884 w 26764"/>
                <a:gd name="connsiteY1" fmla="*/ 5370 h 249603"/>
                <a:gd name="connsiteX2" fmla="*/ 17632 w 26764"/>
                <a:gd name="connsiteY2" fmla="*/ 244544 h 249603"/>
                <a:gd name="connsiteX3" fmla="*/ 28586 w 26764"/>
                <a:gd name="connsiteY3" fmla="*/ 244544 h 249603"/>
                <a:gd name="connsiteX4" fmla="*/ 12838 w 26764"/>
                <a:gd name="connsiteY4" fmla="*/ 5379 h 249603"/>
                <a:gd name="connsiteX5" fmla="*/ 7361 w 26764"/>
                <a:gd name="connsiteY5" fmla="*/ 78 h 249603"/>
                <a:gd name="connsiteX6" fmla="*/ 7361 w 26764"/>
                <a:gd name="connsiteY6" fmla="*/ 78 h 24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64" h="249603">
                  <a:moveTo>
                    <a:pt x="7361" y="78"/>
                  </a:moveTo>
                  <a:cubicBezTo>
                    <a:pt x="4451" y="-33"/>
                    <a:pt x="1713" y="2377"/>
                    <a:pt x="1884" y="5370"/>
                  </a:cubicBezTo>
                  <a:cubicBezTo>
                    <a:pt x="1969" y="76357"/>
                    <a:pt x="7875" y="165760"/>
                    <a:pt x="17632" y="244544"/>
                  </a:cubicBezTo>
                  <a:cubicBezTo>
                    <a:pt x="17973" y="250917"/>
                    <a:pt x="29528" y="251826"/>
                    <a:pt x="28586" y="244544"/>
                  </a:cubicBezTo>
                  <a:cubicBezTo>
                    <a:pt x="19343" y="170512"/>
                    <a:pt x="12838" y="78056"/>
                    <a:pt x="12838" y="5379"/>
                  </a:cubicBezTo>
                  <a:cubicBezTo>
                    <a:pt x="12924" y="2360"/>
                    <a:pt x="10357" y="-119"/>
                    <a:pt x="7361" y="78"/>
                  </a:cubicBezTo>
                  <a:lnTo>
                    <a:pt x="7361" y="78"/>
                  </a:ln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440" name="Freeform: Shape 139">
              <a:extLst>
                <a:ext uri="{FF2B5EF4-FFF2-40B4-BE49-F238E27FC236}">
                  <a16:creationId xmlns:a16="http://schemas.microsoft.com/office/drawing/2014/main" id="{A36F21B9-46B6-EEBD-848E-75058456E997}"/>
                </a:ext>
              </a:extLst>
            </p:cNvPr>
            <p:cNvSpPr/>
            <p:nvPr/>
          </p:nvSpPr>
          <p:spPr>
            <a:xfrm>
              <a:off x="4194443" y="4357574"/>
              <a:ext cx="139610" cy="96426"/>
            </a:xfrm>
            <a:custGeom>
              <a:avLst/>
              <a:gdLst>
                <a:gd name="connsiteX0" fmla="*/ 135901 w 139610"/>
                <a:gd name="connsiteY0" fmla="*/ 68 h 96426"/>
                <a:gd name="connsiteX1" fmla="*/ 4190 w 139610"/>
                <a:gd name="connsiteY1" fmla="*/ 85989 h 96426"/>
                <a:gd name="connsiteX2" fmla="*/ 2220 w 139610"/>
                <a:gd name="connsiteY2" fmla="*/ 92722 h 96426"/>
                <a:gd name="connsiteX3" fmla="*/ 9666 w 139610"/>
                <a:gd name="connsiteY3" fmla="*/ 95450 h 96426"/>
                <a:gd name="connsiteX4" fmla="*/ 72570 w 139610"/>
                <a:gd name="connsiteY4" fmla="*/ 50186 h 96426"/>
                <a:gd name="connsiteX5" fmla="*/ 138811 w 139610"/>
                <a:gd name="connsiteY5" fmla="*/ 10224 h 96426"/>
                <a:gd name="connsiteX6" fmla="*/ 135901 w 139610"/>
                <a:gd name="connsiteY6" fmla="*/ 68 h 96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610" h="96426">
                  <a:moveTo>
                    <a:pt x="135901" y="68"/>
                  </a:moveTo>
                  <a:cubicBezTo>
                    <a:pt x="89430" y="22781"/>
                    <a:pt x="47837" y="53163"/>
                    <a:pt x="4190" y="85989"/>
                  </a:cubicBezTo>
                  <a:cubicBezTo>
                    <a:pt x="2135" y="87567"/>
                    <a:pt x="1365" y="90295"/>
                    <a:pt x="2220" y="92722"/>
                  </a:cubicBezTo>
                  <a:cubicBezTo>
                    <a:pt x="2991" y="95913"/>
                    <a:pt x="7099" y="97783"/>
                    <a:pt x="9666" y="95450"/>
                  </a:cubicBezTo>
                  <a:cubicBezTo>
                    <a:pt x="31747" y="78475"/>
                    <a:pt x="52287" y="63670"/>
                    <a:pt x="72570" y="50186"/>
                  </a:cubicBezTo>
                  <a:cubicBezTo>
                    <a:pt x="95249" y="35056"/>
                    <a:pt x="116902" y="21984"/>
                    <a:pt x="138811" y="10224"/>
                  </a:cubicBezTo>
                  <a:cubicBezTo>
                    <a:pt x="143860" y="7908"/>
                    <a:pt x="141122" y="-52"/>
                    <a:pt x="135901" y="68"/>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441" name="Freeform: Shape 140">
              <a:extLst>
                <a:ext uri="{FF2B5EF4-FFF2-40B4-BE49-F238E27FC236}">
                  <a16:creationId xmlns:a16="http://schemas.microsoft.com/office/drawing/2014/main" id="{5BFCDF9A-F587-08D5-0855-843D83ACF636}"/>
                </a:ext>
              </a:extLst>
            </p:cNvPr>
            <p:cNvSpPr/>
            <p:nvPr/>
          </p:nvSpPr>
          <p:spPr>
            <a:xfrm>
              <a:off x="4716933" y="4351640"/>
              <a:ext cx="45496" cy="38453"/>
            </a:xfrm>
            <a:custGeom>
              <a:avLst/>
              <a:gdLst>
                <a:gd name="connsiteX0" fmla="*/ 7349 w 45496"/>
                <a:gd name="connsiteY0" fmla="*/ 67 h 38453"/>
                <a:gd name="connsiteX1" fmla="*/ 45263 w 45496"/>
                <a:gd name="connsiteY1" fmla="*/ 37516 h 38453"/>
                <a:gd name="connsiteX2" fmla="*/ 44663 w 45496"/>
                <a:gd name="connsiteY2" fmla="*/ 28793 h 38453"/>
                <a:gd name="connsiteX3" fmla="*/ 11971 w 45496"/>
                <a:gd name="connsiteY3" fmla="*/ 2357 h 38453"/>
                <a:gd name="connsiteX4" fmla="*/ 7349 w 45496"/>
                <a:gd name="connsiteY4" fmla="*/ 67 h 38453"/>
                <a:gd name="connsiteX5" fmla="*/ 7349 w 45496"/>
                <a:gd name="connsiteY5" fmla="*/ 67 h 3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96" h="38453">
                  <a:moveTo>
                    <a:pt x="7349" y="67"/>
                  </a:moveTo>
                  <a:cubicBezTo>
                    <a:pt x="-15245" y="1311"/>
                    <a:pt x="39016" y="45691"/>
                    <a:pt x="45263" y="37516"/>
                  </a:cubicBezTo>
                  <a:cubicBezTo>
                    <a:pt x="48087" y="35269"/>
                    <a:pt x="48258" y="30320"/>
                    <a:pt x="44663" y="28793"/>
                  </a:cubicBezTo>
                  <a:cubicBezTo>
                    <a:pt x="31911" y="22506"/>
                    <a:pt x="20786" y="13482"/>
                    <a:pt x="11971" y="2357"/>
                  </a:cubicBezTo>
                  <a:cubicBezTo>
                    <a:pt x="10858" y="908"/>
                    <a:pt x="9146" y="58"/>
                    <a:pt x="7349" y="67"/>
                  </a:cubicBezTo>
                  <a:lnTo>
                    <a:pt x="7349" y="67"/>
                  </a:ln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442" name="Freeform: Shape 141">
              <a:extLst>
                <a:ext uri="{FF2B5EF4-FFF2-40B4-BE49-F238E27FC236}">
                  <a16:creationId xmlns:a16="http://schemas.microsoft.com/office/drawing/2014/main" id="{9A15152E-6104-3A01-64BD-F240E103C439}"/>
                </a:ext>
              </a:extLst>
            </p:cNvPr>
            <p:cNvSpPr/>
            <p:nvPr/>
          </p:nvSpPr>
          <p:spPr>
            <a:xfrm>
              <a:off x="4167170" y="4026210"/>
              <a:ext cx="138157" cy="55471"/>
            </a:xfrm>
            <a:custGeom>
              <a:avLst/>
              <a:gdLst>
                <a:gd name="connsiteX0" fmla="*/ 8525 w 138157"/>
                <a:gd name="connsiteY0" fmla="*/ 69 h 55471"/>
                <a:gd name="connsiteX1" fmla="*/ 6899 w 138157"/>
                <a:gd name="connsiteY1" fmla="*/ 51104 h 55471"/>
                <a:gd name="connsiteX2" fmla="*/ 23588 w 138157"/>
                <a:gd name="connsiteY2" fmla="*/ 55539 h 55471"/>
                <a:gd name="connsiteX3" fmla="*/ 139638 w 138157"/>
                <a:gd name="connsiteY3" fmla="*/ 30613 h 55471"/>
                <a:gd name="connsiteX4" fmla="*/ 109171 w 138157"/>
                <a:gd name="connsiteY4" fmla="*/ 28820 h 55471"/>
                <a:gd name="connsiteX5" fmla="*/ 16570 w 138157"/>
                <a:gd name="connsiteY5" fmla="*/ 44414 h 55471"/>
                <a:gd name="connsiteX6" fmla="*/ 14260 w 138157"/>
                <a:gd name="connsiteY6" fmla="*/ 6913 h 55471"/>
                <a:gd name="connsiteX7" fmla="*/ 8525 w 138157"/>
                <a:gd name="connsiteY7" fmla="*/ 69 h 55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157" h="55471">
                  <a:moveTo>
                    <a:pt x="8525" y="69"/>
                  </a:moveTo>
                  <a:cubicBezTo>
                    <a:pt x="-4227" y="3731"/>
                    <a:pt x="4930" y="41695"/>
                    <a:pt x="6899" y="51104"/>
                  </a:cubicBezTo>
                  <a:cubicBezTo>
                    <a:pt x="9381" y="57598"/>
                    <a:pt x="18025" y="54750"/>
                    <a:pt x="23588" y="55539"/>
                  </a:cubicBezTo>
                  <a:cubicBezTo>
                    <a:pt x="62613" y="54312"/>
                    <a:pt x="103265" y="43556"/>
                    <a:pt x="139638" y="30613"/>
                  </a:cubicBezTo>
                  <a:cubicBezTo>
                    <a:pt x="143575" y="13441"/>
                    <a:pt x="117045" y="28297"/>
                    <a:pt x="109171" y="28820"/>
                  </a:cubicBezTo>
                  <a:cubicBezTo>
                    <a:pt x="79045" y="37158"/>
                    <a:pt x="47893" y="45786"/>
                    <a:pt x="16570" y="44414"/>
                  </a:cubicBezTo>
                  <a:cubicBezTo>
                    <a:pt x="13917" y="32869"/>
                    <a:pt x="11520" y="19385"/>
                    <a:pt x="14260" y="6913"/>
                  </a:cubicBezTo>
                  <a:cubicBezTo>
                    <a:pt x="15287" y="3362"/>
                    <a:pt x="12034" y="-17"/>
                    <a:pt x="8525" y="69"/>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443" name="Freeform: Shape 142">
              <a:extLst>
                <a:ext uri="{FF2B5EF4-FFF2-40B4-BE49-F238E27FC236}">
                  <a16:creationId xmlns:a16="http://schemas.microsoft.com/office/drawing/2014/main" id="{D7C0CF76-06B3-F0BB-BFC8-49FE1D2D3004}"/>
                </a:ext>
              </a:extLst>
            </p:cNvPr>
            <p:cNvSpPr/>
            <p:nvPr/>
          </p:nvSpPr>
          <p:spPr>
            <a:xfrm>
              <a:off x="4729498" y="4001036"/>
              <a:ext cx="67560" cy="52815"/>
            </a:xfrm>
            <a:custGeom>
              <a:avLst/>
              <a:gdLst>
                <a:gd name="connsiteX0" fmla="*/ 6680 w 67560"/>
                <a:gd name="connsiteY0" fmla="*/ 34386 h 52815"/>
                <a:gd name="connsiteX1" fmla="*/ 44849 w 67560"/>
                <a:gd name="connsiteY1" fmla="*/ 51876 h 52815"/>
                <a:gd name="connsiteX2" fmla="*/ 68043 w 67560"/>
                <a:gd name="connsiteY2" fmla="*/ 1655 h 52815"/>
                <a:gd name="connsiteX3" fmla="*/ 56746 w 67560"/>
                <a:gd name="connsiteY3" fmla="*/ 24342 h 52815"/>
                <a:gd name="connsiteX4" fmla="*/ 6680 w 67560"/>
                <a:gd name="connsiteY4" fmla="*/ 34386 h 52815"/>
                <a:gd name="connsiteX5" fmla="*/ 6680 w 67560"/>
                <a:gd name="connsiteY5" fmla="*/ 34386 h 52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60" h="52815">
                  <a:moveTo>
                    <a:pt x="6680" y="34386"/>
                  </a:moveTo>
                  <a:cubicBezTo>
                    <a:pt x="-13603" y="45854"/>
                    <a:pt x="36377" y="56207"/>
                    <a:pt x="44849" y="51876"/>
                  </a:cubicBezTo>
                  <a:cubicBezTo>
                    <a:pt x="65304" y="47741"/>
                    <a:pt x="72835" y="17892"/>
                    <a:pt x="68043" y="1655"/>
                  </a:cubicBezTo>
                  <a:cubicBezTo>
                    <a:pt x="54093" y="-6202"/>
                    <a:pt x="59912" y="17291"/>
                    <a:pt x="56746" y="24342"/>
                  </a:cubicBezTo>
                  <a:cubicBezTo>
                    <a:pt x="51782" y="50538"/>
                    <a:pt x="23198" y="41145"/>
                    <a:pt x="6680" y="34386"/>
                  </a:cubicBezTo>
                  <a:lnTo>
                    <a:pt x="6680" y="34386"/>
                  </a:ln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444" name="Freeform: Shape 143">
              <a:extLst>
                <a:ext uri="{FF2B5EF4-FFF2-40B4-BE49-F238E27FC236}">
                  <a16:creationId xmlns:a16="http://schemas.microsoft.com/office/drawing/2014/main" id="{B94BDDBE-EF27-596F-15D2-D432A38FC325}"/>
                </a:ext>
              </a:extLst>
            </p:cNvPr>
            <p:cNvSpPr/>
            <p:nvPr/>
          </p:nvSpPr>
          <p:spPr>
            <a:xfrm>
              <a:off x="4071652" y="4117812"/>
              <a:ext cx="59718" cy="453283"/>
            </a:xfrm>
            <a:custGeom>
              <a:avLst/>
              <a:gdLst>
                <a:gd name="connsiteX0" fmla="*/ 50640 w 59718"/>
                <a:gd name="connsiteY0" fmla="*/ 448443 h 453283"/>
                <a:gd name="connsiteX1" fmla="*/ 35662 w 59718"/>
                <a:gd name="connsiteY1" fmla="*/ 54309 h 453283"/>
                <a:gd name="connsiteX2" fmla="*/ 1942 w 59718"/>
                <a:gd name="connsiteY2" fmla="*/ 29314 h 453283"/>
                <a:gd name="connsiteX3" fmla="*/ 35748 w 59718"/>
                <a:gd name="connsiteY3" fmla="*/ 40044 h 453283"/>
                <a:gd name="connsiteX4" fmla="*/ 45676 w 59718"/>
                <a:gd name="connsiteY4" fmla="*/ 1678 h 453283"/>
                <a:gd name="connsiteX5" fmla="*/ 47387 w 59718"/>
                <a:gd name="connsiteY5" fmla="*/ 109831 h 453283"/>
                <a:gd name="connsiteX6" fmla="*/ 61594 w 59718"/>
                <a:gd name="connsiteY6" fmla="*/ 447979 h 453283"/>
                <a:gd name="connsiteX7" fmla="*/ 56117 w 59718"/>
                <a:gd name="connsiteY7" fmla="*/ 453340 h 453283"/>
                <a:gd name="connsiteX8" fmla="*/ 50640 w 59718"/>
                <a:gd name="connsiteY8" fmla="*/ 448443 h 453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18" h="453283">
                  <a:moveTo>
                    <a:pt x="50640" y="448443"/>
                  </a:moveTo>
                  <a:cubicBezTo>
                    <a:pt x="46532" y="317311"/>
                    <a:pt x="36005" y="186436"/>
                    <a:pt x="35662" y="54309"/>
                  </a:cubicBezTo>
                  <a:cubicBezTo>
                    <a:pt x="25906" y="43887"/>
                    <a:pt x="11357" y="39281"/>
                    <a:pt x="1942" y="29314"/>
                  </a:cubicBezTo>
                  <a:cubicBezTo>
                    <a:pt x="317" y="9972"/>
                    <a:pt x="29072" y="36485"/>
                    <a:pt x="35748" y="40044"/>
                  </a:cubicBezTo>
                  <a:cubicBezTo>
                    <a:pt x="37631" y="29005"/>
                    <a:pt x="29928" y="-8049"/>
                    <a:pt x="45676" y="1678"/>
                  </a:cubicBezTo>
                  <a:cubicBezTo>
                    <a:pt x="49013" y="34864"/>
                    <a:pt x="45162" y="70434"/>
                    <a:pt x="47387" y="109831"/>
                  </a:cubicBezTo>
                  <a:cubicBezTo>
                    <a:pt x="49955" y="223671"/>
                    <a:pt x="57828" y="334397"/>
                    <a:pt x="61594" y="447979"/>
                  </a:cubicBezTo>
                  <a:cubicBezTo>
                    <a:pt x="61594" y="447979"/>
                    <a:pt x="61337" y="453066"/>
                    <a:pt x="56117" y="453340"/>
                  </a:cubicBezTo>
                  <a:cubicBezTo>
                    <a:pt x="51152" y="453606"/>
                    <a:pt x="50640" y="448443"/>
                    <a:pt x="50640" y="448443"/>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grpSp>
      <p:sp>
        <p:nvSpPr>
          <p:cNvPr id="445" name="Freeform: Shape 129">
            <a:extLst>
              <a:ext uri="{FF2B5EF4-FFF2-40B4-BE49-F238E27FC236}">
                <a16:creationId xmlns:a16="http://schemas.microsoft.com/office/drawing/2014/main" id="{988BE732-E3A9-A7D8-47E5-6523AC1D63D7}"/>
              </a:ext>
            </a:extLst>
          </p:cNvPr>
          <p:cNvSpPr/>
          <p:nvPr/>
        </p:nvSpPr>
        <p:spPr>
          <a:xfrm>
            <a:off x="3527307" y="10448154"/>
            <a:ext cx="494110" cy="496266"/>
          </a:xfrm>
          <a:custGeom>
            <a:avLst/>
            <a:gdLst>
              <a:gd name="connsiteX0" fmla="*/ 91211 w 494110"/>
              <a:gd name="connsiteY0" fmla="*/ 211457 h 496266"/>
              <a:gd name="connsiteX1" fmla="*/ 1348 w 494110"/>
              <a:gd name="connsiteY1" fmla="*/ 284795 h 496266"/>
              <a:gd name="connsiteX2" fmla="*/ 89747 w 494110"/>
              <a:gd name="connsiteY2" fmla="*/ 350489 h 496266"/>
              <a:gd name="connsiteX3" fmla="*/ 115816 w 494110"/>
              <a:gd name="connsiteY3" fmla="*/ 381128 h 496266"/>
              <a:gd name="connsiteX4" fmla="*/ 347574 w 494110"/>
              <a:gd name="connsiteY4" fmla="*/ 495886 h 496266"/>
              <a:gd name="connsiteX5" fmla="*/ 464095 w 494110"/>
              <a:gd name="connsiteY5" fmla="*/ 413791 h 496266"/>
              <a:gd name="connsiteX6" fmla="*/ 493878 w 494110"/>
              <a:gd name="connsiteY6" fmla="*/ 278439 h 496266"/>
              <a:gd name="connsiteX7" fmla="*/ 464284 w 494110"/>
              <a:gd name="connsiteY7" fmla="*/ 120983 h 496266"/>
              <a:gd name="connsiteX8" fmla="*/ 220184 w 494110"/>
              <a:gd name="connsiteY8" fmla="*/ 2073 h 496266"/>
              <a:gd name="connsiteX9" fmla="*/ 91211 w 494110"/>
              <a:gd name="connsiteY9" fmla="*/ 211457 h 49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4110" h="496266">
                <a:moveTo>
                  <a:pt x="91211" y="211457"/>
                </a:moveTo>
                <a:cubicBezTo>
                  <a:pt x="91211" y="211457"/>
                  <a:pt x="-12952" y="215652"/>
                  <a:pt x="1348" y="284795"/>
                </a:cubicBezTo>
                <a:cubicBezTo>
                  <a:pt x="17361" y="362198"/>
                  <a:pt x="89747" y="350489"/>
                  <a:pt x="89747" y="350489"/>
                </a:cubicBezTo>
                <a:lnTo>
                  <a:pt x="115816" y="381128"/>
                </a:lnTo>
                <a:cubicBezTo>
                  <a:pt x="115816" y="381128"/>
                  <a:pt x="204189" y="503949"/>
                  <a:pt x="347574" y="495886"/>
                </a:cubicBezTo>
                <a:cubicBezTo>
                  <a:pt x="347574" y="495886"/>
                  <a:pt x="421475" y="489959"/>
                  <a:pt x="464095" y="413791"/>
                </a:cubicBezTo>
                <a:cubicBezTo>
                  <a:pt x="491550" y="364728"/>
                  <a:pt x="495205" y="309755"/>
                  <a:pt x="493878" y="278439"/>
                </a:cubicBezTo>
                <a:cubicBezTo>
                  <a:pt x="490438" y="197459"/>
                  <a:pt x="464284" y="120983"/>
                  <a:pt x="464284" y="120983"/>
                </a:cubicBezTo>
                <a:cubicBezTo>
                  <a:pt x="464284" y="120983"/>
                  <a:pt x="390665" y="-18513"/>
                  <a:pt x="220184" y="2073"/>
                </a:cubicBezTo>
                <a:cubicBezTo>
                  <a:pt x="84655" y="18439"/>
                  <a:pt x="98477" y="166246"/>
                  <a:pt x="91211" y="211457"/>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grpSp>
        <p:nvGrpSpPr>
          <p:cNvPr id="446" name="Graphic 39" descr="Man wearing a jacket">
            <a:extLst>
              <a:ext uri="{FF2B5EF4-FFF2-40B4-BE49-F238E27FC236}">
                <a16:creationId xmlns:a16="http://schemas.microsoft.com/office/drawing/2014/main" id="{15BC9658-D052-7260-8033-C85EBD0718A1}"/>
              </a:ext>
            </a:extLst>
          </p:cNvPr>
          <p:cNvGrpSpPr/>
          <p:nvPr/>
        </p:nvGrpSpPr>
        <p:grpSpPr>
          <a:xfrm>
            <a:off x="3483161" y="10232485"/>
            <a:ext cx="2159884" cy="718362"/>
            <a:chOff x="4242458" y="2923559"/>
            <a:chExt cx="2159884" cy="718362"/>
          </a:xfrm>
          <a:solidFill>
            <a:srgbClr val="191246"/>
          </a:solidFill>
        </p:grpSpPr>
        <p:sp>
          <p:nvSpPr>
            <p:cNvPr id="447" name="Freeform: Shape 137">
              <a:extLst>
                <a:ext uri="{FF2B5EF4-FFF2-40B4-BE49-F238E27FC236}">
                  <a16:creationId xmlns:a16="http://schemas.microsoft.com/office/drawing/2014/main" id="{B29ECAAF-E985-1FDA-98DA-AAF2BC7688CB}"/>
                </a:ext>
              </a:extLst>
            </p:cNvPr>
            <p:cNvSpPr/>
            <p:nvPr/>
          </p:nvSpPr>
          <p:spPr>
            <a:xfrm>
              <a:off x="5789657" y="2923559"/>
              <a:ext cx="612685" cy="673912"/>
            </a:xfrm>
            <a:custGeom>
              <a:avLst/>
              <a:gdLst>
                <a:gd name="connsiteX0" fmla="*/ 612234 w 612685"/>
                <a:gd name="connsiteY0" fmla="*/ 300350 h 673912"/>
                <a:gd name="connsiteX1" fmla="*/ 600021 w 612685"/>
                <a:gd name="connsiteY1" fmla="*/ 281188 h 673912"/>
                <a:gd name="connsiteX2" fmla="*/ 566798 w 612685"/>
                <a:gd name="connsiteY2" fmla="*/ 211642 h 673912"/>
                <a:gd name="connsiteX3" fmla="*/ 517579 w 612685"/>
                <a:gd name="connsiteY3" fmla="*/ 154045 h 673912"/>
                <a:gd name="connsiteX4" fmla="*/ 557084 w 612685"/>
                <a:gd name="connsiteY4" fmla="*/ 160701 h 673912"/>
                <a:gd name="connsiteX5" fmla="*/ 559694 w 612685"/>
                <a:gd name="connsiteY5" fmla="*/ 152381 h 673912"/>
                <a:gd name="connsiteX6" fmla="*/ 339866 w 612685"/>
                <a:gd name="connsiteY6" fmla="*/ 42529 h 673912"/>
                <a:gd name="connsiteX7" fmla="*/ 347389 w 612685"/>
                <a:gd name="connsiteY7" fmla="*/ 30890 h 673912"/>
                <a:gd name="connsiteX8" fmla="*/ 357539 w 612685"/>
                <a:gd name="connsiteY8" fmla="*/ 5175 h 673912"/>
                <a:gd name="connsiteX9" fmla="*/ 355519 w 612685"/>
                <a:gd name="connsiteY9" fmla="*/ 11 h 673912"/>
                <a:gd name="connsiteX10" fmla="*/ 333345 w 612685"/>
                <a:gd name="connsiteY10" fmla="*/ 4694 h 673912"/>
                <a:gd name="connsiteX11" fmla="*/ 251716 w 612685"/>
                <a:gd name="connsiteY11" fmla="*/ 31362 h 673912"/>
                <a:gd name="connsiteX12" fmla="*/ 167245 w 612685"/>
                <a:gd name="connsiteY12" fmla="*/ 72525 h 673912"/>
                <a:gd name="connsiteX13" fmla="*/ 169993 w 612685"/>
                <a:gd name="connsiteY13" fmla="*/ 56614 h 673912"/>
                <a:gd name="connsiteX14" fmla="*/ 174563 w 612685"/>
                <a:gd name="connsiteY14" fmla="*/ 38378 h 673912"/>
                <a:gd name="connsiteX15" fmla="*/ 166116 w 612685"/>
                <a:gd name="connsiteY15" fmla="*/ 36885 h 673912"/>
                <a:gd name="connsiteX16" fmla="*/ 131455 w 612685"/>
                <a:gd name="connsiteY16" fmla="*/ 89525 h 673912"/>
                <a:gd name="connsiteX17" fmla="*/ 129187 w 612685"/>
                <a:gd name="connsiteY17" fmla="*/ 93711 h 673912"/>
                <a:gd name="connsiteX18" fmla="*/ 124017 w 612685"/>
                <a:gd name="connsiteY18" fmla="*/ 93102 h 673912"/>
                <a:gd name="connsiteX19" fmla="*/ 112301 w 612685"/>
                <a:gd name="connsiteY19" fmla="*/ 92270 h 673912"/>
                <a:gd name="connsiteX20" fmla="*/ 108493 w 612685"/>
                <a:gd name="connsiteY20" fmla="*/ 96070 h 673912"/>
                <a:gd name="connsiteX21" fmla="*/ 924 w 612685"/>
                <a:gd name="connsiteY21" fmla="*/ 353076 h 673912"/>
                <a:gd name="connsiteX22" fmla="*/ 2832 w 612685"/>
                <a:gd name="connsiteY22" fmla="*/ 386820 h 673912"/>
                <a:gd name="connsiteX23" fmla="*/ 2669 w 612685"/>
                <a:gd name="connsiteY23" fmla="*/ 387909 h 673912"/>
                <a:gd name="connsiteX24" fmla="*/ 7967 w 612685"/>
                <a:gd name="connsiteY24" fmla="*/ 389350 h 673912"/>
                <a:gd name="connsiteX25" fmla="*/ 26307 w 612685"/>
                <a:gd name="connsiteY25" fmla="*/ 356258 h 673912"/>
                <a:gd name="connsiteX26" fmla="*/ 37510 w 612685"/>
                <a:gd name="connsiteY26" fmla="*/ 444477 h 673912"/>
                <a:gd name="connsiteX27" fmla="*/ 54627 w 612685"/>
                <a:gd name="connsiteY27" fmla="*/ 493558 h 673912"/>
                <a:gd name="connsiteX28" fmla="*/ 80687 w 612685"/>
                <a:gd name="connsiteY28" fmla="*/ 553325 h 673912"/>
                <a:gd name="connsiteX29" fmla="*/ 99780 w 612685"/>
                <a:gd name="connsiteY29" fmla="*/ 588664 h 673912"/>
                <a:gd name="connsiteX30" fmla="*/ 119533 w 612685"/>
                <a:gd name="connsiteY30" fmla="*/ 611275 h 673912"/>
                <a:gd name="connsiteX31" fmla="*/ 124385 w 612685"/>
                <a:gd name="connsiteY31" fmla="*/ 608676 h 673912"/>
                <a:gd name="connsiteX32" fmla="*/ 128827 w 612685"/>
                <a:gd name="connsiteY32" fmla="*/ 598563 h 673912"/>
                <a:gd name="connsiteX33" fmla="*/ 130547 w 612685"/>
                <a:gd name="connsiteY33" fmla="*/ 587524 h 673912"/>
                <a:gd name="connsiteX34" fmla="*/ 139611 w 612685"/>
                <a:gd name="connsiteY34" fmla="*/ 606891 h 673912"/>
                <a:gd name="connsiteX35" fmla="*/ 154160 w 612685"/>
                <a:gd name="connsiteY35" fmla="*/ 625993 h 673912"/>
                <a:gd name="connsiteX36" fmla="*/ 157429 w 612685"/>
                <a:gd name="connsiteY36" fmla="*/ 625144 h 673912"/>
                <a:gd name="connsiteX37" fmla="*/ 161434 w 612685"/>
                <a:gd name="connsiteY37" fmla="*/ 621602 h 673912"/>
                <a:gd name="connsiteX38" fmla="*/ 171182 w 612685"/>
                <a:gd name="connsiteY38" fmla="*/ 580010 h 673912"/>
                <a:gd name="connsiteX39" fmla="*/ 189848 w 612685"/>
                <a:gd name="connsiteY39" fmla="*/ 599215 h 673912"/>
                <a:gd name="connsiteX40" fmla="*/ 221856 w 612685"/>
                <a:gd name="connsiteY40" fmla="*/ 621181 h 673912"/>
                <a:gd name="connsiteX41" fmla="*/ 227102 w 612685"/>
                <a:gd name="connsiteY41" fmla="*/ 614337 h 673912"/>
                <a:gd name="connsiteX42" fmla="*/ 201016 w 612685"/>
                <a:gd name="connsiteY42" fmla="*/ 588012 h 673912"/>
                <a:gd name="connsiteX43" fmla="*/ 139208 w 612685"/>
                <a:gd name="connsiteY43" fmla="*/ 511021 h 673912"/>
                <a:gd name="connsiteX44" fmla="*/ 138532 w 612685"/>
                <a:gd name="connsiteY44" fmla="*/ 509949 h 673912"/>
                <a:gd name="connsiteX45" fmla="*/ 129572 w 612685"/>
                <a:gd name="connsiteY45" fmla="*/ 499613 h 673912"/>
                <a:gd name="connsiteX46" fmla="*/ 123119 w 612685"/>
                <a:gd name="connsiteY46" fmla="*/ 503327 h 673912"/>
                <a:gd name="connsiteX47" fmla="*/ 123555 w 612685"/>
                <a:gd name="connsiteY47" fmla="*/ 507745 h 673912"/>
                <a:gd name="connsiteX48" fmla="*/ 63313 w 612685"/>
                <a:gd name="connsiteY48" fmla="*/ 478264 h 673912"/>
                <a:gd name="connsiteX49" fmla="*/ 73524 w 612685"/>
                <a:gd name="connsiteY49" fmla="*/ 412801 h 673912"/>
                <a:gd name="connsiteX50" fmla="*/ 93413 w 612685"/>
                <a:gd name="connsiteY50" fmla="*/ 406771 h 673912"/>
                <a:gd name="connsiteX51" fmla="*/ 105189 w 612685"/>
                <a:gd name="connsiteY51" fmla="*/ 406900 h 673912"/>
                <a:gd name="connsiteX52" fmla="*/ 118728 w 612685"/>
                <a:gd name="connsiteY52" fmla="*/ 407732 h 673912"/>
                <a:gd name="connsiteX53" fmla="*/ 154639 w 612685"/>
                <a:gd name="connsiteY53" fmla="*/ 461229 h 673912"/>
                <a:gd name="connsiteX54" fmla="*/ 164918 w 612685"/>
                <a:gd name="connsiteY54" fmla="*/ 458527 h 673912"/>
                <a:gd name="connsiteX55" fmla="*/ 166809 w 612685"/>
                <a:gd name="connsiteY55" fmla="*/ 428266 h 673912"/>
                <a:gd name="connsiteX56" fmla="*/ 181332 w 612685"/>
                <a:gd name="connsiteY56" fmla="*/ 441261 h 673912"/>
                <a:gd name="connsiteX57" fmla="*/ 189951 w 612685"/>
                <a:gd name="connsiteY57" fmla="*/ 436303 h 673912"/>
                <a:gd name="connsiteX58" fmla="*/ 200862 w 612685"/>
                <a:gd name="connsiteY58" fmla="*/ 361285 h 673912"/>
                <a:gd name="connsiteX59" fmla="*/ 228138 w 612685"/>
                <a:gd name="connsiteY59" fmla="*/ 289140 h 673912"/>
                <a:gd name="connsiteX60" fmla="*/ 250920 w 612685"/>
                <a:gd name="connsiteY60" fmla="*/ 315438 h 673912"/>
                <a:gd name="connsiteX61" fmla="*/ 260574 w 612685"/>
                <a:gd name="connsiteY61" fmla="*/ 309803 h 673912"/>
                <a:gd name="connsiteX62" fmla="*/ 247779 w 612685"/>
                <a:gd name="connsiteY62" fmla="*/ 233395 h 673912"/>
                <a:gd name="connsiteX63" fmla="*/ 278914 w 612685"/>
                <a:gd name="connsiteY63" fmla="*/ 337817 h 673912"/>
                <a:gd name="connsiteX64" fmla="*/ 289406 w 612685"/>
                <a:gd name="connsiteY64" fmla="*/ 339189 h 673912"/>
                <a:gd name="connsiteX65" fmla="*/ 307927 w 612685"/>
                <a:gd name="connsiteY65" fmla="*/ 249186 h 673912"/>
                <a:gd name="connsiteX66" fmla="*/ 325719 w 612685"/>
                <a:gd name="connsiteY66" fmla="*/ 288642 h 673912"/>
                <a:gd name="connsiteX67" fmla="*/ 337461 w 612685"/>
                <a:gd name="connsiteY67" fmla="*/ 287047 h 673912"/>
                <a:gd name="connsiteX68" fmla="*/ 338231 w 612685"/>
                <a:gd name="connsiteY68" fmla="*/ 241766 h 673912"/>
                <a:gd name="connsiteX69" fmla="*/ 508251 w 612685"/>
                <a:gd name="connsiteY69" fmla="*/ 326211 h 673912"/>
                <a:gd name="connsiteX70" fmla="*/ 519137 w 612685"/>
                <a:gd name="connsiteY70" fmla="*/ 374228 h 673912"/>
                <a:gd name="connsiteX71" fmla="*/ 528962 w 612685"/>
                <a:gd name="connsiteY71" fmla="*/ 470090 h 673912"/>
                <a:gd name="connsiteX72" fmla="*/ 447718 w 612685"/>
                <a:gd name="connsiteY72" fmla="*/ 638499 h 673912"/>
                <a:gd name="connsiteX73" fmla="*/ 353799 w 612685"/>
                <a:gd name="connsiteY73" fmla="*/ 660183 h 673912"/>
                <a:gd name="connsiteX74" fmla="*/ 318453 w 612685"/>
                <a:gd name="connsiteY74" fmla="*/ 657387 h 673912"/>
                <a:gd name="connsiteX75" fmla="*/ 317315 w 612685"/>
                <a:gd name="connsiteY75" fmla="*/ 665827 h 673912"/>
                <a:gd name="connsiteX76" fmla="*/ 382264 w 612685"/>
                <a:gd name="connsiteY76" fmla="*/ 673710 h 673912"/>
                <a:gd name="connsiteX77" fmla="*/ 513873 w 612685"/>
                <a:gd name="connsiteY77" fmla="*/ 590517 h 673912"/>
                <a:gd name="connsiteX78" fmla="*/ 542937 w 612685"/>
                <a:gd name="connsiteY78" fmla="*/ 492177 h 673912"/>
                <a:gd name="connsiteX79" fmla="*/ 539600 w 612685"/>
                <a:gd name="connsiteY79" fmla="*/ 392995 h 673912"/>
                <a:gd name="connsiteX80" fmla="*/ 524503 w 612685"/>
                <a:gd name="connsiteY80" fmla="*/ 328399 h 673912"/>
                <a:gd name="connsiteX81" fmla="*/ 576614 w 612685"/>
                <a:gd name="connsiteY81" fmla="*/ 327155 h 673912"/>
                <a:gd name="connsiteX82" fmla="*/ 576614 w 612685"/>
                <a:gd name="connsiteY82" fmla="*/ 319796 h 673912"/>
                <a:gd name="connsiteX83" fmla="*/ 559977 w 612685"/>
                <a:gd name="connsiteY83" fmla="*/ 306689 h 673912"/>
                <a:gd name="connsiteX84" fmla="*/ 534379 w 612685"/>
                <a:gd name="connsiteY84" fmla="*/ 280820 h 673912"/>
                <a:gd name="connsiteX85" fmla="*/ 589221 w 612685"/>
                <a:gd name="connsiteY85" fmla="*/ 302984 h 673912"/>
                <a:gd name="connsiteX86" fmla="*/ 609649 w 612685"/>
                <a:gd name="connsiteY86" fmla="*/ 304699 h 673912"/>
                <a:gd name="connsiteX87" fmla="*/ 612234 w 612685"/>
                <a:gd name="connsiteY87" fmla="*/ 300350 h 67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12685" h="673912">
                  <a:moveTo>
                    <a:pt x="612234" y="300350"/>
                  </a:moveTo>
                  <a:cubicBezTo>
                    <a:pt x="608391" y="293814"/>
                    <a:pt x="603812" y="287784"/>
                    <a:pt x="600021" y="281188"/>
                  </a:cubicBezTo>
                  <a:cubicBezTo>
                    <a:pt x="587440" y="258715"/>
                    <a:pt x="580645" y="233481"/>
                    <a:pt x="566798" y="211642"/>
                  </a:cubicBezTo>
                  <a:cubicBezTo>
                    <a:pt x="553284" y="190345"/>
                    <a:pt x="537392" y="169947"/>
                    <a:pt x="517579" y="154045"/>
                  </a:cubicBezTo>
                  <a:cubicBezTo>
                    <a:pt x="530802" y="155915"/>
                    <a:pt x="543613" y="160675"/>
                    <a:pt x="557084" y="160701"/>
                  </a:cubicBezTo>
                  <a:cubicBezTo>
                    <a:pt x="561885" y="160710"/>
                    <a:pt x="562758" y="154611"/>
                    <a:pt x="559694" y="152381"/>
                  </a:cubicBezTo>
                  <a:cubicBezTo>
                    <a:pt x="521114" y="74077"/>
                    <a:pt x="425004" y="28780"/>
                    <a:pt x="339866" y="42529"/>
                  </a:cubicBezTo>
                  <a:cubicBezTo>
                    <a:pt x="342810" y="38807"/>
                    <a:pt x="345258" y="34587"/>
                    <a:pt x="347389" y="30890"/>
                  </a:cubicBezTo>
                  <a:cubicBezTo>
                    <a:pt x="351882" y="22904"/>
                    <a:pt x="357188" y="14524"/>
                    <a:pt x="357539" y="5175"/>
                  </a:cubicBezTo>
                  <a:cubicBezTo>
                    <a:pt x="359388" y="3433"/>
                    <a:pt x="358241" y="97"/>
                    <a:pt x="355519" y="11"/>
                  </a:cubicBezTo>
                  <a:cubicBezTo>
                    <a:pt x="348296" y="-203"/>
                    <a:pt x="340260" y="2781"/>
                    <a:pt x="333345" y="4694"/>
                  </a:cubicBezTo>
                  <a:cubicBezTo>
                    <a:pt x="305744" y="12345"/>
                    <a:pt x="278965" y="22604"/>
                    <a:pt x="251716" y="31362"/>
                  </a:cubicBezTo>
                  <a:cubicBezTo>
                    <a:pt x="221257" y="41243"/>
                    <a:pt x="192244" y="52368"/>
                    <a:pt x="167245" y="72525"/>
                  </a:cubicBezTo>
                  <a:cubicBezTo>
                    <a:pt x="169590" y="67764"/>
                    <a:pt x="169128" y="61786"/>
                    <a:pt x="169993" y="56614"/>
                  </a:cubicBezTo>
                  <a:cubicBezTo>
                    <a:pt x="171037" y="50412"/>
                    <a:pt x="172629" y="44348"/>
                    <a:pt x="174563" y="38378"/>
                  </a:cubicBezTo>
                  <a:cubicBezTo>
                    <a:pt x="176326" y="32597"/>
                    <a:pt x="167228" y="31139"/>
                    <a:pt x="166116" y="36885"/>
                  </a:cubicBezTo>
                  <a:cubicBezTo>
                    <a:pt x="149846" y="50729"/>
                    <a:pt x="139876" y="70209"/>
                    <a:pt x="131455" y="89525"/>
                  </a:cubicBezTo>
                  <a:cubicBezTo>
                    <a:pt x="130873" y="90906"/>
                    <a:pt x="130308" y="93239"/>
                    <a:pt x="129187" y="93711"/>
                  </a:cubicBezTo>
                  <a:cubicBezTo>
                    <a:pt x="128356" y="94063"/>
                    <a:pt x="124685" y="93179"/>
                    <a:pt x="124017" y="93102"/>
                  </a:cubicBezTo>
                  <a:cubicBezTo>
                    <a:pt x="120106" y="92647"/>
                    <a:pt x="116238" y="92399"/>
                    <a:pt x="112301" y="92270"/>
                  </a:cubicBezTo>
                  <a:cubicBezTo>
                    <a:pt x="109913" y="92193"/>
                    <a:pt x="108570" y="94106"/>
                    <a:pt x="108493" y="96070"/>
                  </a:cubicBezTo>
                  <a:cubicBezTo>
                    <a:pt x="28250" y="132824"/>
                    <a:pt x="5057" y="273323"/>
                    <a:pt x="924" y="353076"/>
                  </a:cubicBezTo>
                  <a:cubicBezTo>
                    <a:pt x="393" y="363223"/>
                    <a:pt x="-1644" y="377316"/>
                    <a:pt x="2832" y="386820"/>
                  </a:cubicBezTo>
                  <a:cubicBezTo>
                    <a:pt x="2781" y="387180"/>
                    <a:pt x="2721" y="387540"/>
                    <a:pt x="2669" y="387909"/>
                  </a:cubicBezTo>
                  <a:cubicBezTo>
                    <a:pt x="2284" y="390834"/>
                    <a:pt x="6666" y="391615"/>
                    <a:pt x="7967" y="389350"/>
                  </a:cubicBezTo>
                  <a:cubicBezTo>
                    <a:pt x="14266" y="378414"/>
                    <a:pt x="19341" y="366817"/>
                    <a:pt x="26307" y="356258"/>
                  </a:cubicBezTo>
                  <a:cubicBezTo>
                    <a:pt x="21027" y="386039"/>
                    <a:pt x="31870" y="415374"/>
                    <a:pt x="37510" y="444477"/>
                  </a:cubicBezTo>
                  <a:cubicBezTo>
                    <a:pt x="35396" y="462576"/>
                    <a:pt x="42123" y="480494"/>
                    <a:pt x="54627" y="493558"/>
                  </a:cubicBezTo>
                  <a:cubicBezTo>
                    <a:pt x="62038" y="513963"/>
                    <a:pt x="71127" y="533880"/>
                    <a:pt x="80687" y="553325"/>
                  </a:cubicBezTo>
                  <a:cubicBezTo>
                    <a:pt x="86592" y="565334"/>
                    <a:pt x="92788" y="577248"/>
                    <a:pt x="99780" y="588664"/>
                  </a:cubicBezTo>
                  <a:cubicBezTo>
                    <a:pt x="105087" y="597336"/>
                    <a:pt x="111043" y="605485"/>
                    <a:pt x="119533" y="611275"/>
                  </a:cubicBezTo>
                  <a:cubicBezTo>
                    <a:pt x="121655" y="612724"/>
                    <a:pt x="124146" y="610846"/>
                    <a:pt x="124385" y="608676"/>
                  </a:cubicBezTo>
                  <a:cubicBezTo>
                    <a:pt x="127663" y="606840"/>
                    <a:pt x="128151" y="602620"/>
                    <a:pt x="128827" y="598563"/>
                  </a:cubicBezTo>
                  <a:cubicBezTo>
                    <a:pt x="129418" y="595055"/>
                    <a:pt x="130188" y="591280"/>
                    <a:pt x="130547" y="587524"/>
                  </a:cubicBezTo>
                  <a:cubicBezTo>
                    <a:pt x="133123" y="594188"/>
                    <a:pt x="136110" y="600647"/>
                    <a:pt x="139611" y="606891"/>
                  </a:cubicBezTo>
                  <a:cubicBezTo>
                    <a:pt x="143051" y="613041"/>
                    <a:pt x="147441" y="622983"/>
                    <a:pt x="154160" y="625993"/>
                  </a:cubicBezTo>
                  <a:cubicBezTo>
                    <a:pt x="155426" y="626560"/>
                    <a:pt x="156787" y="626131"/>
                    <a:pt x="157429" y="625144"/>
                  </a:cubicBezTo>
                  <a:cubicBezTo>
                    <a:pt x="159252" y="625101"/>
                    <a:pt x="161169" y="623909"/>
                    <a:pt x="161434" y="621602"/>
                  </a:cubicBezTo>
                  <a:cubicBezTo>
                    <a:pt x="162975" y="607363"/>
                    <a:pt x="166364" y="593485"/>
                    <a:pt x="171182" y="580010"/>
                  </a:cubicBezTo>
                  <a:cubicBezTo>
                    <a:pt x="177139" y="586666"/>
                    <a:pt x="183352" y="593090"/>
                    <a:pt x="189848" y="599215"/>
                  </a:cubicBezTo>
                  <a:cubicBezTo>
                    <a:pt x="199151" y="607989"/>
                    <a:pt x="208993" y="618866"/>
                    <a:pt x="221856" y="621181"/>
                  </a:cubicBezTo>
                  <a:cubicBezTo>
                    <a:pt x="225878" y="621911"/>
                    <a:pt x="229036" y="618119"/>
                    <a:pt x="227102" y="614337"/>
                  </a:cubicBezTo>
                  <a:cubicBezTo>
                    <a:pt x="221419" y="603229"/>
                    <a:pt x="210045" y="596478"/>
                    <a:pt x="201016" y="588012"/>
                  </a:cubicBezTo>
                  <a:cubicBezTo>
                    <a:pt x="176831" y="565471"/>
                    <a:pt x="156710" y="539001"/>
                    <a:pt x="139208" y="511021"/>
                  </a:cubicBezTo>
                  <a:cubicBezTo>
                    <a:pt x="139029" y="510635"/>
                    <a:pt x="138798" y="510275"/>
                    <a:pt x="138532" y="509949"/>
                  </a:cubicBezTo>
                  <a:cubicBezTo>
                    <a:pt x="136042" y="506003"/>
                    <a:pt x="133303" y="501861"/>
                    <a:pt x="129572" y="499613"/>
                  </a:cubicBezTo>
                  <a:cubicBezTo>
                    <a:pt x="126653" y="497855"/>
                    <a:pt x="123290" y="500154"/>
                    <a:pt x="123119" y="503327"/>
                  </a:cubicBezTo>
                  <a:cubicBezTo>
                    <a:pt x="123042" y="504785"/>
                    <a:pt x="123213" y="506269"/>
                    <a:pt x="123555" y="507745"/>
                  </a:cubicBezTo>
                  <a:cubicBezTo>
                    <a:pt x="100516" y="508457"/>
                    <a:pt x="77871" y="495668"/>
                    <a:pt x="63313" y="478264"/>
                  </a:cubicBezTo>
                  <a:cubicBezTo>
                    <a:pt x="47498" y="458664"/>
                    <a:pt x="50365" y="425633"/>
                    <a:pt x="73524" y="412801"/>
                  </a:cubicBezTo>
                  <a:cubicBezTo>
                    <a:pt x="79634" y="409413"/>
                    <a:pt x="86455" y="407371"/>
                    <a:pt x="93413" y="406771"/>
                  </a:cubicBezTo>
                  <a:cubicBezTo>
                    <a:pt x="97324" y="406436"/>
                    <a:pt x="101287" y="406428"/>
                    <a:pt x="105189" y="406900"/>
                  </a:cubicBezTo>
                  <a:cubicBezTo>
                    <a:pt x="109640" y="407440"/>
                    <a:pt x="114364" y="406985"/>
                    <a:pt x="118728" y="407732"/>
                  </a:cubicBezTo>
                  <a:cubicBezTo>
                    <a:pt x="125832" y="428034"/>
                    <a:pt x="135092" y="450181"/>
                    <a:pt x="154639" y="461229"/>
                  </a:cubicBezTo>
                  <a:cubicBezTo>
                    <a:pt x="157908" y="463022"/>
                    <a:pt x="163223" y="462336"/>
                    <a:pt x="164918" y="458527"/>
                  </a:cubicBezTo>
                  <a:cubicBezTo>
                    <a:pt x="169188" y="448963"/>
                    <a:pt x="169000" y="438405"/>
                    <a:pt x="166809" y="428266"/>
                  </a:cubicBezTo>
                  <a:cubicBezTo>
                    <a:pt x="171020" y="433018"/>
                    <a:pt x="175769" y="437401"/>
                    <a:pt x="181332" y="441261"/>
                  </a:cubicBezTo>
                  <a:cubicBezTo>
                    <a:pt x="184670" y="443577"/>
                    <a:pt x="190464" y="440549"/>
                    <a:pt x="189951" y="436303"/>
                  </a:cubicBezTo>
                  <a:cubicBezTo>
                    <a:pt x="186844" y="410665"/>
                    <a:pt x="188136" y="384307"/>
                    <a:pt x="200862" y="361285"/>
                  </a:cubicBezTo>
                  <a:cubicBezTo>
                    <a:pt x="215951" y="335415"/>
                    <a:pt x="228566" y="321159"/>
                    <a:pt x="228138" y="289140"/>
                  </a:cubicBezTo>
                  <a:cubicBezTo>
                    <a:pt x="235438" y="298146"/>
                    <a:pt x="243226" y="306784"/>
                    <a:pt x="250920" y="315438"/>
                  </a:cubicBezTo>
                  <a:cubicBezTo>
                    <a:pt x="255036" y="320070"/>
                    <a:pt x="261626" y="315061"/>
                    <a:pt x="260574" y="309803"/>
                  </a:cubicBezTo>
                  <a:cubicBezTo>
                    <a:pt x="255302" y="284448"/>
                    <a:pt x="247223" y="259616"/>
                    <a:pt x="247779" y="233395"/>
                  </a:cubicBezTo>
                  <a:cubicBezTo>
                    <a:pt x="273043" y="260534"/>
                    <a:pt x="271768" y="303147"/>
                    <a:pt x="278914" y="337817"/>
                  </a:cubicBezTo>
                  <a:cubicBezTo>
                    <a:pt x="279736" y="342423"/>
                    <a:pt x="287507" y="343701"/>
                    <a:pt x="289406" y="339189"/>
                  </a:cubicBezTo>
                  <a:cubicBezTo>
                    <a:pt x="301148" y="311338"/>
                    <a:pt x="307541" y="279910"/>
                    <a:pt x="307927" y="249186"/>
                  </a:cubicBezTo>
                  <a:cubicBezTo>
                    <a:pt x="314525" y="262052"/>
                    <a:pt x="320653" y="275184"/>
                    <a:pt x="325719" y="288642"/>
                  </a:cubicBezTo>
                  <a:cubicBezTo>
                    <a:pt x="328030" y="294784"/>
                    <a:pt x="337256" y="294132"/>
                    <a:pt x="337461" y="287047"/>
                  </a:cubicBezTo>
                  <a:cubicBezTo>
                    <a:pt x="337889" y="271976"/>
                    <a:pt x="338240" y="256871"/>
                    <a:pt x="338231" y="241766"/>
                  </a:cubicBezTo>
                  <a:cubicBezTo>
                    <a:pt x="377266" y="295873"/>
                    <a:pt x="445835" y="315052"/>
                    <a:pt x="508251" y="326211"/>
                  </a:cubicBezTo>
                  <a:cubicBezTo>
                    <a:pt x="510407" y="342491"/>
                    <a:pt x="515294" y="358300"/>
                    <a:pt x="519137" y="374228"/>
                  </a:cubicBezTo>
                  <a:cubicBezTo>
                    <a:pt x="526856" y="405905"/>
                    <a:pt x="530519" y="437444"/>
                    <a:pt x="528962" y="470090"/>
                  </a:cubicBezTo>
                  <a:cubicBezTo>
                    <a:pt x="526266" y="533957"/>
                    <a:pt x="504956" y="603469"/>
                    <a:pt x="447718" y="638499"/>
                  </a:cubicBezTo>
                  <a:cubicBezTo>
                    <a:pt x="418543" y="657953"/>
                    <a:pt x="388015" y="661341"/>
                    <a:pt x="353799" y="660183"/>
                  </a:cubicBezTo>
                  <a:cubicBezTo>
                    <a:pt x="341929" y="659840"/>
                    <a:pt x="330289" y="658013"/>
                    <a:pt x="318453" y="657387"/>
                  </a:cubicBezTo>
                  <a:cubicBezTo>
                    <a:pt x="313310" y="657112"/>
                    <a:pt x="313070" y="664215"/>
                    <a:pt x="317315" y="665827"/>
                  </a:cubicBezTo>
                  <a:cubicBezTo>
                    <a:pt x="337393" y="673470"/>
                    <a:pt x="360971" y="674447"/>
                    <a:pt x="382264" y="673710"/>
                  </a:cubicBezTo>
                  <a:cubicBezTo>
                    <a:pt x="436977" y="672629"/>
                    <a:pt x="487428" y="637539"/>
                    <a:pt x="513873" y="590517"/>
                  </a:cubicBezTo>
                  <a:cubicBezTo>
                    <a:pt x="530528" y="560342"/>
                    <a:pt x="539060" y="526238"/>
                    <a:pt x="542937" y="492177"/>
                  </a:cubicBezTo>
                  <a:cubicBezTo>
                    <a:pt x="546677" y="459325"/>
                    <a:pt x="545950" y="425495"/>
                    <a:pt x="539600" y="392995"/>
                  </a:cubicBezTo>
                  <a:cubicBezTo>
                    <a:pt x="535389" y="371269"/>
                    <a:pt x="528594" y="350151"/>
                    <a:pt x="524503" y="328399"/>
                  </a:cubicBezTo>
                  <a:cubicBezTo>
                    <a:pt x="541927" y="330243"/>
                    <a:pt x="559489" y="330337"/>
                    <a:pt x="576614" y="327155"/>
                  </a:cubicBezTo>
                  <a:cubicBezTo>
                    <a:pt x="580619" y="326409"/>
                    <a:pt x="579926" y="320868"/>
                    <a:pt x="576614" y="319796"/>
                  </a:cubicBezTo>
                  <a:cubicBezTo>
                    <a:pt x="572498" y="314357"/>
                    <a:pt x="565163" y="310772"/>
                    <a:pt x="559977" y="306689"/>
                  </a:cubicBezTo>
                  <a:cubicBezTo>
                    <a:pt x="550426" y="298987"/>
                    <a:pt x="541457" y="291147"/>
                    <a:pt x="534379" y="280820"/>
                  </a:cubicBezTo>
                  <a:cubicBezTo>
                    <a:pt x="552471" y="289980"/>
                    <a:pt x="569708" y="298069"/>
                    <a:pt x="589221" y="302984"/>
                  </a:cubicBezTo>
                  <a:cubicBezTo>
                    <a:pt x="595408" y="304605"/>
                    <a:pt x="603333" y="306989"/>
                    <a:pt x="609649" y="304699"/>
                  </a:cubicBezTo>
                  <a:cubicBezTo>
                    <a:pt x="611772" y="304605"/>
                    <a:pt x="613552" y="302589"/>
                    <a:pt x="612234" y="300350"/>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stretch>
                <a:fillRect l="-212069" r="-6185"/>
              </a:stretch>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48" name="Freeform: Shape 136">
              <a:extLst>
                <a:ext uri="{FF2B5EF4-FFF2-40B4-BE49-F238E27FC236}">
                  <a16:creationId xmlns:a16="http://schemas.microsoft.com/office/drawing/2014/main" id="{4DD8DABB-A3B7-E9DE-94D2-167E1D42DCC2}"/>
                </a:ext>
              </a:extLst>
            </p:cNvPr>
            <p:cNvSpPr/>
            <p:nvPr/>
          </p:nvSpPr>
          <p:spPr>
            <a:xfrm>
              <a:off x="4319950" y="3387106"/>
              <a:ext cx="46831" cy="43944"/>
            </a:xfrm>
            <a:custGeom>
              <a:avLst/>
              <a:gdLst>
                <a:gd name="connsiteX0" fmla="*/ 2570 w 46831"/>
                <a:gd name="connsiteY0" fmla="*/ 1474 h 43944"/>
                <a:gd name="connsiteX1" fmla="*/ 3828 w 46831"/>
                <a:gd name="connsiteY1" fmla="*/ 11150 h 43944"/>
                <a:gd name="connsiteX2" fmla="*/ 14740 w 46831"/>
                <a:gd name="connsiteY2" fmla="*/ 13569 h 43944"/>
                <a:gd name="connsiteX3" fmla="*/ 24522 w 46831"/>
                <a:gd name="connsiteY3" fmla="*/ 22206 h 43944"/>
                <a:gd name="connsiteX4" fmla="*/ 30444 w 46831"/>
                <a:gd name="connsiteY4" fmla="*/ 32285 h 43944"/>
                <a:gd name="connsiteX5" fmla="*/ 35802 w 46831"/>
                <a:gd name="connsiteY5" fmla="*/ 42312 h 43944"/>
                <a:gd name="connsiteX6" fmla="*/ 44873 w 46831"/>
                <a:gd name="connsiteY6" fmla="*/ 41137 h 43944"/>
                <a:gd name="connsiteX7" fmla="*/ 33303 w 46831"/>
                <a:gd name="connsiteY7" fmla="*/ 10875 h 43944"/>
                <a:gd name="connsiteX8" fmla="*/ 2570 w 46831"/>
                <a:gd name="connsiteY8" fmla="*/ 1474 h 4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831" h="43944">
                  <a:moveTo>
                    <a:pt x="2570" y="1474"/>
                  </a:moveTo>
                  <a:cubicBezTo>
                    <a:pt x="-1547" y="3310"/>
                    <a:pt x="-417" y="10283"/>
                    <a:pt x="3828" y="11150"/>
                  </a:cubicBezTo>
                  <a:cubicBezTo>
                    <a:pt x="7696" y="11939"/>
                    <a:pt x="11145" y="11613"/>
                    <a:pt x="14740" y="13569"/>
                  </a:cubicBezTo>
                  <a:cubicBezTo>
                    <a:pt x="18514" y="15619"/>
                    <a:pt x="21817" y="18895"/>
                    <a:pt x="24522" y="22206"/>
                  </a:cubicBezTo>
                  <a:cubicBezTo>
                    <a:pt x="26978" y="25208"/>
                    <a:pt x="29040" y="28665"/>
                    <a:pt x="30444" y="32285"/>
                  </a:cubicBezTo>
                  <a:cubicBezTo>
                    <a:pt x="32027" y="36350"/>
                    <a:pt x="32404" y="39292"/>
                    <a:pt x="35802" y="42312"/>
                  </a:cubicBezTo>
                  <a:cubicBezTo>
                    <a:pt x="38720" y="44902"/>
                    <a:pt x="42700" y="44336"/>
                    <a:pt x="44873" y="41137"/>
                  </a:cubicBezTo>
                  <a:cubicBezTo>
                    <a:pt x="51378" y="31564"/>
                    <a:pt x="40166" y="17437"/>
                    <a:pt x="33303" y="10875"/>
                  </a:cubicBezTo>
                  <a:cubicBezTo>
                    <a:pt x="25882" y="3756"/>
                    <a:pt x="12805" y="-3089"/>
                    <a:pt x="2570" y="1474"/>
                  </a:cubicBezTo>
                  <a:close/>
                </a:path>
              </a:pathLst>
            </a:custGeom>
            <a:solidFill>
              <a:srgbClr val="16180A"/>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49" name="Freeform: Shape 137">
              <a:extLst>
                <a:ext uri="{FF2B5EF4-FFF2-40B4-BE49-F238E27FC236}">
                  <a16:creationId xmlns:a16="http://schemas.microsoft.com/office/drawing/2014/main" id="{6B44C47C-6EE0-89AF-8F65-382FD6972FC5}"/>
                </a:ext>
              </a:extLst>
            </p:cNvPr>
            <p:cNvSpPr/>
            <p:nvPr/>
          </p:nvSpPr>
          <p:spPr>
            <a:xfrm>
              <a:off x="4242458" y="2968009"/>
              <a:ext cx="612685" cy="673912"/>
            </a:xfrm>
            <a:custGeom>
              <a:avLst/>
              <a:gdLst>
                <a:gd name="connsiteX0" fmla="*/ 612234 w 612685"/>
                <a:gd name="connsiteY0" fmla="*/ 300350 h 673912"/>
                <a:gd name="connsiteX1" fmla="*/ 600021 w 612685"/>
                <a:gd name="connsiteY1" fmla="*/ 281188 h 673912"/>
                <a:gd name="connsiteX2" fmla="*/ 566798 w 612685"/>
                <a:gd name="connsiteY2" fmla="*/ 211642 h 673912"/>
                <a:gd name="connsiteX3" fmla="*/ 517579 w 612685"/>
                <a:gd name="connsiteY3" fmla="*/ 154045 h 673912"/>
                <a:gd name="connsiteX4" fmla="*/ 557084 w 612685"/>
                <a:gd name="connsiteY4" fmla="*/ 160701 h 673912"/>
                <a:gd name="connsiteX5" fmla="*/ 559694 w 612685"/>
                <a:gd name="connsiteY5" fmla="*/ 152381 h 673912"/>
                <a:gd name="connsiteX6" fmla="*/ 339866 w 612685"/>
                <a:gd name="connsiteY6" fmla="*/ 42529 h 673912"/>
                <a:gd name="connsiteX7" fmla="*/ 347389 w 612685"/>
                <a:gd name="connsiteY7" fmla="*/ 30890 h 673912"/>
                <a:gd name="connsiteX8" fmla="*/ 357539 w 612685"/>
                <a:gd name="connsiteY8" fmla="*/ 5175 h 673912"/>
                <a:gd name="connsiteX9" fmla="*/ 355519 w 612685"/>
                <a:gd name="connsiteY9" fmla="*/ 11 h 673912"/>
                <a:gd name="connsiteX10" fmla="*/ 333345 w 612685"/>
                <a:gd name="connsiteY10" fmla="*/ 4694 h 673912"/>
                <a:gd name="connsiteX11" fmla="*/ 251716 w 612685"/>
                <a:gd name="connsiteY11" fmla="*/ 31362 h 673912"/>
                <a:gd name="connsiteX12" fmla="*/ 167245 w 612685"/>
                <a:gd name="connsiteY12" fmla="*/ 72525 h 673912"/>
                <a:gd name="connsiteX13" fmla="*/ 169993 w 612685"/>
                <a:gd name="connsiteY13" fmla="*/ 56614 h 673912"/>
                <a:gd name="connsiteX14" fmla="*/ 174563 w 612685"/>
                <a:gd name="connsiteY14" fmla="*/ 38378 h 673912"/>
                <a:gd name="connsiteX15" fmla="*/ 166116 w 612685"/>
                <a:gd name="connsiteY15" fmla="*/ 36885 h 673912"/>
                <a:gd name="connsiteX16" fmla="*/ 131455 w 612685"/>
                <a:gd name="connsiteY16" fmla="*/ 89525 h 673912"/>
                <a:gd name="connsiteX17" fmla="*/ 129187 w 612685"/>
                <a:gd name="connsiteY17" fmla="*/ 93711 h 673912"/>
                <a:gd name="connsiteX18" fmla="*/ 124017 w 612685"/>
                <a:gd name="connsiteY18" fmla="*/ 93102 h 673912"/>
                <a:gd name="connsiteX19" fmla="*/ 112301 w 612685"/>
                <a:gd name="connsiteY19" fmla="*/ 92270 h 673912"/>
                <a:gd name="connsiteX20" fmla="*/ 108493 w 612685"/>
                <a:gd name="connsiteY20" fmla="*/ 96070 h 673912"/>
                <a:gd name="connsiteX21" fmla="*/ 924 w 612685"/>
                <a:gd name="connsiteY21" fmla="*/ 353076 h 673912"/>
                <a:gd name="connsiteX22" fmla="*/ 2832 w 612685"/>
                <a:gd name="connsiteY22" fmla="*/ 386820 h 673912"/>
                <a:gd name="connsiteX23" fmla="*/ 2669 w 612685"/>
                <a:gd name="connsiteY23" fmla="*/ 387909 h 673912"/>
                <a:gd name="connsiteX24" fmla="*/ 7967 w 612685"/>
                <a:gd name="connsiteY24" fmla="*/ 389350 h 673912"/>
                <a:gd name="connsiteX25" fmla="*/ 26307 w 612685"/>
                <a:gd name="connsiteY25" fmla="*/ 356258 h 673912"/>
                <a:gd name="connsiteX26" fmla="*/ 37510 w 612685"/>
                <a:gd name="connsiteY26" fmla="*/ 444477 h 673912"/>
                <a:gd name="connsiteX27" fmla="*/ 54627 w 612685"/>
                <a:gd name="connsiteY27" fmla="*/ 493558 h 673912"/>
                <a:gd name="connsiteX28" fmla="*/ 80687 w 612685"/>
                <a:gd name="connsiteY28" fmla="*/ 553325 h 673912"/>
                <a:gd name="connsiteX29" fmla="*/ 99780 w 612685"/>
                <a:gd name="connsiteY29" fmla="*/ 588664 h 673912"/>
                <a:gd name="connsiteX30" fmla="*/ 119533 w 612685"/>
                <a:gd name="connsiteY30" fmla="*/ 611275 h 673912"/>
                <a:gd name="connsiteX31" fmla="*/ 124385 w 612685"/>
                <a:gd name="connsiteY31" fmla="*/ 608676 h 673912"/>
                <a:gd name="connsiteX32" fmla="*/ 128827 w 612685"/>
                <a:gd name="connsiteY32" fmla="*/ 598563 h 673912"/>
                <a:gd name="connsiteX33" fmla="*/ 130547 w 612685"/>
                <a:gd name="connsiteY33" fmla="*/ 587524 h 673912"/>
                <a:gd name="connsiteX34" fmla="*/ 139611 w 612685"/>
                <a:gd name="connsiteY34" fmla="*/ 606891 h 673912"/>
                <a:gd name="connsiteX35" fmla="*/ 154160 w 612685"/>
                <a:gd name="connsiteY35" fmla="*/ 625993 h 673912"/>
                <a:gd name="connsiteX36" fmla="*/ 157429 w 612685"/>
                <a:gd name="connsiteY36" fmla="*/ 625144 h 673912"/>
                <a:gd name="connsiteX37" fmla="*/ 161434 w 612685"/>
                <a:gd name="connsiteY37" fmla="*/ 621602 h 673912"/>
                <a:gd name="connsiteX38" fmla="*/ 171182 w 612685"/>
                <a:gd name="connsiteY38" fmla="*/ 580010 h 673912"/>
                <a:gd name="connsiteX39" fmla="*/ 189848 w 612685"/>
                <a:gd name="connsiteY39" fmla="*/ 599215 h 673912"/>
                <a:gd name="connsiteX40" fmla="*/ 221856 w 612685"/>
                <a:gd name="connsiteY40" fmla="*/ 621181 h 673912"/>
                <a:gd name="connsiteX41" fmla="*/ 227102 w 612685"/>
                <a:gd name="connsiteY41" fmla="*/ 614337 h 673912"/>
                <a:gd name="connsiteX42" fmla="*/ 201016 w 612685"/>
                <a:gd name="connsiteY42" fmla="*/ 588012 h 673912"/>
                <a:gd name="connsiteX43" fmla="*/ 139208 w 612685"/>
                <a:gd name="connsiteY43" fmla="*/ 511021 h 673912"/>
                <a:gd name="connsiteX44" fmla="*/ 138532 w 612685"/>
                <a:gd name="connsiteY44" fmla="*/ 509949 h 673912"/>
                <a:gd name="connsiteX45" fmla="*/ 129572 w 612685"/>
                <a:gd name="connsiteY45" fmla="*/ 499613 h 673912"/>
                <a:gd name="connsiteX46" fmla="*/ 123119 w 612685"/>
                <a:gd name="connsiteY46" fmla="*/ 503327 h 673912"/>
                <a:gd name="connsiteX47" fmla="*/ 123555 w 612685"/>
                <a:gd name="connsiteY47" fmla="*/ 507745 h 673912"/>
                <a:gd name="connsiteX48" fmla="*/ 63313 w 612685"/>
                <a:gd name="connsiteY48" fmla="*/ 478264 h 673912"/>
                <a:gd name="connsiteX49" fmla="*/ 73524 w 612685"/>
                <a:gd name="connsiteY49" fmla="*/ 412801 h 673912"/>
                <a:gd name="connsiteX50" fmla="*/ 93413 w 612685"/>
                <a:gd name="connsiteY50" fmla="*/ 406771 h 673912"/>
                <a:gd name="connsiteX51" fmla="*/ 105189 w 612685"/>
                <a:gd name="connsiteY51" fmla="*/ 406900 h 673912"/>
                <a:gd name="connsiteX52" fmla="*/ 118728 w 612685"/>
                <a:gd name="connsiteY52" fmla="*/ 407732 h 673912"/>
                <a:gd name="connsiteX53" fmla="*/ 154639 w 612685"/>
                <a:gd name="connsiteY53" fmla="*/ 461229 h 673912"/>
                <a:gd name="connsiteX54" fmla="*/ 164918 w 612685"/>
                <a:gd name="connsiteY54" fmla="*/ 458527 h 673912"/>
                <a:gd name="connsiteX55" fmla="*/ 166809 w 612685"/>
                <a:gd name="connsiteY55" fmla="*/ 428266 h 673912"/>
                <a:gd name="connsiteX56" fmla="*/ 181332 w 612685"/>
                <a:gd name="connsiteY56" fmla="*/ 441261 h 673912"/>
                <a:gd name="connsiteX57" fmla="*/ 189951 w 612685"/>
                <a:gd name="connsiteY57" fmla="*/ 436303 h 673912"/>
                <a:gd name="connsiteX58" fmla="*/ 200862 w 612685"/>
                <a:gd name="connsiteY58" fmla="*/ 361285 h 673912"/>
                <a:gd name="connsiteX59" fmla="*/ 228138 w 612685"/>
                <a:gd name="connsiteY59" fmla="*/ 289140 h 673912"/>
                <a:gd name="connsiteX60" fmla="*/ 250920 w 612685"/>
                <a:gd name="connsiteY60" fmla="*/ 315438 h 673912"/>
                <a:gd name="connsiteX61" fmla="*/ 260574 w 612685"/>
                <a:gd name="connsiteY61" fmla="*/ 309803 h 673912"/>
                <a:gd name="connsiteX62" fmla="*/ 247779 w 612685"/>
                <a:gd name="connsiteY62" fmla="*/ 233395 h 673912"/>
                <a:gd name="connsiteX63" fmla="*/ 278914 w 612685"/>
                <a:gd name="connsiteY63" fmla="*/ 337817 h 673912"/>
                <a:gd name="connsiteX64" fmla="*/ 289406 w 612685"/>
                <a:gd name="connsiteY64" fmla="*/ 339189 h 673912"/>
                <a:gd name="connsiteX65" fmla="*/ 307927 w 612685"/>
                <a:gd name="connsiteY65" fmla="*/ 249186 h 673912"/>
                <a:gd name="connsiteX66" fmla="*/ 325719 w 612685"/>
                <a:gd name="connsiteY66" fmla="*/ 288642 h 673912"/>
                <a:gd name="connsiteX67" fmla="*/ 337461 w 612685"/>
                <a:gd name="connsiteY67" fmla="*/ 287047 h 673912"/>
                <a:gd name="connsiteX68" fmla="*/ 338231 w 612685"/>
                <a:gd name="connsiteY68" fmla="*/ 241766 h 673912"/>
                <a:gd name="connsiteX69" fmla="*/ 508251 w 612685"/>
                <a:gd name="connsiteY69" fmla="*/ 326211 h 673912"/>
                <a:gd name="connsiteX70" fmla="*/ 519137 w 612685"/>
                <a:gd name="connsiteY70" fmla="*/ 374228 h 673912"/>
                <a:gd name="connsiteX71" fmla="*/ 528962 w 612685"/>
                <a:gd name="connsiteY71" fmla="*/ 470090 h 673912"/>
                <a:gd name="connsiteX72" fmla="*/ 447718 w 612685"/>
                <a:gd name="connsiteY72" fmla="*/ 638499 h 673912"/>
                <a:gd name="connsiteX73" fmla="*/ 353799 w 612685"/>
                <a:gd name="connsiteY73" fmla="*/ 660183 h 673912"/>
                <a:gd name="connsiteX74" fmla="*/ 318453 w 612685"/>
                <a:gd name="connsiteY74" fmla="*/ 657387 h 673912"/>
                <a:gd name="connsiteX75" fmla="*/ 317315 w 612685"/>
                <a:gd name="connsiteY75" fmla="*/ 665827 h 673912"/>
                <a:gd name="connsiteX76" fmla="*/ 382264 w 612685"/>
                <a:gd name="connsiteY76" fmla="*/ 673710 h 673912"/>
                <a:gd name="connsiteX77" fmla="*/ 513873 w 612685"/>
                <a:gd name="connsiteY77" fmla="*/ 590517 h 673912"/>
                <a:gd name="connsiteX78" fmla="*/ 542937 w 612685"/>
                <a:gd name="connsiteY78" fmla="*/ 492177 h 673912"/>
                <a:gd name="connsiteX79" fmla="*/ 539600 w 612685"/>
                <a:gd name="connsiteY79" fmla="*/ 392995 h 673912"/>
                <a:gd name="connsiteX80" fmla="*/ 524503 w 612685"/>
                <a:gd name="connsiteY80" fmla="*/ 328399 h 673912"/>
                <a:gd name="connsiteX81" fmla="*/ 576614 w 612685"/>
                <a:gd name="connsiteY81" fmla="*/ 327155 h 673912"/>
                <a:gd name="connsiteX82" fmla="*/ 576614 w 612685"/>
                <a:gd name="connsiteY82" fmla="*/ 319796 h 673912"/>
                <a:gd name="connsiteX83" fmla="*/ 559977 w 612685"/>
                <a:gd name="connsiteY83" fmla="*/ 306689 h 673912"/>
                <a:gd name="connsiteX84" fmla="*/ 534379 w 612685"/>
                <a:gd name="connsiteY84" fmla="*/ 280820 h 673912"/>
                <a:gd name="connsiteX85" fmla="*/ 589221 w 612685"/>
                <a:gd name="connsiteY85" fmla="*/ 302984 h 673912"/>
                <a:gd name="connsiteX86" fmla="*/ 609649 w 612685"/>
                <a:gd name="connsiteY86" fmla="*/ 304699 h 673912"/>
                <a:gd name="connsiteX87" fmla="*/ 612234 w 612685"/>
                <a:gd name="connsiteY87" fmla="*/ 300350 h 67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12685" h="673912">
                  <a:moveTo>
                    <a:pt x="612234" y="300350"/>
                  </a:moveTo>
                  <a:cubicBezTo>
                    <a:pt x="608391" y="293814"/>
                    <a:pt x="603812" y="287784"/>
                    <a:pt x="600021" y="281188"/>
                  </a:cubicBezTo>
                  <a:cubicBezTo>
                    <a:pt x="587440" y="258715"/>
                    <a:pt x="580645" y="233481"/>
                    <a:pt x="566798" y="211642"/>
                  </a:cubicBezTo>
                  <a:cubicBezTo>
                    <a:pt x="553284" y="190345"/>
                    <a:pt x="537392" y="169947"/>
                    <a:pt x="517579" y="154045"/>
                  </a:cubicBezTo>
                  <a:cubicBezTo>
                    <a:pt x="530802" y="155915"/>
                    <a:pt x="543613" y="160675"/>
                    <a:pt x="557084" y="160701"/>
                  </a:cubicBezTo>
                  <a:cubicBezTo>
                    <a:pt x="561885" y="160710"/>
                    <a:pt x="562758" y="154611"/>
                    <a:pt x="559694" y="152381"/>
                  </a:cubicBezTo>
                  <a:cubicBezTo>
                    <a:pt x="521114" y="74077"/>
                    <a:pt x="425004" y="28780"/>
                    <a:pt x="339866" y="42529"/>
                  </a:cubicBezTo>
                  <a:cubicBezTo>
                    <a:pt x="342810" y="38807"/>
                    <a:pt x="345258" y="34587"/>
                    <a:pt x="347389" y="30890"/>
                  </a:cubicBezTo>
                  <a:cubicBezTo>
                    <a:pt x="351882" y="22904"/>
                    <a:pt x="357188" y="14524"/>
                    <a:pt x="357539" y="5175"/>
                  </a:cubicBezTo>
                  <a:cubicBezTo>
                    <a:pt x="359388" y="3433"/>
                    <a:pt x="358241" y="97"/>
                    <a:pt x="355519" y="11"/>
                  </a:cubicBezTo>
                  <a:cubicBezTo>
                    <a:pt x="348296" y="-203"/>
                    <a:pt x="340260" y="2781"/>
                    <a:pt x="333345" y="4694"/>
                  </a:cubicBezTo>
                  <a:cubicBezTo>
                    <a:pt x="305744" y="12345"/>
                    <a:pt x="278965" y="22604"/>
                    <a:pt x="251716" y="31362"/>
                  </a:cubicBezTo>
                  <a:cubicBezTo>
                    <a:pt x="221257" y="41243"/>
                    <a:pt x="192244" y="52368"/>
                    <a:pt x="167245" y="72525"/>
                  </a:cubicBezTo>
                  <a:cubicBezTo>
                    <a:pt x="169590" y="67764"/>
                    <a:pt x="169128" y="61786"/>
                    <a:pt x="169993" y="56614"/>
                  </a:cubicBezTo>
                  <a:cubicBezTo>
                    <a:pt x="171037" y="50412"/>
                    <a:pt x="172629" y="44348"/>
                    <a:pt x="174563" y="38378"/>
                  </a:cubicBezTo>
                  <a:cubicBezTo>
                    <a:pt x="176326" y="32597"/>
                    <a:pt x="167228" y="31139"/>
                    <a:pt x="166116" y="36885"/>
                  </a:cubicBezTo>
                  <a:cubicBezTo>
                    <a:pt x="149846" y="50729"/>
                    <a:pt x="139876" y="70209"/>
                    <a:pt x="131455" y="89525"/>
                  </a:cubicBezTo>
                  <a:cubicBezTo>
                    <a:pt x="130873" y="90906"/>
                    <a:pt x="130308" y="93239"/>
                    <a:pt x="129187" y="93711"/>
                  </a:cubicBezTo>
                  <a:cubicBezTo>
                    <a:pt x="128356" y="94063"/>
                    <a:pt x="124685" y="93179"/>
                    <a:pt x="124017" y="93102"/>
                  </a:cubicBezTo>
                  <a:cubicBezTo>
                    <a:pt x="120106" y="92647"/>
                    <a:pt x="116238" y="92399"/>
                    <a:pt x="112301" y="92270"/>
                  </a:cubicBezTo>
                  <a:cubicBezTo>
                    <a:pt x="109913" y="92193"/>
                    <a:pt x="108570" y="94106"/>
                    <a:pt x="108493" y="96070"/>
                  </a:cubicBezTo>
                  <a:cubicBezTo>
                    <a:pt x="28250" y="132824"/>
                    <a:pt x="5057" y="273323"/>
                    <a:pt x="924" y="353076"/>
                  </a:cubicBezTo>
                  <a:cubicBezTo>
                    <a:pt x="393" y="363223"/>
                    <a:pt x="-1644" y="377316"/>
                    <a:pt x="2832" y="386820"/>
                  </a:cubicBezTo>
                  <a:cubicBezTo>
                    <a:pt x="2781" y="387180"/>
                    <a:pt x="2721" y="387540"/>
                    <a:pt x="2669" y="387909"/>
                  </a:cubicBezTo>
                  <a:cubicBezTo>
                    <a:pt x="2284" y="390834"/>
                    <a:pt x="6666" y="391615"/>
                    <a:pt x="7967" y="389350"/>
                  </a:cubicBezTo>
                  <a:cubicBezTo>
                    <a:pt x="14266" y="378414"/>
                    <a:pt x="19341" y="366817"/>
                    <a:pt x="26307" y="356258"/>
                  </a:cubicBezTo>
                  <a:cubicBezTo>
                    <a:pt x="21027" y="386039"/>
                    <a:pt x="31870" y="415374"/>
                    <a:pt x="37510" y="444477"/>
                  </a:cubicBezTo>
                  <a:cubicBezTo>
                    <a:pt x="35396" y="462576"/>
                    <a:pt x="42123" y="480494"/>
                    <a:pt x="54627" y="493558"/>
                  </a:cubicBezTo>
                  <a:cubicBezTo>
                    <a:pt x="62038" y="513963"/>
                    <a:pt x="71127" y="533880"/>
                    <a:pt x="80687" y="553325"/>
                  </a:cubicBezTo>
                  <a:cubicBezTo>
                    <a:pt x="86592" y="565334"/>
                    <a:pt x="92788" y="577248"/>
                    <a:pt x="99780" y="588664"/>
                  </a:cubicBezTo>
                  <a:cubicBezTo>
                    <a:pt x="105087" y="597336"/>
                    <a:pt x="111043" y="605485"/>
                    <a:pt x="119533" y="611275"/>
                  </a:cubicBezTo>
                  <a:cubicBezTo>
                    <a:pt x="121655" y="612724"/>
                    <a:pt x="124146" y="610846"/>
                    <a:pt x="124385" y="608676"/>
                  </a:cubicBezTo>
                  <a:cubicBezTo>
                    <a:pt x="127663" y="606840"/>
                    <a:pt x="128151" y="602620"/>
                    <a:pt x="128827" y="598563"/>
                  </a:cubicBezTo>
                  <a:cubicBezTo>
                    <a:pt x="129418" y="595055"/>
                    <a:pt x="130188" y="591280"/>
                    <a:pt x="130547" y="587524"/>
                  </a:cubicBezTo>
                  <a:cubicBezTo>
                    <a:pt x="133123" y="594188"/>
                    <a:pt x="136110" y="600647"/>
                    <a:pt x="139611" y="606891"/>
                  </a:cubicBezTo>
                  <a:cubicBezTo>
                    <a:pt x="143051" y="613041"/>
                    <a:pt x="147441" y="622983"/>
                    <a:pt x="154160" y="625993"/>
                  </a:cubicBezTo>
                  <a:cubicBezTo>
                    <a:pt x="155426" y="626560"/>
                    <a:pt x="156787" y="626131"/>
                    <a:pt x="157429" y="625144"/>
                  </a:cubicBezTo>
                  <a:cubicBezTo>
                    <a:pt x="159252" y="625101"/>
                    <a:pt x="161169" y="623909"/>
                    <a:pt x="161434" y="621602"/>
                  </a:cubicBezTo>
                  <a:cubicBezTo>
                    <a:pt x="162975" y="607363"/>
                    <a:pt x="166364" y="593485"/>
                    <a:pt x="171182" y="580010"/>
                  </a:cubicBezTo>
                  <a:cubicBezTo>
                    <a:pt x="177139" y="586666"/>
                    <a:pt x="183352" y="593090"/>
                    <a:pt x="189848" y="599215"/>
                  </a:cubicBezTo>
                  <a:cubicBezTo>
                    <a:pt x="199151" y="607989"/>
                    <a:pt x="208993" y="618866"/>
                    <a:pt x="221856" y="621181"/>
                  </a:cubicBezTo>
                  <a:cubicBezTo>
                    <a:pt x="225878" y="621911"/>
                    <a:pt x="229036" y="618119"/>
                    <a:pt x="227102" y="614337"/>
                  </a:cubicBezTo>
                  <a:cubicBezTo>
                    <a:pt x="221419" y="603229"/>
                    <a:pt x="210045" y="596478"/>
                    <a:pt x="201016" y="588012"/>
                  </a:cubicBezTo>
                  <a:cubicBezTo>
                    <a:pt x="176831" y="565471"/>
                    <a:pt x="156710" y="539001"/>
                    <a:pt x="139208" y="511021"/>
                  </a:cubicBezTo>
                  <a:cubicBezTo>
                    <a:pt x="139029" y="510635"/>
                    <a:pt x="138798" y="510275"/>
                    <a:pt x="138532" y="509949"/>
                  </a:cubicBezTo>
                  <a:cubicBezTo>
                    <a:pt x="136042" y="506003"/>
                    <a:pt x="133303" y="501861"/>
                    <a:pt x="129572" y="499613"/>
                  </a:cubicBezTo>
                  <a:cubicBezTo>
                    <a:pt x="126653" y="497855"/>
                    <a:pt x="123290" y="500154"/>
                    <a:pt x="123119" y="503327"/>
                  </a:cubicBezTo>
                  <a:cubicBezTo>
                    <a:pt x="123042" y="504785"/>
                    <a:pt x="123213" y="506269"/>
                    <a:pt x="123555" y="507745"/>
                  </a:cubicBezTo>
                  <a:cubicBezTo>
                    <a:pt x="100516" y="508457"/>
                    <a:pt x="77871" y="495668"/>
                    <a:pt x="63313" y="478264"/>
                  </a:cubicBezTo>
                  <a:cubicBezTo>
                    <a:pt x="47498" y="458664"/>
                    <a:pt x="50365" y="425633"/>
                    <a:pt x="73524" y="412801"/>
                  </a:cubicBezTo>
                  <a:cubicBezTo>
                    <a:pt x="79634" y="409413"/>
                    <a:pt x="86455" y="407371"/>
                    <a:pt x="93413" y="406771"/>
                  </a:cubicBezTo>
                  <a:cubicBezTo>
                    <a:pt x="97324" y="406436"/>
                    <a:pt x="101287" y="406428"/>
                    <a:pt x="105189" y="406900"/>
                  </a:cubicBezTo>
                  <a:cubicBezTo>
                    <a:pt x="109640" y="407440"/>
                    <a:pt x="114364" y="406985"/>
                    <a:pt x="118728" y="407732"/>
                  </a:cubicBezTo>
                  <a:cubicBezTo>
                    <a:pt x="125832" y="428034"/>
                    <a:pt x="135092" y="450181"/>
                    <a:pt x="154639" y="461229"/>
                  </a:cubicBezTo>
                  <a:cubicBezTo>
                    <a:pt x="157908" y="463022"/>
                    <a:pt x="163223" y="462336"/>
                    <a:pt x="164918" y="458527"/>
                  </a:cubicBezTo>
                  <a:cubicBezTo>
                    <a:pt x="169188" y="448963"/>
                    <a:pt x="169000" y="438405"/>
                    <a:pt x="166809" y="428266"/>
                  </a:cubicBezTo>
                  <a:cubicBezTo>
                    <a:pt x="171020" y="433018"/>
                    <a:pt x="175769" y="437401"/>
                    <a:pt x="181332" y="441261"/>
                  </a:cubicBezTo>
                  <a:cubicBezTo>
                    <a:pt x="184670" y="443577"/>
                    <a:pt x="190464" y="440549"/>
                    <a:pt x="189951" y="436303"/>
                  </a:cubicBezTo>
                  <a:cubicBezTo>
                    <a:pt x="186844" y="410665"/>
                    <a:pt x="188136" y="384307"/>
                    <a:pt x="200862" y="361285"/>
                  </a:cubicBezTo>
                  <a:cubicBezTo>
                    <a:pt x="215951" y="335415"/>
                    <a:pt x="228566" y="321159"/>
                    <a:pt x="228138" y="289140"/>
                  </a:cubicBezTo>
                  <a:cubicBezTo>
                    <a:pt x="235438" y="298146"/>
                    <a:pt x="243226" y="306784"/>
                    <a:pt x="250920" y="315438"/>
                  </a:cubicBezTo>
                  <a:cubicBezTo>
                    <a:pt x="255036" y="320070"/>
                    <a:pt x="261626" y="315061"/>
                    <a:pt x="260574" y="309803"/>
                  </a:cubicBezTo>
                  <a:cubicBezTo>
                    <a:pt x="255302" y="284448"/>
                    <a:pt x="247223" y="259616"/>
                    <a:pt x="247779" y="233395"/>
                  </a:cubicBezTo>
                  <a:cubicBezTo>
                    <a:pt x="273043" y="260534"/>
                    <a:pt x="271768" y="303147"/>
                    <a:pt x="278914" y="337817"/>
                  </a:cubicBezTo>
                  <a:cubicBezTo>
                    <a:pt x="279736" y="342423"/>
                    <a:pt x="287507" y="343701"/>
                    <a:pt x="289406" y="339189"/>
                  </a:cubicBezTo>
                  <a:cubicBezTo>
                    <a:pt x="301148" y="311338"/>
                    <a:pt x="307541" y="279910"/>
                    <a:pt x="307927" y="249186"/>
                  </a:cubicBezTo>
                  <a:cubicBezTo>
                    <a:pt x="314525" y="262052"/>
                    <a:pt x="320653" y="275184"/>
                    <a:pt x="325719" y="288642"/>
                  </a:cubicBezTo>
                  <a:cubicBezTo>
                    <a:pt x="328030" y="294784"/>
                    <a:pt x="337256" y="294132"/>
                    <a:pt x="337461" y="287047"/>
                  </a:cubicBezTo>
                  <a:cubicBezTo>
                    <a:pt x="337889" y="271976"/>
                    <a:pt x="338240" y="256871"/>
                    <a:pt x="338231" y="241766"/>
                  </a:cubicBezTo>
                  <a:cubicBezTo>
                    <a:pt x="377266" y="295873"/>
                    <a:pt x="445835" y="315052"/>
                    <a:pt x="508251" y="326211"/>
                  </a:cubicBezTo>
                  <a:cubicBezTo>
                    <a:pt x="510407" y="342491"/>
                    <a:pt x="515294" y="358300"/>
                    <a:pt x="519137" y="374228"/>
                  </a:cubicBezTo>
                  <a:cubicBezTo>
                    <a:pt x="526856" y="405905"/>
                    <a:pt x="530519" y="437444"/>
                    <a:pt x="528962" y="470090"/>
                  </a:cubicBezTo>
                  <a:cubicBezTo>
                    <a:pt x="526266" y="533957"/>
                    <a:pt x="504956" y="603469"/>
                    <a:pt x="447718" y="638499"/>
                  </a:cubicBezTo>
                  <a:cubicBezTo>
                    <a:pt x="418543" y="657953"/>
                    <a:pt x="388015" y="661341"/>
                    <a:pt x="353799" y="660183"/>
                  </a:cubicBezTo>
                  <a:cubicBezTo>
                    <a:pt x="341929" y="659840"/>
                    <a:pt x="330289" y="658013"/>
                    <a:pt x="318453" y="657387"/>
                  </a:cubicBezTo>
                  <a:cubicBezTo>
                    <a:pt x="313310" y="657112"/>
                    <a:pt x="313070" y="664215"/>
                    <a:pt x="317315" y="665827"/>
                  </a:cubicBezTo>
                  <a:cubicBezTo>
                    <a:pt x="337393" y="673470"/>
                    <a:pt x="360971" y="674447"/>
                    <a:pt x="382264" y="673710"/>
                  </a:cubicBezTo>
                  <a:cubicBezTo>
                    <a:pt x="436977" y="672629"/>
                    <a:pt x="487428" y="637539"/>
                    <a:pt x="513873" y="590517"/>
                  </a:cubicBezTo>
                  <a:cubicBezTo>
                    <a:pt x="530528" y="560342"/>
                    <a:pt x="539060" y="526238"/>
                    <a:pt x="542937" y="492177"/>
                  </a:cubicBezTo>
                  <a:cubicBezTo>
                    <a:pt x="546677" y="459325"/>
                    <a:pt x="545950" y="425495"/>
                    <a:pt x="539600" y="392995"/>
                  </a:cubicBezTo>
                  <a:cubicBezTo>
                    <a:pt x="535389" y="371269"/>
                    <a:pt x="528594" y="350151"/>
                    <a:pt x="524503" y="328399"/>
                  </a:cubicBezTo>
                  <a:cubicBezTo>
                    <a:pt x="541927" y="330243"/>
                    <a:pt x="559489" y="330337"/>
                    <a:pt x="576614" y="327155"/>
                  </a:cubicBezTo>
                  <a:cubicBezTo>
                    <a:pt x="580619" y="326409"/>
                    <a:pt x="579926" y="320868"/>
                    <a:pt x="576614" y="319796"/>
                  </a:cubicBezTo>
                  <a:cubicBezTo>
                    <a:pt x="572498" y="314357"/>
                    <a:pt x="565163" y="310772"/>
                    <a:pt x="559977" y="306689"/>
                  </a:cubicBezTo>
                  <a:cubicBezTo>
                    <a:pt x="550426" y="298987"/>
                    <a:pt x="541457" y="291147"/>
                    <a:pt x="534379" y="280820"/>
                  </a:cubicBezTo>
                  <a:cubicBezTo>
                    <a:pt x="552471" y="289980"/>
                    <a:pt x="569708" y="298069"/>
                    <a:pt x="589221" y="302984"/>
                  </a:cubicBezTo>
                  <a:cubicBezTo>
                    <a:pt x="595408" y="304605"/>
                    <a:pt x="603333" y="306989"/>
                    <a:pt x="609649" y="304699"/>
                  </a:cubicBezTo>
                  <a:cubicBezTo>
                    <a:pt x="611772" y="304605"/>
                    <a:pt x="613552" y="302589"/>
                    <a:pt x="612234" y="300350"/>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stretch>
                <a:fillRect l="-212069" r="-6185"/>
              </a:stretch>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grpSp>
      <p:sp>
        <p:nvSpPr>
          <p:cNvPr id="450" name="Freeform: Shape 131">
            <a:extLst>
              <a:ext uri="{FF2B5EF4-FFF2-40B4-BE49-F238E27FC236}">
                <a16:creationId xmlns:a16="http://schemas.microsoft.com/office/drawing/2014/main" id="{F610D175-8CB7-3221-7139-50C328BC35D6}"/>
              </a:ext>
            </a:extLst>
          </p:cNvPr>
          <p:cNvSpPr/>
          <p:nvPr/>
        </p:nvSpPr>
        <p:spPr>
          <a:xfrm>
            <a:off x="3838403" y="10868100"/>
            <a:ext cx="63624" cy="22939"/>
          </a:xfrm>
          <a:custGeom>
            <a:avLst/>
            <a:gdLst>
              <a:gd name="connsiteX0" fmla="*/ 40146 w 63624"/>
              <a:gd name="connsiteY0" fmla="*/ 23765 h 22939"/>
              <a:gd name="connsiteX1" fmla="*/ 2832 w 63624"/>
              <a:gd name="connsiteY1" fmla="*/ 12623 h 22939"/>
              <a:gd name="connsiteX2" fmla="*/ 2148 w 63624"/>
              <a:gd name="connsiteY2" fmla="*/ 9981 h 22939"/>
              <a:gd name="connsiteX3" fmla="*/ 4116 w 63624"/>
              <a:gd name="connsiteY3" fmla="*/ 7983 h 22939"/>
              <a:gd name="connsiteX4" fmla="*/ 20206 w 63624"/>
              <a:gd name="connsiteY4" fmla="*/ 6027 h 22939"/>
              <a:gd name="connsiteX5" fmla="*/ 31331 w 63624"/>
              <a:gd name="connsiteY5" fmla="*/ 4938 h 22939"/>
              <a:gd name="connsiteX6" fmla="*/ 39975 w 63624"/>
              <a:gd name="connsiteY6" fmla="*/ 3050 h 22939"/>
              <a:gd name="connsiteX7" fmla="*/ 52727 w 63624"/>
              <a:gd name="connsiteY7" fmla="*/ 829 h 22939"/>
              <a:gd name="connsiteX8" fmla="*/ 60772 w 63624"/>
              <a:gd name="connsiteY8" fmla="*/ 2553 h 22939"/>
              <a:gd name="connsiteX9" fmla="*/ 65308 w 63624"/>
              <a:gd name="connsiteY9" fmla="*/ 8695 h 22939"/>
              <a:gd name="connsiteX10" fmla="*/ 57091 w 63624"/>
              <a:gd name="connsiteY10" fmla="*/ 21664 h 22939"/>
              <a:gd name="connsiteX11" fmla="*/ 47849 w 63624"/>
              <a:gd name="connsiteY11" fmla="*/ 23439 h 22939"/>
              <a:gd name="connsiteX12" fmla="*/ 40146 w 63624"/>
              <a:gd name="connsiteY12" fmla="*/ 23765 h 2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624" h="22939">
                <a:moveTo>
                  <a:pt x="40146" y="23765"/>
                </a:moveTo>
                <a:cubicBezTo>
                  <a:pt x="27137" y="23533"/>
                  <a:pt x="13102" y="21261"/>
                  <a:pt x="2832" y="12623"/>
                </a:cubicBezTo>
                <a:cubicBezTo>
                  <a:pt x="2148" y="11954"/>
                  <a:pt x="1891" y="10925"/>
                  <a:pt x="2148" y="9981"/>
                </a:cubicBezTo>
                <a:cubicBezTo>
                  <a:pt x="2404" y="9003"/>
                  <a:pt x="3089" y="8223"/>
                  <a:pt x="4116" y="7983"/>
                </a:cubicBezTo>
                <a:cubicBezTo>
                  <a:pt x="9422" y="6979"/>
                  <a:pt x="14814" y="6327"/>
                  <a:pt x="20206" y="6027"/>
                </a:cubicBezTo>
                <a:cubicBezTo>
                  <a:pt x="23885" y="5744"/>
                  <a:pt x="27651" y="5452"/>
                  <a:pt x="31331" y="4938"/>
                </a:cubicBezTo>
                <a:cubicBezTo>
                  <a:pt x="34241" y="4466"/>
                  <a:pt x="37151" y="3840"/>
                  <a:pt x="39975" y="3050"/>
                </a:cubicBezTo>
                <a:cubicBezTo>
                  <a:pt x="44083" y="1781"/>
                  <a:pt x="48447" y="1035"/>
                  <a:pt x="52727" y="829"/>
                </a:cubicBezTo>
                <a:cubicBezTo>
                  <a:pt x="55551" y="778"/>
                  <a:pt x="58290" y="1369"/>
                  <a:pt x="60772" y="2553"/>
                </a:cubicBezTo>
                <a:cubicBezTo>
                  <a:pt x="63083" y="3840"/>
                  <a:pt x="64708" y="6087"/>
                  <a:pt x="65308" y="8695"/>
                </a:cubicBezTo>
                <a:cubicBezTo>
                  <a:pt x="67105" y="14459"/>
                  <a:pt x="61970" y="19519"/>
                  <a:pt x="57091" y="21664"/>
                </a:cubicBezTo>
                <a:cubicBezTo>
                  <a:pt x="54096" y="22736"/>
                  <a:pt x="51015" y="23328"/>
                  <a:pt x="47849" y="23439"/>
                </a:cubicBezTo>
                <a:cubicBezTo>
                  <a:pt x="45195" y="23654"/>
                  <a:pt x="42628" y="23765"/>
                  <a:pt x="40146" y="23765"/>
                </a:cubicBez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451" name="Freeform: Shape 132">
            <a:extLst>
              <a:ext uri="{FF2B5EF4-FFF2-40B4-BE49-F238E27FC236}">
                <a16:creationId xmlns:a16="http://schemas.microsoft.com/office/drawing/2014/main" id="{5B5440B4-64E9-2F10-7EDF-5D2AA5FF4137}"/>
              </a:ext>
            </a:extLst>
          </p:cNvPr>
          <p:cNvSpPr/>
          <p:nvPr/>
        </p:nvSpPr>
        <p:spPr>
          <a:xfrm>
            <a:off x="3849830" y="10728067"/>
            <a:ext cx="67949" cy="60923"/>
          </a:xfrm>
          <a:custGeom>
            <a:avLst/>
            <a:gdLst>
              <a:gd name="connsiteX0" fmla="*/ 39588 w 67949"/>
              <a:gd name="connsiteY0" fmla="*/ 61727 h 60923"/>
              <a:gd name="connsiteX1" fmla="*/ 5698 w 67949"/>
              <a:gd name="connsiteY1" fmla="*/ 34356 h 60923"/>
              <a:gd name="connsiteX2" fmla="*/ 10661 w 67949"/>
              <a:gd name="connsiteY2" fmla="*/ 32426 h 60923"/>
              <a:gd name="connsiteX3" fmla="*/ 14512 w 67949"/>
              <a:gd name="connsiteY3" fmla="*/ 33601 h 60923"/>
              <a:gd name="connsiteX4" fmla="*/ 53110 w 67949"/>
              <a:gd name="connsiteY4" fmla="*/ 42187 h 60923"/>
              <a:gd name="connsiteX5" fmla="*/ 39074 w 67949"/>
              <a:gd name="connsiteY5" fmla="*/ 7869 h 60923"/>
              <a:gd name="connsiteX6" fmla="*/ 38219 w 67949"/>
              <a:gd name="connsiteY6" fmla="*/ 4155 h 60923"/>
              <a:gd name="connsiteX7" fmla="*/ 42926 w 67949"/>
              <a:gd name="connsiteY7" fmla="*/ 827 h 60923"/>
              <a:gd name="connsiteX8" fmla="*/ 69800 w 67949"/>
              <a:gd name="connsiteY8" fmla="*/ 33207 h 60923"/>
              <a:gd name="connsiteX9" fmla="*/ 39588 w 67949"/>
              <a:gd name="connsiteY9" fmla="*/ 61727 h 60923"/>
              <a:gd name="connsiteX10" fmla="*/ 39588 w 67949"/>
              <a:gd name="connsiteY10" fmla="*/ 61727 h 6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949" h="60923">
                <a:moveTo>
                  <a:pt x="39588" y="61727"/>
                </a:moveTo>
                <a:cubicBezTo>
                  <a:pt x="28805" y="62113"/>
                  <a:pt x="-9879" y="48835"/>
                  <a:pt x="5698" y="34356"/>
                </a:cubicBezTo>
                <a:cubicBezTo>
                  <a:pt x="7067" y="33147"/>
                  <a:pt x="8865" y="32469"/>
                  <a:pt x="10661" y="32426"/>
                </a:cubicBezTo>
                <a:cubicBezTo>
                  <a:pt x="12031" y="32435"/>
                  <a:pt x="13315" y="32846"/>
                  <a:pt x="14512" y="33601"/>
                </a:cubicBezTo>
                <a:cubicBezTo>
                  <a:pt x="24013" y="41269"/>
                  <a:pt x="41728" y="54650"/>
                  <a:pt x="53110" y="42187"/>
                </a:cubicBezTo>
                <a:cubicBezTo>
                  <a:pt x="64322" y="28626"/>
                  <a:pt x="46863" y="11737"/>
                  <a:pt x="39074" y="7869"/>
                </a:cubicBezTo>
                <a:cubicBezTo>
                  <a:pt x="38048" y="6951"/>
                  <a:pt x="37706" y="5450"/>
                  <a:pt x="38219" y="4155"/>
                </a:cubicBezTo>
                <a:cubicBezTo>
                  <a:pt x="38904" y="2131"/>
                  <a:pt x="40787" y="784"/>
                  <a:pt x="42926" y="827"/>
                </a:cubicBezTo>
                <a:cubicBezTo>
                  <a:pt x="58930" y="2054"/>
                  <a:pt x="71768" y="17073"/>
                  <a:pt x="69800" y="33207"/>
                </a:cubicBezTo>
                <a:cubicBezTo>
                  <a:pt x="68858" y="48715"/>
                  <a:pt x="55421" y="62387"/>
                  <a:pt x="39588" y="61727"/>
                </a:cubicBezTo>
                <a:lnTo>
                  <a:pt x="39588" y="61727"/>
                </a:ln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452" name="Freeform: Shape 133">
            <a:extLst>
              <a:ext uri="{FF2B5EF4-FFF2-40B4-BE49-F238E27FC236}">
                <a16:creationId xmlns:a16="http://schemas.microsoft.com/office/drawing/2014/main" id="{DB4CBF02-C6D1-8873-83DC-1D743439592D}"/>
              </a:ext>
            </a:extLst>
          </p:cNvPr>
          <p:cNvSpPr/>
          <p:nvPr/>
        </p:nvSpPr>
        <p:spPr>
          <a:xfrm>
            <a:off x="3920317" y="10669286"/>
            <a:ext cx="32350" cy="54176"/>
          </a:xfrm>
          <a:custGeom>
            <a:avLst/>
            <a:gdLst>
              <a:gd name="connsiteX0" fmla="*/ 18225 w 32350"/>
              <a:gd name="connsiteY0" fmla="*/ 55002 h 54176"/>
              <a:gd name="connsiteX1" fmla="*/ 2050 w 32350"/>
              <a:gd name="connsiteY1" fmla="*/ 27778 h 54176"/>
              <a:gd name="connsiteX2" fmla="*/ 34401 w 32350"/>
              <a:gd name="connsiteY2" fmla="*/ 27778 h 54176"/>
              <a:gd name="connsiteX3" fmla="*/ 18225 w 32350"/>
              <a:gd name="connsiteY3" fmla="*/ 55002 h 54176"/>
              <a:gd name="connsiteX4" fmla="*/ 18225 w 32350"/>
              <a:gd name="connsiteY4" fmla="*/ 55002 h 5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50" h="54176">
                <a:moveTo>
                  <a:pt x="18225" y="55002"/>
                </a:moveTo>
                <a:cubicBezTo>
                  <a:pt x="5816" y="53887"/>
                  <a:pt x="2136" y="38190"/>
                  <a:pt x="2050" y="27778"/>
                </a:cubicBezTo>
                <a:cubicBezTo>
                  <a:pt x="2478" y="-8197"/>
                  <a:pt x="33972" y="-8119"/>
                  <a:pt x="34401" y="27778"/>
                </a:cubicBezTo>
                <a:cubicBezTo>
                  <a:pt x="34315" y="38182"/>
                  <a:pt x="30550" y="53904"/>
                  <a:pt x="18225" y="55002"/>
                </a:cubicBezTo>
                <a:lnTo>
                  <a:pt x="18225" y="55002"/>
                </a:ln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453" name="Freeform: Shape 134">
            <a:extLst>
              <a:ext uri="{FF2B5EF4-FFF2-40B4-BE49-F238E27FC236}">
                <a16:creationId xmlns:a16="http://schemas.microsoft.com/office/drawing/2014/main" id="{FDEE555A-F612-87F6-B017-5D606A45EDBF}"/>
              </a:ext>
            </a:extLst>
          </p:cNvPr>
          <p:cNvSpPr/>
          <p:nvPr/>
        </p:nvSpPr>
        <p:spPr>
          <a:xfrm>
            <a:off x="3731778" y="10675977"/>
            <a:ext cx="114172" cy="47313"/>
          </a:xfrm>
          <a:custGeom>
            <a:avLst/>
            <a:gdLst>
              <a:gd name="connsiteX0" fmla="*/ 61958 w 114172"/>
              <a:gd name="connsiteY0" fmla="*/ 48140 h 47313"/>
              <a:gd name="connsiteX1" fmla="*/ 51603 w 114172"/>
              <a:gd name="connsiteY1" fmla="*/ 40291 h 47313"/>
              <a:gd name="connsiteX2" fmla="*/ 52458 w 114172"/>
              <a:gd name="connsiteY2" fmla="*/ 19662 h 47313"/>
              <a:gd name="connsiteX3" fmla="*/ 52801 w 114172"/>
              <a:gd name="connsiteY3" fmla="*/ 19208 h 47313"/>
              <a:gd name="connsiteX4" fmla="*/ 52715 w 114172"/>
              <a:gd name="connsiteY4" fmla="*/ 18084 h 47313"/>
              <a:gd name="connsiteX5" fmla="*/ 25244 w 114172"/>
              <a:gd name="connsiteY5" fmla="*/ 15340 h 47313"/>
              <a:gd name="connsiteX6" fmla="*/ 2136 w 114172"/>
              <a:gd name="connsiteY6" fmla="*/ 9524 h 47313"/>
              <a:gd name="connsiteX7" fmla="*/ 2050 w 114172"/>
              <a:gd name="connsiteY7" fmla="*/ 9250 h 47313"/>
              <a:gd name="connsiteX8" fmla="*/ 2221 w 114172"/>
              <a:gd name="connsiteY8" fmla="*/ 8958 h 47313"/>
              <a:gd name="connsiteX9" fmla="*/ 23960 w 114172"/>
              <a:gd name="connsiteY9" fmla="*/ 6693 h 47313"/>
              <a:gd name="connsiteX10" fmla="*/ 62044 w 114172"/>
              <a:gd name="connsiteY10" fmla="*/ 5004 h 47313"/>
              <a:gd name="connsiteX11" fmla="*/ 71972 w 114172"/>
              <a:gd name="connsiteY11" fmla="*/ 4317 h 47313"/>
              <a:gd name="connsiteX12" fmla="*/ 90201 w 114172"/>
              <a:gd name="connsiteY12" fmla="*/ 2739 h 47313"/>
              <a:gd name="connsiteX13" fmla="*/ 106205 w 114172"/>
              <a:gd name="connsiteY13" fmla="*/ 827 h 47313"/>
              <a:gd name="connsiteX14" fmla="*/ 114079 w 114172"/>
              <a:gd name="connsiteY14" fmla="*/ 14396 h 47313"/>
              <a:gd name="connsiteX15" fmla="*/ 100470 w 114172"/>
              <a:gd name="connsiteY15" fmla="*/ 18445 h 47313"/>
              <a:gd name="connsiteX16" fmla="*/ 82327 w 114172"/>
              <a:gd name="connsiteY16" fmla="*/ 18873 h 47313"/>
              <a:gd name="connsiteX17" fmla="*/ 66751 w 114172"/>
              <a:gd name="connsiteY17" fmla="*/ 46459 h 47313"/>
              <a:gd name="connsiteX18" fmla="*/ 61958 w 114172"/>
              <a:gd name="connsiteY18" fmla="*/ 48140 h 47313"/>
              <a:gd name="connsiteX19" fmla="*/ 61958 w 114172"/>
              <a:gd name="connsiteY19" fmla="*/ 48140 h 4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172" h="47313">
                <a:moveTo>
                  <a:pt x="61958" y="48140"/>
                </a:moveTo>
                <a:cubicBezTo>
                  <a:pt x="57337" y="48140"/>
                  <a:pt x="53058" y="44151"/>
                  <a:pt x="51603" y="40291"/>
                </a:cubicBezTo>
                <a:cubicBezTo>
                  <a:pt x="49463" y="33695"/>
                  <a:pt x="48950" y="25873"/>
                  <a:pt x="52458" y="19662"/>
                </a:cubicBezTo>
                <a:lnTo>
                  <a:pt x="52801" y="19208"/>
                </a:lnTo>
                <a:cubicBezTo>
                  <a:pt x="52715" y="18899"/>
                  <a:pt x="52715" y="18385"/>
                  <a:pt x="52715" y="18084"/>
                </a:cubicBezTo>
                <a:cubicBezTo>
                  <a:pt x="44329" y="17578"/>
                  <a:pt x="34658" y="16609"/>
                  <a:pt x="25244" y="15340"/>
                </a:cubicBezTo>
                <a:cubicBezTo>
                  <a:pt x="17712" y="14362"/>
                  <a:pt x="7956" y="14096"/>
                  <a:pt x="2136" y="9524"/>
                </a:cubicBezTo>
                <a:cubicBezTo>
                  <a:pt x="2050" y="9455"/>
                  <a:pt x="2050" y="9352"/>
                  <a:pt x="2050" y="9250"/>
                </a:cubicBezTo>
                <a:cubicBezTo>
                  <a:pt x="2050" y="9130"/>
                  <a:pt x="2136" y="9018"/>
                  <a:pt x="2221" y="8958"/>
                </a:cubicBezTo>
                <a:cubicBezTo>
                  <a:pt x="8983" y="6067"/>
                  <a:pt x="16771" y="7448"/>
                  <a:pt x="23960" y="6693"/>
                </a:cubicBezTo>
                <a:cubicBezTo>
                  <a:pt x="37140" y="6316"/>
                  <a:pt x="49977" y="5732"/>
                  <a:pt x="62044" y="5004"/>
                </a:cubicBezTo>
                <a:cubicBezTo>
                  <a:pt x="65125" y="3700"/>
                  <a:pt x="68719" y="3262"/>
                  <a:pt x="71972" y="4317"/>
                </a:cubicBezTo>
                <a:cubicBezTo>
                  <a:pt x="77877" y="3880"/>
                  <a:pt x="84210" y="3237"/>
                  <a:pt x="90201" y="2739"/>
                </a:cubicBezTo>
                <a:cubicBezTo>
                  <a:pt x="95593" y="2602"/>
                  <a:pt x="100813" y="1221"/>
                  <a:pt x="106205" y="827"/>
                </a:cubicBezTo>
                <a:cubicBezTo>
                  <a:pt x="112966" y="758"/>
                  <a:pt x="119812" y="7697"/>
                  <a:pt x="114079" y="14396"/>
                </a:cubicBezTo>
                <a:cubicBezTo>
                  <a:pt x="110056" y="19148"/>
                  <a:pt x="105606" y="18264"/>
                  <a:pt x="100470" y="18445"/>
                </a:cubicBezTo>
                <a:cubicBezTo>
                  <a:pt x="94394" y="18685"/>
                  <a:pt x="88318" y="18873"/>
                  <a:pt x="82327" y="18873"/>
                </a:cubicBezTo>
                <a:cubicBezTo>
                  <a:pt x="82669" y="30136"/>
                  <a:pt x="75481" y="40017"/>
                  <a:pt x="66751" y="46459"/>
                </a:cubicBezTo>
                <a:cubicBezTo>
                  <a:pt x="65382" y="47539"/>
                  <a:pt x="63670" y="48131"/>
                  <a:pt x="61958" y="48140"/>
                </a:cubicBezTo>
                <a:lnTo>
                  <a:pt x="61958" y="48140"/>
                </a:ln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454" name="Freeform: Shape 135">
            <a:extLst>
              <a:ext uri="{FF2B5EF4-FFF2-40B4-BE49-F238E27FC236}">
                <a16:creationId xmlns:a16="http://schemas.microsoft.com/office/drawing/2014/main" id="{BF225E31-BBD6-929C-FE39-CB286546446A}"/>
              </a:ext>
            </a:extLst>
          </p:cNvPr>
          <p:cNvSpPr/>
          <p:nvPr/>
        </p:nvSpPr>
        <p:spPr>
          <a:xfrm>
            <a:off x="3871727" y="10584223"/>
            <a:ext cx="77979" cy="54931"/>
          </a:xfrm>
          <a:custGeom>
            <a:avLst/>
            <a:gdLst>
              <a:gd name="connsiteX0" fmla="*/ 11187 w 77979"/>
              <a:gd name="connsiteY0" fmla="*/ 55757 h 54931"/>
              <a:gd name="connsiteX1" fmla="*/ 2715 w 77979"/>
              <a:gd name="connsiteY1" fmla="*/ 45172 h 54931"/>
              <a:gd name="connsiteX2" fmla="*/ 2800 w 77979"/>
              <a:gd name="connsiteY2" fmla="*/ 30693 h 54931"/>
              <a:gd name="connsiteX3" fmla="*/ 22826 w 77979"/>
              <a:gd name="connsiteY3" fmla="*/ 4841 h 54931"/>
              <a:gd name="connsiteX4" fmla="*/ 79911 w 77979"/>
              <a:gd name="connsiteY4" fmla="*/ 32735 h 54931"/>
              <a:gd name="connsiteX5" fmla="*/ 75888 w 77979"/>
              <a:gd name="connsiteY5" fmla="*/ 38971 h 54931"/>
              <a:gd name="connsiteX6" fmla="*/ 69041 w 77979"/>
              <a:gd name="connsiteY6" fmla="*/ 40969 h 54931"/>
              <a:gd name="connsiteX7" fmla="*/ 57231 w 77979"/>
              <a:gd name="connsiteY7" fmla="*/ 31337 h 54931"/>
              <a:gd name="connsiteX8" fmla="*/ 28561 w 77979"/>
              <a:gd name="connsiteY8" fmla="*/ 26345 h 54931"/>
              <a:gd name="connsiteX9" fmla="*/ 17263 w 77979"/>
              <a:gd name="connsiteY9" fmla="*/ 40798 h 54931"/>
              <a:gd name="connsiteX10" fmla="*/ 15295 w 77979"/>
              <a:gd name="connsiteY10" fmla="*/ 46545 h 54931"/>
              <a:gd name="connsiteX11" fmla="*/ 11530 w 77979"/>
              <a:gd name="connsiteY11" fmla="*/ 55620 h 54931"/>
              <a:gd name="connsiteX12" fmla="*/ 11187 w 77979"/>
              <a:gd name="connsiteY12" fmla="*/ 55757 h 54931"/>
              <a:gd name="connsiteX13" fmla="*/ 11187 w 77979"/>
              <a:gd name="connsiteY13" fmla="*/ 55757 h 54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7979" h="54931">
                <a:moveTo>
                  <a:pt x="11187" y="55757"/>
                </a:moveTo>
                <a:cubicBezTo>
                  <a:pt x="5795" y="54642"/>
                  <a:pt x="3570" y="49324"/>
                  <a:pt x="2715" y="45172"/>
                </a:cubicBezTo>
                <a:cubicBezTo>
                  <a:pt x="1773" y="40386"/>
                  <a:pt x="1859" y="35463"/>
                  <a:pt x="2800" y="30693"/>
                </a:cubicBezTo>
                <a:cubicBezTo>
                  <a:pt x="5282" y="19697"/>
                  <a:pt x="12728" y="9893"/>
                  <a:pt x="22826" y="4841"/>
                </a:cubicBezTo>
                <a:cubicBezTo>
                  <a:pt x="42938" y="-6104"/>
                  <a:pt x="82477" y="6025"/>
                  <a:pt x="79911" y="32735"/>
                </a:cubicBezTo>
                <a:cubicBezTo>
                  <a:pt x="79397" y="35265"/>
                  <a:pt x="77942" y="37496"/>
                  <a:pt x="75888" y="38971"/>
                </a:cubicBezTo>
                <a:cubicBezTo>
                  <a:pt x="73833" y="40317"/>
                  <a:pt x="71524" y="41012"/>
                  <a:pt x="69041" y="40969"/>
                </a:cubicBezTo>
                <a:cubicBezTo>
                  <a:pt x="63478" y="41090"/>
                  <a:pt x="57574" y="37238"/>
                  <a:pt x="57231" y="31337"/>
                </a:cubicBezTo>
                <a:cubicBezTo>
                  <a:pt x="51582" y="23180"/>
                  <a:pt x="37376" y="20709"/>
                  <a:pt x="28561" y="26345"/>
                </a:cubicBezTo>
                <a:cubicBezTo>
                  <a:pt x="24025" y="29201"/>
                  <a:pt x="20174" y="34064"/>
                  <a:pt x="17263" y="40798"/>
                </a:cubicBezTo>
                <a:cubicBezTo>
                  <a:pt x="16493" y="42668"/>
                  <a:pt x="15809" y="44580"/>
                  <a:pt x="15295" y="46545"/>
                </a:cubicBezTo>
                <a:cubicBezTo>
                  <a:pt x="14439" y="49736"/>
                  <a:pt x="13498" y="53038"/>
                  <a:pt x="11530" y="55620"/>
                </a:cubicBezTo>
                <a:cubicBezTo>
                  <a:pt x="11444" y="55714"/>
                  <a:pt x="11273" y="55766"/>
                  <a:pt x="11187" y="55757"/>
                </a:cubicBezTo>
                <a:lnTo>
                  <a:pt x="11187" y="55757"/>
                </a:ln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455" name="Rounded Rectangle 4">
            <a:extLst>
              <a:ext uri="{FF2B5EF4-FFF2-40B4-BE49-F238E27FC236}">
                <a16:creationId xmlns:a16="http://schemas.microsoft.com/office/drawing/2014/main" id="{E89B5E49-BA49-7D45-C629-EC8CA865F0F8}"/>
              </a:ext>
            </a:extLst>
          </p:cNvPr>
          <p:cNvSpPr/>
          <p:nvPr/>
        </p:nvSpPr>
        <p:spPr>
          <a:xfrm>
            <a:off x="4668546" y="10655857"/>
            <a:ext cx="1336313" cy="1229408"/>
          </a:xfrm>
          <a:prstGeom prst="roundRect">
            <a:avLst/>
          </a:prstGeom>
          <a:solidFill>
            <a:schemeClr val="bg1">
              <a:alpha val="10000"/>
            </a:schemeClr>
          </a:solidFill>
          <a:ln w="6350" cap="rnd">
            <a:solidFill>
              <a:schemeClr val="bg1">
                <a:alpha val="5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LT" sz="1000" spc="30">
              <a:solidFill>
                <a:schemeClr val="bg1"/>
              </a:solidFill>
              <a:cs typeface="Poppins SemiBold" panose="00000700000000000000" pitchFamily="2" charset="0"/>
            </a:endParaRPr>
          </a:p>
        </p:txBody>
      </p:sp>
      <p:sp>
        <p:nvSpPr>
          <p:cNvPr id="456" name="TextBox 455">
            <a:extLst>
              <a:ext uri="{FF2B5EF4-FFF2-40B4-BE49-F238E27FC236}">
                <a16:creationId xmlns:a16="http://schemas.microsoft.com/office/drawing/2014/main" id="{125E60EC-A8BC-83BD-F514-BA75F9986E11}"/>
              </a:ext>
            </a:extLst>
          </p:cNvPr>
          <p:cNvSpPr txBox="1"/>
          <p:nvPr/>
        </p:nvSpPr>
        <p:spPr>
          <a:xfrm>
            <a:off x="4868337" y="12097759"/>
            <a:ext cx="967124" cy="275717"/>
          </a:xfrm>
          <a:prstGeom prst="rect">
            <a:avLst/>
          </a:prstGeom>
          <a:noFill/>
        </p:spPr>
        <p:txBody>
          <a:bodyPr wrap="none" rtlCol="0">
            <a:spAutoFit/>
          </a:bodyPr>
          <a:lstStyle/>
          <a:p>
            <a:pPr algn="ctr">
              <a:lnSpc>
                <a:spcPct val="70000"/>
              </a:lnSpc>
            </a:pPr>
            <a:r>
              <a:rPr lang="en-US" sz="1600" dirty="0">
                <a:solidFill>
                  <a:schemeClr val="bg1"/>
                </a:solidFill>
                <a:latin typeface="+mj-lt"/>
              </a:rPr>
              <a:t>Devshree</a:t>
            </a:r>
            <a:endParaRPr lang="en-GB" sz="1600" dirty="0">
              <a:solidFill>
                <a:schemeClr val="bg1"/>
              </a:solidFill>
              <a:latin typeface="+mj-lt"/>
            </a:endParaRPr>
          </a:p>
        </p:txBody>
      </p:sp>
      <p:sp>
        <p:nvSpPr>
          <p:cNvPr id="457" name="Freeform: Shape 148">
            <a:extLst>
              <a:ext uri="{FF2B5EF4-FFF2-40B4-BE49-F238E27FC236}">
                <a16:creationId xmlns:a16="http://schemas.microsoft.com/office/drawing/2014/main" id="{BED1737B-8697-0F10-8E0C-27E5DCBE9F46}"/>
              </a:ext>
            </a:extLst>
          </p:cNvPr>
          <p:cNvSpPr/>
          <p:nvPr/>
        </p:nvSpPr>
        <p:spPr>
          <a:xfrm>
            <a:off x="4800835" y="10790428"/>
            <a:ext cx="1557220" cy="1071945"/>
          </a:xfrm>
          <a:custGeom>
            <a:avLst/>
            <a:gdLst>
              <a:gd name="connsiteX0" fmla="*/ 414401 w 1557220"/>
              <a:gd name="connsiteY0" fmla="*/ 11183 h 1071945"/>
              <a:gd name="connsiteX1" fmla="*/ 424236 w 1557220"/>
              <a:gd name="connsiteY1" fmla="*/ 91224 h 1071945"/>
              <a:gd name="connsiteX2" fmla="*/ 377420 w 1557220"/>
              <a:gd name="connsiteY2" fmla="*/ 134882 h 1071945"/>
              <a:gd name="connsiteX3" fmla="*/ 366961 w 1557220"/>
              <a:gd name="connsiteY3" fmla="*/ 129901 h 1071945"/>
              <a:gd name="connsiteX4" fmla="*/ 157790 w 1557220"/>
              <a:gd name="connsiteY4" fmla="*/ 207692 h 1071945"/>
              <a:gd name="connsiteX5" fmla="*/ 77512 w 1557220"/>
              <a:gd name="connsiteY5" fmla="*/ 282175 h 1071945"/>
              <a:gd name="connsiteX6" fmla="*/ 1208 w 1557220"/>
              <a:gd name="connsiteY6" fmla="*/ 673790 h 1071945"/>
              <a:gd name="connsiteX7" fmla="*/ 29868 w 1557220"/>
              <a:gd name="connsiteY7" fmla="*/ 931478 h 1071945"/>
              <a:gd name="connsiteX8" fmla="*/ 107615 w 1557220"/>
              <a:gd name="connsiteY8" fmla="*/ 980632 h 1071945"/>
              <a:gd name="connsiteX9" fmla="*/ 116711 w 1557220"/>
              <a:gd name="connsiteY9" fmla="*/ 992247 h 1071945"/>
              <a:gd name="connsiteX10" fmla="*/ 106929 w 1557220"/>
              <a:gd name="connsiteY10" fmla="*/ 1050481 h 1071945"/>
              <a:gd name="connsiteX11" fmla="*/ 118146 w 1557220"/>
              <a:gd name="connsiteY11" fmla="*/ 1064373 h 1071945"/>
              <a:gd name="connsiteX12" fmla="*/ 542430 w 1557220"/>
              <a:gd name="connsiteY12" fmla="*/ 1066827 h 1071945"/>
              <a:gd name="connsiteX13" fmla="*/ 911756 w 1557220"/>
              <a:gd name="connsiteY13" fmla="*/ 1011892 h 1071945"/>
              <a:gd name="connsiteX14" fmla="*/ 905680 w 1557220"/>
              <a:gd name="connsiteY14" fmla="*/ 899408 h 1071945"/>
              <a:gd name="connsiteX15" fmla="*/ 911827 w 1557220"/>
              <a:gd name="connsiteY15" fmla="*/ 893565 h 1071945"/>
              <a:gd name="connsiteX16" fmla="*/ 1142941 w 1557220"/>
              <a:gd name="connsiteY16" fmla="*/ 854460 h 1071945"/>
              <a:gd name="connsiteX17" fmla="*/ 1348593 w 1557220"/>
              <a:gd name="connsiteY17" fmla="*/ 813399 h 1071945"/>
              <a:gd name="connsiteX18" fmla="*/ 1373627 w 1557220"/>
              <a:gd name="connsiteY18" fmla="*/ 724340 h 1071945"/>
              <a:gd name="connsiteX19" fmla="*/ 1379685 w 1557220"/>
              <a:gd name="connsiteY19" fmla="*/ 715046 h 1071945"/>
              <a:gd name="connsiteX20" fmla="*/ 1428015 w 1557220"/>
              <a:gd name="connsiteY20" fmla="*/ 654820 h 1071945"/>
              <a:gd name="connsiteX21" fmla="*/ 1543813 w 1557220"/>
              <a:gd name="connsiteY21" fmla="*/ 306134 h 1071945"/>
              <a:gd name="connsiteX22" fmla="*/ 1552071 w 1557220"/>
              <a:gd name="connsiteY22" fmla="*/ 221104 h 1071945"/>
              <a:gd name="connsiteX23" fmla="*/ 1490805 w 1557220"/>
              <a:gd name="connsiteY23" fmla="*/ 207515 h 1071945"/>
              <a:gd name="connsiteX24" fmla="*/ 1239673 w 1557220"/>
              <a:gd name="connsiteY24" fmla="*/ 208840 h 1071945"/>
              <a:gd name="connsiteX25" fmla="*/ 1097844 w 1557220"/>
              <a:gd name="connsiteY25" fmla="*/ 254143 h 1071945"/>
              <a:gd name="connsiteX26" fmla="*/ 1007348 w 1557220"/>
              <a:gd name="connsiteY26" fmla="*/ 586794 h 1071945"/>
              <a:gd name="connsiteX27" fmla="*/ 997753 w 1557220"/>
              <a:gd name="connsiteY27" fmla="*/ 586243 h 1071945"/>
              <a:gd name="connsiteX28" fmla="*/ 967356 w 1557220"/>
              <a:gd name="connsiteY28" fmla="*/ 400254 h 1071945"/>
              <a:gd name="connsiteX29" fmla="*/ 865029 w 1557220"/>
              <a:gd name="connsiteY29" fmla="*/ 258385 h 1071945"/>
              <a:gd name="connsiteX30" fmla="*/ 718870 w 1557220"/>
              <a:gd name="connsiteY30" fmla="*/ 181083 h 1071945"/>
              <a:gd name="connsiteX31" fmla="*/ 661381 w 1557220"/>
              <a:gd name="connsiteY31" fmla="*/ 177303 h 1071945"/>
              <a:gd name="connsiteX32" fmla="*/ 647671 w 1557220"/>
              <a:gd name="connsiteY32" fmla="*/ 100535 h 1071945"/>
              <a:gd name="connsiteX33" fmla="*/ 643706 w 1557220"/>
              <a:gd name="connsiteY33" fmla="*/ 65744 h 1071945"/>
              <a:gd name="connsiteX34" fmla="*/ 421225 w 1557220"/>
              <a:gd name="connsiteY34" fmla="*/ 235 h 1071945"/>
              <a:gd name="connsiteX35" fmla="*/ 414401 w 1557220"/>
              <a:gd name="connsiteY35" fmla="*/ 11183 h 107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57220" h="1071945">
                <a:moveTo>
                  <a:pt x="414401" y="11183"/>
                </a:moveTo>
                <a:cubicBezTo>
                  <a:pt x="414401" y="11183"/>
                  <a:pt x="437475" y="54600"/>
                  <a:pt x="424236" y="91224"/>
                </a:cubicBezTo>
                <a:cubicBezTo>
                  <a:pt x="411586" y="126228"/>
                  <a:pt x="394436" y="188491"/>
                  <a:pt x="377420" y="134882"/>
                </a:cubicBezTo>
                <a:cubicBezTo>
                  <a:pt x="376030" y="130515"/>
                  <a:pt x="371229" y="128229"/>
                  <a:pt x="366961" y="129901"/>
                </a:cubicBezTo>
                <a:cubicBezTo>
                  <a:pt x="344573" y="138661"/>
                  <a:pt x="275645" y="165288"/>
                  <a:pt x="157790" y="207692"/>
                </a:cubicBezTo>
                <a:cubicBezTo>
                  <a:pt x="116408" y="222580"/>
                  <a:pt x="89432" y="260573"/>
                  <a:pt x="77512" y="282175"/>
                </a:cubicBezTo>
                <a:cubicBezTo>
                  <a:pt x="44701" y="341637"/>
                  <a:pt x="6669" y="507011"/>
                  <a:pt x="1208" y="673790"/>
                </a:cubicBezTo>
                <a:cubicBezTo>
                  <a:pt x="-1785" y="765117"/>
                  <a:pt x="-1509" y="858018"/>
                  <a:pt x="29868" y="931478"/>
                </a:cubicBezTo>
                <a:cubicBezTo>
                  <a:pt x="29868" y="931478"/>
                  <a:pt x="54465" y="977217"/>
                  <a:pt x="107615" y="980632"/>
                </a:cubicBezTo>
                <a:cubicBezTo>
                  <a:pt x="113477" y="981005"/>
                  <a:pt x="117682" y="986457"/>
                  <a:pt x="116711" y="992247"/>
                </a:cubicBezTo>
                <a:lnTo>
                  <a:pt x="106929" y="1050481"/>
                </a:lnTo>
                <a:cubicBezTo>
                  <a:pt x="105905" y="1057489"/>
                  <a:pt x="111063" y="1063892"/>
                  <a:pt x="118146" y="1064373"/>
                </a:cubicBezTo>
                <a:cubicBezTo>
                  <a:pt x="167358" y="1067699"/>
                  <a:pt x="348172" y="1078113"/>
                  <a:pt x="542430" y="1066827"/>
                </a:cubicBezTo>
                <a:cubicBezTo>
                  <a:pt x="670887" y="1059366"/>
                  <a:pt x="806631" y="1053078"/>
                  <a:pt x="911756" y="1011892"/>
                </a:cubicBezTo>
                <a:lnTo>
                  <a:pt x="905680" y="899408"/>
                </a:lnTo>
                <a:cubicBezTo>
                  <a:pt x="905493" y="895984"/>
                  <a:pt x="908397" y="893369"/>
                  <a:pt x="911827" y="893565"/>
                </a:cubicBezTo>
                <a:cubicBezTo>
                  <a:pt x="964897" y="896553"/>
                  <a:pt x="1039170" y="902716"/>
                  <a:pt x="1142941" y="854460"/>
                </a:cubicBezTo>
                <a:cubicBezTo>
                  <a:pt x="1142941" y="854460"/>
                  <a:pt x="1314552" y="863523"/>
                  <a:pt x="1348593" y="813399"/>
                </a:cubicBezTo>
                <a:cubicBezTo>
                  <a:pt x="1382634" y="763276"/>
                  <a:pt x="1373627" y="724340"/>
                  <a:pt x="1373627" y="724340"/>
                </a:cubicBezTo>
                <a:cubicBezTo>
                  <a:pt x="1374651" y="720694"/>
                  <a:pt x="1376772" y="717465"/>
                  <a:pt x="1379685" y="715046"/>
                </a:cubicBezTo>
                <a:cubicBezTo>
                  <a:pt x="1389244" y="707140"/>
                  <a:pt x="1412220" y="686089"/>
                  <a:pt x="1428015" y="654820"/>
                </a:cubicBezTo>
                <a:cubicBezTo>
                  <a:pt x="1477941" y="555996"/>
                  <a:pt x="1543813" y="306134"/>
                  <a:pt x="1543813" y="306134"/>
                </a:cubicBezTo>
                <a:cubicBezTo>
                  <a:pt x="1543813" y="306134"/>
                  <a:pt x="1567332" y="252035"/>
                  <a:pt x="1552071" y="221104"/>
                </a:cubicBezTo>
                <a:cubicBezTo>
                  <a:pt x="1544294" y="205345"/>
                  <a:pt x="1524694" y="207034"/>
                  <a:pt x="1490805" y="207515"/>
                </a:cubicBezTo>
                <a:cubicBezTo>
                  <a:pt x="1430510" y="208368"/>
                  <a:pt x="1328744" y="206572"/>
                  <a:pt x="1239673" y="208840"/>
                </a:cubicBezTo>
                <a:cubicBezTo>
                  <a:pt x="1169748" y="210618"/>
                  <a:pt x="1117907" y="217431"/>
                  <a:pt x="1097844" y="254143"/>
                </a:cubicBezTo>
                <a:lnTo>
                  <a:pt x="1007348" y="586794"/>
                </a:lnTo>
                <a:cubicBezTo>
                  <a:pt x="1005914" y="591854"/>
                  <a:pt x="998600" y="591436"/>
                  <a:pt x="997753" y="586243"/>
                </a:cubicBezTo>
                <a:lnTo>
                  <a:pt x="967356" y="400254"/>
                </a:lnTo>
                <a:cubicBezTo>
                  <a:pt x="967356" y="400254"/>
                  <a:pt x="958242" y="304765"/>
                  <a:pt x="865029" y="258385"/>
                </a:cubicBezTo>
                <a:cubicBezTo>
                  <a:pt x="771816" y="212015"/>
                  <a:pt x="732866" y="192405"/>
                  <a:pt x="718870" y="181083"/>
                </a:cubicBezTo>
                <a:cubicBezTo>
                  <a:pt x="704874" y="169753"/>
                  <a:pt x="661381" y="177303"/>
                  <a:pt x="661381" y="177303"/>
                </a:cubicBezTo>
                <a:cubicBezTo>
                  <a:pt x="657996" y="173773"/>
                  <a:pt x="648223" y="105391"/>
                  <a:pt x="647671" y="100535"/>
                </a:cubicBezTo>
                <a:lnTo>
                  <a:pt x="643706" y="65744"/>
                </a:lnTo>
                <a:lnTo>
                  <a:pt x="421225" y="235"/>
                </a:lnTo>
                <a:cubicBezTo>
                  <a:pt x="415693" y="-1357"/>
                  <a:pt x="414775" y="5464"/>
                  <a:pt x="414401" y="11183"/>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458" name="Freeform: Shape 149">
            <a:extLst>
              <a:ext uri="{FF2B5EF4-FFF2-40B4-BE49-F238E27FC236}">
                <a16:creationId xmlns:a16="http://schemas.microsoft.com/office/drawing/2014/main" id="{60F8FA25-994A-936D-6FCE-711C2B7F95C5}"/>
              </a:ext>
            </a:extLst>
          </p:cNvPr>
          <p:cNvSpPr/>
          <p:nvPr/>
        </p:nvSpPr>
        <p:spPr>
          <a:xfrm>
            <a:off x="4807210" y="11523007"/>
            <a:ext cx="202010" cy="180602"/>
          </a:xfrm>
          <a:custGeom>
            <a:avLst/>
            <a:gdLst>
              <a:gd name="connsiteX0" fmla="*/ 202009 w 202010"/>
              <a:gd name="connsiteY0" fmla="*/ 9619 h 180602"/>
              <a:gd name="connsiteX1" fmla="*/ 2557 w 202010"/>
              <a:gd name="connsiteY1" fmla="*/ 29345 h 180602"/>
              <a:gd name="connsiteX2" fmla="*/ 9 w 202010"/>
              <a:gd name="connsiteY2" fmla="*/ 34779 h 180602"/>
              <a:gd name="connsiteX3" fmla="*/ 8598 w 202010"/>
              <a:gd name="connsiteY3" fmla="*/ 118422 h 180602"/>
              <a:gd name="connsiteX4" fmla="*/ 22050 w 202010"/>
              <a:gd name="connsiteY4" fmla="*/ 176416 h 180602"/>
              <a:gd name="connsiteX5" fmla="*/ 33721 w 202010"/>
              <a:gd name="connsiteY5" fmla="*/ 177252 h 180602"/>
              <a:gd name="connsiteX6" fmla="*/ 153188 w 202010"/>
              <a:gd name="connsiteY6" fmla="*/ 45896 h 180602"/>
              <a:gd name="connsiteX7" fmla="*/ 202009 w 202010"/>
              <a:gd name="connsiteY7" fmla="*/ 9619 h 18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2010" h="180602">
                <a:moveTo>
                  <a:pt x="202009" y="9619"/>
                </a:moveTo>
                <a:cubicBezTo>
                  <a:pt x="189857" y="-12134"/>
                  <a:pt x="20010" y="6729"/>
                  <a:pt x="2557" y="29345"/>
                </a:cubicBezTo>
                <a:cubicBezTo>
                  <a:pt x="856" y="30617"/>
                  <a:pt x="-106" y="32662"/>
                  <a:pt x="9" y="34779"/>
                </a:cubicBezTo>
                <a:cubicBezTo>
                  <a:pt x="1551" y="64012"/>
                  <a:pt x="4446" y="92151"/>
                  <a:pt x="8598" y="118422"/>
                </a:cubicBezTo>
                <a:cubicBezTo>
                  <a:pt x="11413" y="136271"/>
                  <a:pt x="15217" y="157118"/>
                  <a:pt x="22050" y="176416"/>
                </a:cubicBezTo>
                <a:cubicBezTo>
                  <a:pt x="23698" y="181530"/>
                  <a:pt x="31351" y="182135"/>
                  <a:pt x="33721" y="177252"/>
                </a:cubicBezTo>
                <a:cubicBezTo>
                  <a:pt x="65008" y="123420"/>
                  <a:pt x="106248" y="82661"/>
                  <a:pt x="153188" y="45896"/>
                </a:cubicBezTo>
                <a:cubicBezTo>
                  <a:pt x="162961" y="37225"/>
                  <a:pt x="202294" y="21430"/>
                  <a:pt x="202009" y="9619"/>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59" name="Freeform: Shape 150">
            <a:extLst>
              <a:ext uri="{FF2B5EF4-FFF2-40B4-BE49-F238E27FC236}">
                <a16:creationId xmlns:a16="http://schemas.microsoft.com/office/drawing/2014/main" id="{C2D1F033-F5AC-A5C4-07AB-2A8D67EAE944}"/>
              </a:ext>
            </a:extLst>
          </p:cNvPr>
          <p:cNvSpPr/>
          <p:nvPr/>
        </p:nvSpPr>
        <p:spPr>
          <a:xfrm>
            <a:off x="5257527" y="11611428"/>
            <a:ext cx="324545" cy="264361"/>
          </a:xfrm>
          <a:custGeom>
            <a:avLst/>
            <a:gdLst>
              <a:gd name="connsiteX0" fmla="*/ 321547 w 324545"/>
              <a:gd name="connsiteY0" fmla="*/ 210529 h 264361"/>
              <a:gd name="connsiteX1" fmla="*/ 315783 w 324545"/>
              <a:gd name="connsiteY1" fmla="*/ 155052 h 264361"/>
              <a:gd name="connsiteX2" fmla="*/ 318607 w 324545"/>
              <a:gd name="connsiteY2" fmla="*/ 35861 h 264361"/>
              <a:gd name="connsiteX3" fmla="*/ 319463 w 324545"/>
              <a:gd name="connsiteY3" fmla="*/ 7198 h 264361"/>
              <a:gd name="connsiteX4" fmla="*/ 312665 w 324545"/>
              <a:gd name="connsiteY4" fmla="*/ 30 h 264361"/>
              <a:gd name="connsiteX5" fmla="*/ 123521 w 324545"/>
              <a:gd name="connsiteY5" fmla="*/ 17656 h 264361"/>
              <a:gd name="connsiteX6" fmla="*/ 66246 w 324545"/>
              <a:gd name="connsiteY6" fmla="*/ 22068 h 264361"/>
              <a:gd name="connsiteX7" fmla="*/ 3358 w 324545"/>
              <a:gd name="connsiteY7" fmla="*/ 58211 h 264361"/>
              <a:gd name="connsiteX8" fmla="*/ 730 w 324545"/>
              <a:gd name="connsiteY8" fmla="*/ 66775 h 264361"/>
              <a:gd name="connsiteX9" fmla="*/ 11421 w 324545"/>
              <a:gd name="connsiteY9" fmla="*/ 228085 h 264361"/>
              <a:gd name="connsiteX10" fmla="*/ 18664 w 324545"/>
              <a:gd name="connsiteY10" fmla="*/ 264361 h 264361"/>
              <a:gd name="connsiteX11" fmla="*/ 313636 w 324545"/>
              <a:gd name="connsiteY11" fmla="*/ 236596 h 264361"/>
              <a:gd name="connsiteX12" fmla="*/ 324389 w 324545"/>
              <a:gd name="connsiteY12" fmla="*/ 225817 h 264361"/>
              <a:gd name="connsiteX13" fmla="*/ 321547 w 324545"/>
              <a:gd name="connsiteY13" fmla="*/ 210529 h 26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545" h="264361">
                <a:moveTo>
                  <a:pt x="321547" y="210529"/>
                </a:moveTo>
                <a:cubicBezTo>
                  <a:pt x="313779" y="193738"/>
                  <a:pt x="316059" y="173870"/>
                  <a:pt x="315783" y="155052"/>
                </a:cubicBezTo>
                <a:cubicBezTo>
                  <a:pt x="315952" y="115449"/>
                  <a:pt x="318803" y="75624"/>
                  <a:pt x="318607" y="35861"/>
                </a:cubicBezTo>
                <a:cubicBezTo>
                  <a:pt x="318447" y="26274"/>
                  <a:pt x="318278" y="16358"/>
                  <a:pt x="319463" y="7198"/>
                </a:cubicBezTo>
                <a:cubicBezTo>
                  <a:pt x="320051" y="3347"/>
                  <a:pt x="316567" y="-371"/>
                  <a:pt x="312665" y="30"/>
                </a:cubicBezTo>
                <a:cubicBezTo>
                  <a:pt x="254633" y="4405"/>
                  <a:pt x="185749" y="9243"/>
                  <a:pt x="123521" y="17656"/>
                </a:cubicBezTo>
                <a:cubicBezTo>
                  <a:pt x="104705" y="20316"/>
                  <a:pt x="85240" y="23064"/>
                  <a:pt x="66246" y="22068"/>
                </a:cubicBezTo>
                <a:cubicBezTo>
                  <a:pt x="47119" y="33656"/>
                  <a:pt x="27893" y="45538"/>
                  <a:pt x="3358" y="58211"/>
                </a:cubicBezTo>
                <a:cubicBezTo>
                  <a:pt x="276" y="59865"/>
                  <a:pt x="-891" y="63680"/>
                  <a:pt x="730" y="66775"/>
                </a:cubicBezTo>
                <a:cubicBezTo>
                  <a:pt x="21149" y="105773"/>
                  <a:pt x="15492" y="194841"/>
                  <a:pt x="11421" y="228085"/>
                </a:cubicBezTo>
                <a:cubicBezTo>
                  <a:pt x="9220" y="246041"/>
                  <a:pt x="4588" y="263605"/>
                  <a:pt x="18664" y="264361"/>
                </a:cubicBezTo>
                <a:cubicBezTo>
                  <a:pt x="117802" y="259781"/>
                  <a:pt x="216342" y="257531"/>
                  <a:pt x="313636" y="236596"/>
                </a:cubicBezTo>
                <a:cubicBezTo>
                  <a:pt x="318251" y="235457"/>
                  <a:pt x="325449" y="229783"/>
                  <a:pt x="324389" y="225817"/>
                </a:cubicBezTo>
                <a:cubicBezTo>
                  <a:pt x="325360" y="220988"/>
                  <a:pt x="321476" y="215749"/>
                  <a:pt x="321547" y="210529"/>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460" name="Freeform: Shape 151">
            <a:extLst>
              <a:ext uri="{FF2B5EF4-FFF2-40B4-BE49-F238E27FC236}">
                <a16:creationId xmlns:a16="http://schemas.microsoft.com/office/drawing/2014/main" id="{2655753A-A7C3-82FB-B3D0-A4DA4213D18C}"/>
              </a:ext>
            </a:extLst>
          </p:cNvPr>
          <p:cNvSpPr/>
          <p:nvPr/>
        </p:nvSpPr>
        <p:spPr>
          <a:xfrm>
            <a:off x="5445007" y="11540760"/>
            <a:ext cx="141962" cy="43056"/>
          </a:xfrm>
          <a:custGeom>
            <a:avLst/>
            <a:gdLst>
              <a:gd name="connsiteX0" fmla="*/ 136259 w 141962"/>
              <a:gd name="connsiteY0" fmla="*/ 8790 h 43056"/>
              <a:gd name="connsiteX1" fmla="*/ 105657 w 141962"/>
              <a:gd name="connsiteY1" fmla="*/ 590 h 43056"/>
              <a:gd name="connsiteX2" fmla="*/ 100098 w 141962"/>
              <a:gd name="connsiteY2" fmla="*/ 679 h 43056"/>
              <a:gd name="connsiteX3" fmla="*/ 29629 w 141962"/>
              <a:gd name="connsiteY3" fmla="*/ 15451 h 43056"/>
              <a:gd name="connsiteX4" fmla="*/ 6724 w 141962"/>
              <a:gd name="connsiteY4" fmla="*/ 29094 h 43056"/>
              <a:gd name="connsiteX5" fmla="*/ 6172 w 141962"/>
              <a:gd name="connsiteY5" fmla="*/ 43056 h 43056"/>
              <a:gd name="connsiteX6" fmla="*/ 135404 w 141962"/>
              <a:gd name="connsiteY6" fmla="*/ 30356 h 43056"/>
              <a:gd name="connsiteX7" fmla="*/ 141943 w 141962"/>
              <a:gd name="connsiteY7" fmla="*/ 15620 h 43056"/>
              <a:gd name="connsiteX8" fmla="*/ 136259 w 141962"/>
              <a:gd name="connsiteY8" fmla="*/ 8790 h 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962" h="43056">
                <a:moveTo>
                  <a:pt x="136259" y="8790"/>
                </a:moveTo>
                <a:cubicBezTo>
                  <a:pt x="125132" y="7607"/>
                  <a:pt x="114833" y="4841"/>
                  <a:pt x="105657" y="590"/>
                </a:cubicBezTo>
                <a:cubicBezTo>
                  <a:pt x="103893" y="-228"/>
                  <a:pt x="101844" y="-193"/>
                  <a:pt x="100098" y="679"/>
                </a:cubicBezTo>
                <a:cubicBezTo>
                  <a:pt x="77799" y="12534"/>
                  <a:pt x="48338" y="21321"/>
                  <a:pt x="29629" y="15451"/>
                </a:cubicBezTo>
                <a:cubicBezTo>
                  <a:pt x="23402" y="14188"/>
                  <a:pt x="15883" y="26194"/>
                  <a:pt x="6724" y="29094"/>
                </a:cubicBezTo>
                <a:cubicBezTo>
                  <a:pt x="-1071" y="30881"/>
                  <a:pt x="-3129" y="42345"/>
                  <a:pt x="6172" y="43056"/>
                </a:cubicBezTo>
                <a:cubicBezTo>
                  <a:pt x="34974" y="39686"/>
                  <a:pt x="124170" y="31246"/>
                  <a:pt x="135404" y="30356"/>
                </a:cubicBezTo>
                <a:cubicBezTo>
                  <a:pt x="142486" y="30107"/>
                  <a:pt x="141355" y="20369"/>
                  <a:pt x="141943" y="15620"/>
                </a:cubicBezTo>
                <a:cubicBezTo>
                  <a:pt x="142210" y="12187"/>
                  <a:pt x="139689" y="9154"/>
                  <a:pt x="136259" y="8790"/>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461" name="Freeform: Shape 152">
            <a:extLst>
              <a:ext uri="{FF2B5EF4-FFF2-40B4-BE49-F238E27FC236}">
                <a16:creationId xmlns:a16="http://schemas.microsoft.com/office/drawing/2014/main" id="{4FBB75AE-D371-4C83-4246-0A0850BB2DFD}"/>
              </a:ext>
            </a:extLst>
          </p:cNvPr>
          <p:cNvSpPr/>
          <p:nvPr/>
        </p:nvSpPr>
        <p:spPr>
          <a:xfrm>
            <a:off x="5110823" y="11112201"/>
            <a:ext cx="381909" cy="518746"/>
          </a:xfrm>
          <a:custGeom>
            <a:avLst/>
            <a:gdLst>
              <a:gd name="connsiteX0" fmla="*/ 376043 w 381909"/>
              <a:gd name="connsiteY0" fmla="*/ 411256 h 518746"/>
              <a:gd name="connsiteX1" fmla="*/ 381014 w 381909"/>
              <a:gd name="connsiteY1" fmla="*/ 403892 h 518746"/>
              <a:gd name="connsiteX2" fmla="*/ 327900 w 381909"/>
              <a:gd name="connsiteY2" fmla="*/ 31772 h 518746"/>
              <a:gd name="connsiteX3" fmla="*/ 316844 w 381909"/>
              <a:gd name="connsiteY3" fmla="*/ 28997 h 518746"/>
              <a:gd name="connsiteX4" fmla="*/ 37355 w 381909"/>
              <a:gd name="connsiteY4" fmla="*/ 15764 h 518746"/>
              <a:gd name="connsiteX5" fmla="*/ 0 w 381909"/>
              <a:gd name="connsiteY5" fmla="*/ 689 h 518746"/>
              <a:gd name="connsiteX6" fmla="*/ 48117 w 381909"/>
              <a:gd name="connsiteY6" fmla="*/ 512472 h 518746"/>
              <a:gd name="connsiteX7" fmla="*/ 56081 w 381909"/>
              <a:gd name="connsiteY7" fmla="*/ 518538 h 518746"/>
              <a:gd name="connsiteX8" fmla="*/ 376043 w 381909"/>
              <a:gd name="connsiteY8" fmla="*/ 411256 h 518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909" h="518746">
                <a:moveTo>
                  <a:pt x="376043" y="411256"/>
                </a:moveTo>
                <a:cubicBezTo>
                  <a:pt x="378912" y="409877"/>
                  <a:pt x="380818" y="407058"/>
                  <a:pt x="381014" y="403892"/>
                </a:cubicBezTo>
                <a:cubicBezTo>
                  <a:pt x="388311" y="285565"/>
                  <a:pt x="349272" y="131459"/>
                  <a:pt x="327900" y="31772"/>
                </a:cubicBezTo>
                <a:cubicBezTo>
                  <a:pt x="326911" y="26836"/>
                  <a:pt x="320069" y="25022"/>
                  <a:pt x="316844" y="28997"/>
                </a:cubicBezTo>
                <a:cubicBezTo>
                  <a:pt x="247818" y="106522"/>
                  <a:pt x="74157" y="32163"/>
                  <a:pt x="37355" y="15764"/>
                </a:cubicBezTo>
                <a:cubicBezTo>
                  <a:pt x="28704" y="13772"/>
                  <a:pt x="6459" y="-3642"/>
                  <a:pt x="0" y="689"/>
                </a:cubicBezTo>
                <a:cubicBezTo>
                  <a:pt x="25248" y="153710"/>
                  <a:pt x="45578" y="334070"/>
                  <a:pt x="48117" y="512472"/>
                </a:cubicBezTo>
                <a:cubicBezTo>
                  <a:pt x="48179" y="516599"/>
                  <a:pt x="52081" y="519578"/>
                  <a:pt x="56081" y="518538"/>
                </a:cubicBezTo>
                <a:cubicBezTo>
                  <a:pt x="160057" y="491457"/>
                  <a:pt x="277066" y="458836"/>
                  <a:pt x="376043" y="411256"/>
                </a:cubicBezTo>
                <a:close/>
              </a:path>
            </a:pathLst>
          </a:custGeom>
          <a:solidFill>
            <a:srgbClr val="FFFFFF"/>
          </a:solidFill>
          <a:ln w="8863" cap="flat">
            <a:noFill/>
            <a:prstDash val="solid"/>
            <a:miter/>
          </a:ln>
        </p:spPr>
        <p:txBody>
          <a:bodyPr rtlCol="0" anchor="ctr"/>
          <a:lstStyle/>
          <a:p>
            <a:endParaRPr lang="en-GB" dirty="0">
              <a:solidFill>
                <a:schemeClr val="bg1"/>
              </a:solidFill>
            </a:endParaRPr>
          </a:p>
        </p:txBody>
      </p:sp>
      <p:sp>
        <p:nvSpPr>
          <p:cNvPr id="462" name="Freeform: Shape 153">
            <a:extLst>
              <a:ext uri="{FF2B5EF4-FFF2-40B4-BE49-F238E27FC236}">
                <a16:creationId xmlns:a16="http://schemas.microsoft.com/office/drawing/2014/main" id="{018CDF1C-95B1-B6BE-9A28-EBC384A7FDA2}"/>
              </a:ext>
            </a:extLst>
          </p:cNvPr>
          <p:cNvSpPr/>
          <p:nvPr/>
        </p:nvSpPr>
        <p:spPr>
          <a:xfrm>
            <a:off x="4913558" y="11674512"/>
            <a:ext cx="360034" cy="202334"/>
          </a:xfrm>
          <a:custGeom>
            <a:avLst/>
            <a:gdLst>
              <a:gd name="connsiteX0" fmla="*/ 345991 w 360034"/>
              <a:gd name="connsiteY0" fmla="*/ 5211 h 202334"/>
              <a:gd name="connsiteX1" fmla="*/ 336708 w 360034"/>
              <a:gd name="connsiteY1" fmla="*/ 765 h 202334"/>
              <a:gd name="connsiteX2" fmla="*/ 196554 w 360034"/>
              <a:gd name="connsiteY2" fmla="*/ 60920 h 202334"/>
              <a:gd name="connsiteX3" fmla="*/ 12648 w 360034"/>
              <a:gd name="connsiteY3" fmla="*/ 102008 h 202334"/>
              <a:gd name="connsiteX4" fmla="*/ 6278 w 360034"/>
              <a:gd name="connsiteY4" fmla="*/ 108829 h 202334"/>
              <a:gd name="connsiteX5" fmla="*/ 5263 w 360034"/>
              <a:gd name="connsiteY5" fmla="*/ 187305 h 202334"/>
              <a:gd name="connsiteX6" fmla="*/ 345786 w 360034"/>
              <a:gd name="connsiteY6" fmla="*/ 201712 h 202334"/>
              <a:gd name="connsiteX7" fmla="*/ 356521 w 360034"/>
              <a:gd name="connsiteY7" fmla="*/ 192570 h 202334"/>
              <a:gd name="connsiteX8" fmla="*/ 345991 w 360034"/>
              <a:gd name="connsiteY8" fmla="*/ 5211 h 202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0034" h="202334">
                <a:moveTo>
                  <a:pt x="345991" y="5211"/>
                </a:moveTo>
                <a:cubicBezTo>
                  <a:pt x="345314" y="1103"/>
                  <a:pt x="340361" y="-1325"/>
                  <a:pt x="336708" y="765"/>
                </a:cubicBezTo>
                <a:cubicBezTo>
                  <a:pt x="291228" y="25071"/>
                  <a:pt x="242470" y="44040"/>
                  <a:pt x="196554" y="60920"/>
                </a:cubicBezTo>
                <a:cubicBezTo>
                  <a:pt x="138646" y="82362"/>
                  <a:pt x="76275" y="102177"/>
                  <a:pt x="12648" y="102008"/>
                </a:cubicBezTo>
                <a:cubicBezTo>
                  <a:pt x="9058" y="101937"/>
                  <a:pt x="5940" y="105254"/>
                  <a:pt x="6278" y="108829"/>
                </a:cubicBezTo>
                <a:cubicBezTo>
                  <a:pt x="10955" y="123308"/>
                  <a:pt x="-9081" y="188257"/>
                  <a:pt x="5263" y="187305"/>
                </a:cubicBezTo>
                <a:cubicBezTo>
                  <a:pt x="119296" y="199400"/>
                  <a:pt x="231619" y="204158"/>
                  <a:pt x="345786" y="201712"/>
                </a:cubicBezTo>
                <a:cubicBezTo>
                  <a:pt x="349804" y="201739"/>
                  <a:pt x="357733" y="196394"/>
                  <a:pt x="356521" y="192570"/>
                </a:cubicBezTo>
                <a:cubicBezTo>
                  <a:pt x="365332" y="130467"/>
                  <a:pt x="355978" y="63393"/>
                  <a:pt x="345991" y="5211"/>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63" name="Freeform: Shape 154">
            <a:extLst>
              <a:ext uri="{FF2B5EF4-FFF2-40B4-BE49-F238E27FC236}">
                <a16:creationId xmlns:a16="http://schemas.microsoft.com/office/drawing/2014/main" id="{EFC8AA35-0357-E86E-55AF-97805C9A684E}"/>
              </a:ext>
            </a:extLst>
          </p:cNvPr>
          <p:cNvSpPr/>
          <p:nvPr/>
        </p:nvSpPr>
        <p:spPr>
          <a:xfrm>
            <a:off x="5574716" y="11601901"/>
            <a:ext cx="135520" cy="241987"/>
          </a:xfrm>
          <a:custGeom>
            <a:avLst/>
            <a:gdLst>
              <a:gd name="connsiteX0" fmla="*/ 134151 w 135520"/>
              <a:gd name="connsiteY0" fmla="*/ 204021 h 241987"/>
              <a:gd name="connsiteX1" fmla="*/ 124263 w 135520"/>
              <a:gd name="connsiteY1" fmla="*/ 104467 h 241987"/>
              <a:gd name="connsiteX2" fmla="*/ 127398 w 135520"/>
              <a:gd name="connsiteY2" fmla="*/ 8525 h 241987"/>
              <a:gd name="connsiteX3" fmla="*/ 120842 w 135520"/>
              <a:gd name="connsiteY3" fmla="*/ 40 h 241987"/>
              <a:gd name="connsiteX4" fmla="*/ 33651 w 135520"/>
              <a:gd name="connsiteY4" fmla="*/ 6773 h 241987"/>
              <a:gd name="connsiteX5" fmla="*/ 5917 w 135520"/>
              <a:gd name="connsiteY5" fmla="*/ 15595 h 241987"/>
              <a:gd name="connsiteX6" fmla="*/ 483 w 135520"/>
              <a:gd name="connsiteY6" fmla="*/ 206653 h 241987"/>
              <a:gd name="connsiteX7" fmla="*/ 1614 w 135520"/>
              <a:gd name="connsiteY7" fmla="*/ 235824 h 241987"/>
              <a:gd name="connsiteX8" fmla="*/ 14069 w 135520"/>
              <a:gd name="connsiteY8" fmla="*/ 241373 h 241987"/>
              <a:gd name="connsiteX9" fmla="*/ 84262 w 135520"/>
              <a:gd name="connsiteY9" fmla="*/ 226583 h 241987"/>
              <a:gd name="connsiteX10" fmla="*/ 134151 w 135520"/>
              <a:gd name="connsiteY10" fmla="*/ 204021 h 241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520" h="241987">
                <a:moveTo>
                  <a:pt x="134151" y="204021"/>
                </a:moveTo>
                <a:cubicBezTo>
                  <a:pt x="124298" y="173116"/>
                  <a:pt x="127381" y="135452"/>
                  <a:pt x="124263" y="104467"/>
                </a:cubicBezTo>
                <a:cubicBezTo>
                  <a:pt x="123915" y="73358"/>
                  <a:pt x="119853" y="38576"/>
                  <a:pt x="127398" y="8525"/>
                </a:cubicBezTo>
                <a:cubicBezTo>
                  <a:pt x="129029" y="4354"/>
                  <a:pt x="125323" y="-493"/>
                  <a:pt x="120842" y="40"/>
                </a:cubicBezTo>
                <a:cubicBezTo>
                  <a:pt x="91816" y="2548"/>
                  <a:pt x="62248" y="4701"/>
                  <a:pt x="33651" y="6773"/>
                </a:cubicBezTo>
                <a:cubicBezTo>
                  <a:pt x="25535" y="9147"/>
                  <a:pt x="6087" y="3473"/>
                  <a:pt x="5917" y="15595"/>
                </a:cubicBezTo>
                <a:cubicBezTo>
                  <a:pt x="7378" y="78089"/>
                  <a:pt x="100" y="141989"/>
                  <a:pt x="483" y="206653"/>
                </a:cubicBezTo>
                <a:cubicBezTo>
                  <a:pt x="554" y="218926"/>
                  <a:pt x="-1219" y="227037"/>
                  <a:pt x="1614" y="235824"/>
                </a:cubicBezTo>
                <a:cubicBezTo>
                  <a:pt x="3120" y="240475"/>
                  <a:pt x="9606" y="243303"/>
                  <a:pt x="14069" y="241373"/>
                </a:cubicBezTo>
                <a:cubicBezTo>
                  <a:pt x="34114" y="235424"/>
                  <a:pt x="58123" y="229020"/>
                  <a:pt x="84262" y="226583"/>
                </a:cubicBezTo>
                <a:cubicBezTo>
                  <a:pt x="94106" y="225641"/>
                  <a:pt x="144397" y="221470"/>
                  <a:pt x="134151" y="204021"/>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64" name="Freeform: Shape 155">
            <a:extLst>
              <a:ext uri="{FF2B5EF4-FFF2-40B4-BE49-F238E27FC236}">
                <a16:creationId xmlns:a16="http://schemas.microsoft.com/office/drawing/2014/main" id="{33587C3D-823C-EED7-6A09-4262C2643519}"/>
              </a:ext>
            </a:extLst>
          </p:cNvPr>
          <p:cNvSpPr/>
          <p:nvPr/>
        </p:nvSpPr>
        <p:spPr>
          <a:xfrm>
            <a:off x="5581505" y="11526428"/>
            <a:ext cx="144596" cy="44858"/>
          </a:xfrm>
          <a:custGeom>
            <a:avLst/>
            <a:gdLst>
              <a:gd name="connsiteX0" fmla="*/ 139514 w 144596"/>
              <a:gd name="connsiteY0" fmla="*/ 18044 h 44858"/>
              <a:gd name="connsiteX1" fmla="*/ 37258 w 144596"/>
              <a:gd name="connsiteY1" fmla="*/ 20685 h 44858"/>
              <a:gd name="connsiteX2" fmla="*/ 7610 w 144596"/>
              <a:gd name="connsiteY2" fmla="*/ 23255 h 44858"/>
              <a:gd name="connsiteX3" fmla="*/ 572 w 144596"/>
              <a:gd name="connsiteY3" fmla="*/ 29090 h 44858"/>
              <a:gd name="connsiteX4" fmla="*/ 6754 w 144596"/>
              <a:gd name="connsiteY4" fmla="*/ 44831 h 44858"/>
              <a:gd name="connsiteX5" fmla="*/ 139140 w 144596"/>
              <a:gd name="connsiteY5" fmla="*/ 30619 h 44858"/>
              <a:gd name="connsiteX6" fmla="*/ 139514 w 144596"/>
              <a:gd name="connsiteY6" fmla="*/ 18044 h 4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596" h="44858">
                <a:moveTo>
                  <a:pt x="139514" y="18044"/>
                </a:moveTo>
                <a:cubicBezTo>
                  <a:pt x="67700" y="-4074"/>
                  <a:pt x="113901" y="-8814"/>
                  <a:pt x="37258" y="20685"/>
                </a:cubicBezTo>
                <a:cubicBezTo>
                  <a:pt x="25418" y="23629"/>
                  <a:pt x="20296" y="24616"/>
                  <a:pt x="7610" y="23255"/>
                </a:cubicBezTo>
                <a:cubicBezTo>
                  <a:pt x="4144" y="22811"/>
                  <a:pt x="768" y="25603"/>
                  <a:pt x="572" y="29090"/>
                </a:cubicBezTo>
                <a:cubicBezTo>
                  <a:pt x="117" y="34479"/>
                  <a:pt x="-2074" y="45480"/>
                  <a:pt x="6754" y="44831"/>
                </a:cubicBezTo>
                <a:cubicBezTo>
                  <a:pt x="45134" y="41665"/>
                  <a:pt x="87914" y="37067"/>
                  <a:pt x="139140" y="30619"/>
                </a:cubicBezTo>
                <a:cubicBezTo>
                  <a:pt x="146151" y="29926"/>
                  <a:pt x="146543" y="19156"/>
                  <a:pt x="139514" y="18044"/>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465" name="Freeform: Shape 156">
            <a:extLst>
              <a:ext uri="{FF2B5EF4-FFF2-40B4-BE49-F238E27FC236}">
                <a16:creationId xmlns:a16="http://schemas.microsoft.com/office/drawing/2014/main" id="{4B25EA2B-75EB-6366-639B-80707C0F5C59}"/>
              </a:ext>
            </a:extLst>
          </p:cNvPr>
          <p:cNvSpPr/>
          <p:nvPr/>
        </p:nvSpPr>
        <p:spPr>
          <a:xfrm>
            <a:off x="5471250" y="10966241"/>
            <a:ext cx="324961" cy="489005"/>
          </a:xfrm>
          <a:custGeom>
            <a:avLst/>
            <a:gdLst>
              <a:gd name="connsiteX0" fmla="*/ 324016 w 324961"/>
              <a:gd name="connsiteY0" fmla="*/ 437883 h 489005"/>
              <a:gd name="connsiteX1" fmla="*/ 309120 w 324961"/>
              <a:gd name="connsiteY1" fmla="*/ 380360 h 489005"/>
              <a:gd name="connsiteX2" fmla="*/ 78425 w 324961"/>
              <a:gd name="connsiteY2" fmla="*/ 30020 h 489005"/>
              <a:gd name="connsiteX3" fmla="*/ 38380 w 324961"/>
              <a:gd name="connsiteY3" fmla="*/ 3509 h 489005"/>
              <a:gd name="connsiteX4" fmla="*/ 125 w 324961"/>
              <a:gd name="connsiteY4" fmla="*/ 4220 h 489005"/>
              <a:gd name="connsiteX5" fmla="*/ 36438 w 324961"/>
              <a:gd name="connsiteY5" fmla="*/ 46455 h 489005"/>
              <a:gd name="connsiteX6" fmla="*/ 46059 w 324961"/>
              <a:gd name="connsiteY6" fmla="*/ 48127 h 489005"/>
              <a:gd name="connsiteX7" fmla="*/ 57881 w 324961"/>
              <a:gd name="connsiteY7" fmla="*/ 57537 h 489005"/>
              <a:gd name="connsiteX8" fmla="*/ 111370 w 324961"/>
              <a:gd name="connsiteY8" fmla="*/ 427238 h 489005"/>
              <a:gd name="connsiteX9" fmla="*/ 119949 w 324961"/>
              <a:gd name="connsiteY9" fmla="*/ 433223 h 489005"/>
              <a:gd name="connsiteX10" fmla="*/ 247791 w 324961"/>
              <a:gd name="connsiteY10" fmla="*/ 449782 h 489005"/>
              <a:gd name="connsiteX11" fmla="*/ 260558 w 324961"/>
              <a:gd name="connsiteY11" fmla="*/ 455377 h 489005"/>
              <a:gd name="connsiteX12" fmla="*/ 306020 w 324961"/>
              <a:gd name="connsiteY12" fmla="*/ 487028 h 489005"/>
              <a:gd name="connsiteX13" fmla="*/ 314768 w 324961"/>
              <a:gd name="connsiteY13" fmla="*/ 485232 h 489005"/>
              <a:gd name="connsiteX14" fmla="*/ 324016 w 324961"/>
              <a:gd name="connsiteY14" fmla="*/ 437883 h 489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4961" h="489005">
                <a:moveTo>
                  <a:pt x="324016" y="437883"/>
                </a:moveTo>
                <a:cubicBezTo>
                  <a:pt x="312657" y="425059"/>
                  <a:pt x="312657" y="398725"/>
                  <a:pt x="309120" y="380360"/>
                </a:cubicBezTo>
                <a:cubicBezTo>
                  <a:pt x="292416" y="180177"/>
                  <a:pt x="286411" y="118839"/>
                  <a:pt x="78425" y="30020"/>
                </a:cubicBezTo>
                <a:cubicBezTo>
                  <a:pt x="73338" y="28117"/>
                  <a:pt x="41079" y="4398"/>
                  <a:pt x="38380" y="3509"/>
                </a:cubicBezTo>
                <a:cubicBezTo>
                  <a:pt x="29800" y="850"/>
                  <a:pt x="5176" y="-3170"/>
                  <a:pt x="125" y="4220"/>
                </a:cubicBezTo>
                <a:cubicBezTo>
                  <a:pt x="-2120" y="17649"/>
                  <a:pt x="26477" y="38709"/>
                  <a:pt x="36438" y="46455"/>
                </a:cubicBezTo>
                <a:cubicBezTo>
                  <a:pt x="37979" y="47514"/>
                  <a:pt x="41578" y="48038"/>
                  <a:pt x="46059" y="48127"/>
                </a:cubicBezTo>
                <a:cubicBezTo>
                  <a:pt x="51672" y="48234"/>
                  <a:pt x="56518" y="52094"/>
                  <a:pt x="57881" y="57537"/>
                </a:cubicBezTo>
                <a:cubicBezTo>
                  <a:pt x="85704" y="168269"/>
                  <a:pt x="111504" y="295766"/>
                  <a:pt x="111370" y="427238"/>
                </a:cubicBezTo>
                <a:cubicBezTo>
                  <a:pt x="111254" y="431515"/>
                  <a:pt x="115940" y="434833"/>
                  <a:pt x="119949" y="433223"/>
                </a:cubicBezTo>
                <a:cubicBezTo>
                  <a:pt x="161126" y="416966"/>
                  <a:pt x="195577" y="427753"/>
                  <a:pt x="247791" y="449782"/>
                </a:cubicBezTo>
                <a:cubicBezTo>
                  <a:pt x="249680" y="450574"/>
                  <a:pt x="257698" y="448502"/>
                  <a:pt x="260558" y="455377"/>
                </a:cubicBezTo>
                <a:cubicBezTo>
                  <a:pt x="264362" y="464519"/>
                  <a:pt x="275908" y="462705"/>
                  <a:pt x="306020" y="487028"/>
                </a:cubicBezTo>
                <a:cubicBezTo>
                  <a:pt x="309423" y="490088"/>
                  <a:pt x="313753" y="489679"/>
                  <a:pt x="314768" y="485232"/>
                </a:cubicBezTo>
                <a:cubicBezTo>
                  <a:pt x="316559" y="472087"/>
                  <a:pt x="328336" y="446661"/>
                  <a:pt x="324016" y="437883"/>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66" name="Freeform: Shape 157">
            <a:extLst>
              <a:ext uri="{FF2B5EF4-FFF2-40B4-BE49-F238E27FC236}">
                <a16:creationId xmlns:a16="http://schemas.microsoft.com/office/drawing/2014/main" id="{DDED02D0-C1CE-9663-EAEF-75626C683679}"/>
              </a:ext>
            </a:extLst>
          </p:cNvPr>
          <p:cNvSpPr/>
          <p:nvPr/>
        </p:nvSpPr>
        <p:spPr>
          <a:xfrm>
            <a:off x="4805853" y="10918906"/>
            <a:ext cx="438135" cy="633267"/>
          </a:xfrm>
          <a:custGeom>
            <a:avLst/>
            <a:gdLst>
              <a:gd name="connsiteX0" fmla="*/ 204301 w 438135"/>
              <a:gd name="connsiteY0" fmla="*/ 607894 h 633267"/>
              <a:gd name="connsiteX1" fmla="*/ 246511 w 438135"/>
              <a:gd name="connsiteY1" fmla="*/ 625032 h 633267"/>
              <a:gd name="connsiteX2" fmla="*/ 272846 w 438135"/>
              <a:gd name="connsiteY2" fmla="*/ 630208 h 633267"/>
              <a:gd name="connsiteX3" fmla="*/ 303590 w 438135"/>
              <a:gd name="connsiteY3" fmla="*/ 633267 h 633267"/>
              <a:gd name="connsiteX4" fmla="*/ 414319 w 438135"/>
              <a:gd name="connsiteY4" fmla="*/ 607103 h 633267"/>
              <a:gd name="connsiteX5" fmla="*/ 437758 w 438135"/>
              <a:gd name="connsiteY5" fmla="*/ 595995 h 633267"/>
              <a:gd name="connsiteX6" fmla="*/ 434150 w 438135"/>
              <a:gd name="connsiteY6" fmla="*/ 537583 h 633267"/>
              <a:gd name="connsiteX7" fmla="*/ 432466 w 438135"/>
              <a:gd name="connsiteY7" fmla="*/ 456786 h 633267"/>
              <a:gd name="connsiteX8" fmla="*/ 413517 w 438135"/>
              <a:gd name="connsiteY8" fmla="*/ 227139 h 633267"/>
              <a:gd name="connsiteX9" fmla="*/ 384091 w 438135"/>
              <a:gd name="connsiteY9" fmla="*/ 64931 h 633267"/>
              <a:gd name="connsiteX10" fmla="*/ 371654 w 438135"/>
              <a:gd name="connsiteY10" fmla="*/ 5122 h 633267"/>
              <a:gd name="connsiteX11" fmla="*/ 367645 w 438135"/>
              <a:gd name="connsiteY11" fmla="*/ 409 h 633267"/>
              <a:gd name="connsiteX12" fmla="*/ 361516 w 438135"/>
              <a:gd name="connsiteY12" fmla="*/ 1307 h 633267"/>
              <a:gd name="connsiteX13" fmla="*/ 295973 w 438135"/>
              <a:gd name="connsiteY13" fmla="*/ 31216 h 633267"/>
              <a:gd name="connsiteX14" fmla="*/ 246066 w 438135"/>
              <a:gd name="connsiteY14" fmla="*/ 47695 h 633267"/>
              <a:gd name="connsiteX15" fmla="*/ 106553 w 438135"/>
              <a:gd name="connsiteY15" fmla="*/ 117420 h 633267"/>
              <a:gd name="connsiteX16" fmla="*/ 106268 w 438135"/>
              <a:gd name="connsiteY16" fmla="*/ 117722 h 633267"/>
              <a:gd name="connsiteX17" fmla="*/ 12386 w 438135"/>
              <a:gd name="connsiteY17" fmla="*/ 398231 h 633267"/>
              <a:gd name="connsiteX18" fmla="*/ 10792 w 438135"/>
              <a:gd name="connsiteY18" fmla="*/ 409882 h 633267"/>
              <a:gd name="connsiteX19" fmla="*/ 10774 w 438135"/>
              <a:gd name="connsiteY19" fmla="*/ 410059 h 633267"/>
              <a:gd name="connsiteX20" fmla="*/ 529 w 438135"/>
              <a:gd name="connsiteY20" fmla="*/ 618753 h 633267"/>
              <a:gd name="connsiteX21" fmla="*/ 3709 w 438135"/>
              <a:gd name="connsiteY21" fmla="*/ 624063 h 633267"/>
              <a:gd name="connsiteX22" fmla="*/ 9901 w 438135"/>
              <a:gd name="connsiteY22" fmla="*/ 624178 h 633267"/>
              <a:gd name="connsiteX23" fmla="*/ 105671 w 438135"/>
              <a:gd name="connsiteY23" fmla="*/ 603545 h 633267"/>
              <a:gd name="connsiteX24" fmla="*/ 204301 w 438135"/>
              <a:gd name="connsiteY24" fmla="*/ 607894 h 633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8135" h="633267">
                <a:moveTo>
                  <a:pt x="204301" y="607894"/>
                </a:moveTo>
                <a:cubicBezTo>
                  <a:pt x="206288" y="608419"/>
                  <a:pt x="238235" y="623129"/>
                  <a:pt x="246511" y="625032"/>
                </a:cubicBezTo>
                <a:cubicBezTo>
                  <a:pt x="255046" y="626989"/>
                  <a:pt x="263875" y="629016"/>
                  <a:pt x="272846" y="630208"/>
                </a:cubicBezTo>
                <a:cubicBezTo>
                  <a:pt x="283207" y="632334"/>
                  <a:pt x="293443" y="633267"/>
                  <a:pt x="303590" y="633267"/>
                </a:cubicBezTo>
                <a:cubicBezTo>
                  <a:pt x="341774" y="633267"/>
                  <a:pt x="378523" y="620016"/>
                  <a:pt x="414319" y="607103"/>
                </a:cubicBezTo>
                <a:cubicBezTo>
                  <a:pt x="420350" y="604924"/>
                  <a:pt x="434230" y="601375"/>
                  <a:pt x="437758" y="595995"/>
                </a:cubicBezTo>
                <a:cubicBezTo>
                  <a:pt x="439557" y="593256"/>
                  <a:pt x="434346" y="554276"/>
                  <a:pt x="434150" y="537583"/>
                </a:cubicBezTo>
                <a:cubicBezTo>
                  <a:pt x="433838" y="511116"/>
                  <a:pt x="433508" y="483742"/>
                  <a:pt x="432466" y="456786"/>
                </a:cubicBezTo>
                <a:cubicBezTo>
                  <a:pt x="429303" y="374681"/>
                  <a:pt x="423103" y="299549"/>
                  <a:pt x="413517" y="227139"/>
                </a:cubicBezTo>
                <a:cubicBezTo>
                  <a:pt x="406897" y="172399"/>
                  <a:pt x="395307" y="117767"/>
                  <a:pt x="384091" y="64931"/>
                </a:cubicBezTo>
                <a:cubicBezTo>
                  <a:pt x="379930" y="45339"/>
                  <a:pt x="375636" y="25079"/>
                  <a:pt x="371654" y="5122"/>
                </a:cubicBezTo>
                <a:cubicBezTo>
                  <a:pt x="371226" y="2961"/>
                  <a:pt x="369712" y="1183"/>
                  <a:pt x="367645" y="409"/>
                </a:cubicBezTo>
                <a:cubicBezTo>
                  <a:pt x="365578" y="-365"/>
                  <a:pt x="363262" y="-27"/>
                  <a:pt x="361516" y="1307"/>
                </a:cubicBezTo>
                <a:cubicBezTo>
                  <a:pt x="342674" y="15697"/>
                  <a:pt x="318931" y="23585"/>
                  <a:pt x="295973" y="31216"/>
                </a:cubicBezTo>
                <a:cubicBezTo>
                  <a:pt x="295973" y="31216"/>
                  <a:pt x="261282" y="42937"/>
                  <a:pt x="246066" y="47695"/>
                </a:cubicBezTo>
                <a:cubicBezTo>
                  <a:pt x="196239" y="63277"/>
                  <a:pt x="144728" y="79383"/>
                  <a:pt x="106553" y="117420"/>
                </a:cubicBezTo>
                <a:cubicBezTo>
                  <a:pt x="106455" y="117518"/>
                  <a:pt x="106357" y="117625"/>
                  <a:pt x="106268" y="117722"/>
                </a:cubicBezTo>
                <a:cubicBezTo>
                  <a:pt x="40423" y="192579"/>
                  <a:pt x="25527" y="301835"/>
                  <a:pt x="12386" y="398231"/>
                </a:cubicBezTo>
                <a:lnTo>
                  <a:pt x="10792" y="409882"/>
                </a:lnTo>
                <a:cubicBezTo>
                  <a:pt x="10783" y="409944"/>
                  <a:pt x="10774" y="410006"/>
                  <a:pt x="10774" y="410059"/>
                </a:cubicBezTo>
                <a:cubicBezTo>
                  <a:pt x="1874" y="492235"/>
                  <a:pt x="-1387" y="558545"/>
                  <a:pt x="529" y="618753"/>
                </a:cubicBezTo>
                <a:cubicBezTo>
                  <a:pt x="600" y="620950"/>
                  <a:pt x="1803" y="622960"/>
                  <a:pt x="3709" y="624063"/>
                </a:cubicBezTo>
                <a:cubicBezTo>
                  <a:pt x="5616" y="625165"/>
                  <a:pt x="7959" y="625210"/>
                  <a:pt x="9901" y="624178"/>
                </a:cubicBezTo>
                <a:cubicBezTo>
                  <a:pt x="37349" y="609629"/>
                  <a:pt x="105671" y="603545"/>
                  <a:pt x="105671" y="603545"/>
                </a:cubicBezTo>
                <a:cubicBezTo>
                  <a:pt x="139525" y="600148"/>
                  <a:pt x="172229" y="599410"/>
                  <a:pt x="204301" y="607894"/>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67" name="Freeform: Shape 158">
            <a:extLst>
              <a:ext uri="{FF2B5EF4-FFF2-40B4-BE49-F238E27FC236}">
                <a16:creationId xmlns:a16="http://schemas.microsoft.com/office/drawing/2014/main" id="{2E1EB493-87E8-C5C3-0521-A00C18B0FD95}"/>
              </a:ext>
            </a:extLst>
          </p:cNvPr>
          <p:cNvSpPr/>
          <p:nvPr/>
        </p:nvSpPr>
        <p:spPr>
          <a:xfrm>
            <a:off x="5303588" y="10995757"/>
            <a:ext cx="1050323" cy="636955"/>
          </a:xfrm>
          <a:custGeom>
            <a:avLst/>
            <a:gdLst>
              <a:gd name="connsiteX0" fmla="*/ 1049203 w 1050323"/>
              <a:gd name="connsiteY0" fmla="*/ 32503 h 636955"/>
              <a:gd name="connsiteX1" fmla="*/ 953246 w 1050323"/>
              <a:gd name="connsiteY1" fmla="*/ 2559 h 636955"/>
              <a:gd name="connsiteX2" fmla="*/ 658460 w 1050323"/>
              <a:gd name="connsiteY2" fmla="*/ 9798 h 636955"/>
              <a:gd name="connsiteX3" fmla="*/ 578975 w 1050323"/>
              <a:gd name="connsiteY3" fmla="*/ 107155 h 636955"/>
              <a:gd name="connsiteX4" fmla="*/ 462082 w 1050323"/>
              <a:gd name="connsiteY4" fmla="*/ 549764 h 636955"/>
              <a:gd name="connsiteX5" fmla="*/ 446224 w 1050323"/>
              <a:gd name="connsiteY5" fmla="*/ 555883 h 636955"/>
              <a:gd name="connsiteX6" fmla="*/ 114334 w 1050323"/>
              <a:gd name="connsiteY6" fmla="*/ 594090 h 636955"/>
              <a:gd name="connsiteX7" fmla="*/ 5289 w 1050323"/>
              <a:gd name="connsiteY7" fmla="*/ 610044 h 636955"/>
              <a:gd name="connsiteX8" fmla="*/ 12933 w 1050323"/>
              <a:gd name="connsiteY8" fmla="*/ 635177 h 636955"/>
              <a:gd name="connsiteX9" fmla="*/ 30929 w 1050323"/>
              <a:gd name="connsiteY9" fmla="*/ 636956 h 636955"/>
              <a:gd name="connsiteX10" fmla="*/ 234577 w 1050323"/>
              <a:gd name="connsiteY10" fmla="*/ 617239 h 636955"/>
              <a:gd name="connsiteX11" fmla="*/ 347960 w 1050323"/>
              <a:gd name="connsiteY11" fmla="*/ 608337 h 636955"/>
              <a:gd name="connsiteX12" fmla="*/ 455026 w 1050323"/>
              <a:gd name="connsiteY12" fmla="*/ 597549 h 636955"/>
              <a:gd name="connsiteX13" fmla="*/ 489700 w 1050323"/>
              <a:gd name="connsiteY13" fmla="*/ 587855 h 636955"/>
              <a:gd name="connsiteX14" fmla="*/ 553942 w 1050323"/>
              <a:gd name="connsiteY14" fmla="*/ 580340 h 636955"/>
              <a:gd name="connsiteX15" fmla="*/ 662336 w 1050323"/>
              <a:gd name="connsiteY15" fmla="*/ 563736 h 636955"/>
              <a:gd name="connsiteX16" fmla="*/ 706844 w 1050323"/>
              <a:gd name="connsiteY16" fmla="*/ 545878 h 636955"/>
              <a:gd name="connsiteX17" fmla="*/ 754819 w 1050323"/>
              <a:gd name="connsiteY17" fmla="*/ 462769 h 636955"/>
              <a:gd name="connsiteX18" fmla="*/ 776075 w 1050323"/>
              <a:gd name="connsiteY18" fmla="*/ 429098 h 636955"/>
              <a:gd name="connsiteX19" fmla="*/ 792886 w 1050323"/>
              <a:gd name="connsiteY19" fmla="*/ 435377 h 636955"/>
              <a:gd name="connsiteX20" fmla="*/ 797447 w 1050323"/>
              <a:gd name="connsiteY20" fmla="*/ 429489 h 636955"/>
              <a:gd name="connsiteX21" fmla="*/ 826045 w 1050323"/>
              <a:gd name="connsiteY21" fmla="*/ 414895 h 636955"/>
              <a:gd name="connsiteX22" fmla="*/ 850268 w 1050323"/>
              <a:gd name="connsiteY22" fmla="*/ 418079 h 636955"/>
              <a:gd name="connsiteX23" fmla="*/ 883721 w 1050323"/>
              <a:gd name="connsiteY23" fmla="*/ 504906 h 636955"/>
              <a:gd name="connsiteX24" fmla="*/ 891088 w 1050323"/>
              <a:gd name="connsiteY24" fmla="*/ 496839 h 636955"/>
              <a:gd name="connsiteX25" fmla="*/ 919089 w 1050323"/>
              <a:gd name="connsiteY25" fmla="*/ 457201 h 636955"/>
              <a:gd name="connsiteX26" fmla="*/ 1049203 w 1050323"/>
              <a:gd name="connsiteY26" fmla="*/ 32503 h 636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0323" h="636955">
                <a:moveTo>
                  <a:pt x="1049203" y="32503"/>
                </a:moveTo>
                <a:cubicBezTo>
                  <a:pt x="1060277" y="-11413"/>
                  <a:pt x="986467" y="1536"/>
                  <a:pt x="953246" y="2559"/>
                </a:cubicBezTo>
                <a:cubicBezTo>
                  <a:pt x="844094" y="6036"/>
                  <a:pt x="744351" y="5867"/>
                  <a:pt x="658460" y="9798"/>
                </a:cubicBezTo>
                <a:cubicBezTo>
                  <a:pt x="602156" y="16842"/>
                  <a:pt x="591528" y="61193"/>
                  <a:pt x="578975" y="107155"/>
                </a:cubicBezTo>
                <a:cubicBezTo>
                  <a:pt x="535304" y="254173"/>
                  <a:pt x="502163" y="403716"/>
                  <a:pt x="462082" y="549764"/>
                </a:cubicBezTo>
                <a:cubicBezTo>
                  <a:pt x="461672" y="551250"/>
                  <a:pt x="449191" y="554860"/>
                  <a:pt x="446224" y="555883"/>
                </a:cubicBezTo>
                <a:cubicBezTo>
                  <a:pt x="335764" y="576632"/>
                  <a:pt x="224679" y="575440"/>
                  <a:pt x="114334" y="594090"/>
                </a:cubicBezTo>
                <a:cubicBezTo>
                  <a:pt x="78859" y="596571"/>
                  <a:pt x="42279" y="604477"/>
                  <a:pt x="5289" y="610044"/>
                </a:cubicBezTo>
                <a:cubicBezTo>
                  <a:pt x="-7058" y="615114"/>
                  <a:pt x="5040" y="628712"/>
                  <a:pt x="12933" y="635177"/>
                </a:cubicBezTo>
                <a:cubicBezTo>
                  <a:pt x="18002" y="637836"/>
                  <a:pt x="24916" y="635889"/>
                  <a:pt x="30929" y="636956"/>
                </a:cubicBezTo>
                <a:cubicBezTo>
                  <a:pt x="99002" y="630615"/>
                  <a:pt x="167154" y="621117"/>
                  <a:pt x="234577" y="617239"/>
                </a:cubicBezTo>
                <a:cubicBezTo>
                  <a:pt x="271905" y="614509"/>
                  <a:pt x="310462" y="610783"/>
                  <a:pt x="347960" y="608337"/>
                </a:cubicBezTo>
                <a:cubicBezTo>
                  <a:pt x="383266" y="605909"/>
                  <a:pt x="419765" y="603392"/>
                  <a:pt x="455026" y="597549"/>
                </a:cubicBezTo>
                <a:cubicBezTo>
                  <a:pt x="460568" y="596464"/>
                  <a:pt x="481031" y="586130"/>
                  <a:pt x="489700" y="587855"/>
                </a:cubicBezTo>
                <a:cubicBezTo>
                  <a:pt x="511224" y="586299"/>
                  <a:pt x="532409" y="583106"/>
                  <a:pt x="553942" y="580340"/>
                </a:cubicBezTo>
                <a:cubicBezTo>
                  <a:pt x="590263" y="576240"/>
                  <a:pt x="626059" y="566484"/>
                  <a:pt x="662336" y="563736"/>
                </a:cubicBezTo>
                <a:cubicBezTo>
                  <a:pt x="676527" y="557057"/>
                  <a:pt x="692118" y="552424"/>
                  <a:pt x="706844" y="545878"/>
                </a:cubicBezTo>
                <a:cubicBezTo>
                  <a:pt x="741322" y="532689"/>
                  <a:pt x="740306" y="467295"/>
                  <a:pt x="754819" y="462769"/>
                </a:cubicBezTo>
                <a:cubicBezTo>
                  <a:pt x="776699" y="481054"/>
                  <a:pt x="766311" y="435261"/>
                  <a:pt x="776075" y="429098"/>
                </a:cubicBezTo>
                <a:cubicBezTo>
                  <a:pt x="782596" y="424625"/>
                  <a:pt x="786098" y="437840"/>
                  <a:pt x="792886" y="435377"/>
                </a:cubicBezTo>
                <a:cubicBezTo>
                  <a:pt x="795514" y="434594"/>
                  <a:pt x="797358" y="432220"/>
                  <a:pt x="797447" y="429489"/>
                </a:cubicBezTo>
                <a:cubicBezTo>
                  <a:pt x="798427" y="404926"/>
                  <a:pt x="815541" y="393809"/>
                  <a:pt x="826045" y="414895"/>
                </a:cubicBezTo>
                <a:cubicBezTo>
                  <a:pt x="831675" y="422979"/>
                  <a:pt x="842838" y="411018"/>
                  <a:pt x="850268" y="418079"/>
                </a:cubicBezTo>
                <a:cubicBezTo>
                  <a:pt x="880033" y="438667"/>
                  <a:pt x="865066" y="516636"/>
                  <a:pt x="883721" y="504906"/>
                </a:cubicBezTo>
                <a:cubicBezTo>
                  <a:pt x="887017" y="502976"/>
                  <a:pt x="890269" y="500664"/>
                  <a:pt x="891088" y="496839"/>
                </a:cubicBezTo>
                <a:cubicBezTo>
                  <a:pt x="903231" y="482726"/>
                  <a:pt x="912131" y="470132"/>
                  <a:pt x="919089" y="457201"/>
                </a:cubicBezTo>
                <a:cubicBezTo>
                  <a:pt x="972212" y="327641"/>
                  <a:pt x="1030806" y="184857"/>
                  <a:pt x="1049203" y="32503"/>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468" name="Freeform: Shape 159">
            <a:extLst>
              <a:ext uri="{FF2B5EF4-FFF2-40B4-BE49-F238E27FC236}">
                <a16:creationId xmlns:a16="http://schemas.microsoft.com/office/drawing/2014/main" id="{32FD8268-6D1E-F25C-014C-DDA93B0AB06B}"/>
              </a:ext>
            </a:extLst>
          </p:cNvPr>
          <p:cNvSpPr/>
          <p:nvPr/>
        </p:nvSpPr>
        <p:spPr>
          <a:xfrm>
            <a:off x="4787067" y="10793937"/>
            <a:ext cx="1576758" cy="1077197"/>
          </a:xfrm>
          <a:custGeom>
            <a:avLst/>
            <a:gdLst>
              <a:gd name="connsiteX0" fmla="*/ 1575657 w 1576758"/>
              <a:gd name="connsiteY0" fmla="*/ 220903 h 1077197"/>
              <a:gd name="connsiteX1" fmla="*/ 1567675 w 1576758"/>
              <a:gd name="connsiteY1" fmla="*/ 203649 h 1077197"/>
              <a:gd name="connsiteX2" fmla="*/ 1543220 w 1576758"/>
              <a:gd name="connsiteY2" fmla="*/ 195227 h 1077197"/>
              <a:gd name="connsiteX3" fmla="*/ 1180745 w 1576758"/>
              <a:gd name="connsiteY3" fmla="*/ 200777 h 1077197"/>
              <a:gd name="connsiteX4" fmla="*/ 1156611 w 1576758"/>
              <a:gd name="connsiteY4" fmla="*/ 205339 h 1077197"/>
              <a:gd name="connsiteX5" fmla="*/ 1088422 w 1576758"/>
              <a:gd name="connsiteY5" fmla="*/ 294443 h 1077197"/>
              <a:gd name="connsiteX6" fmla="*/ 1014889 w 1576758"/>
              <a:gd name="connsiteY6" fmla="*/ 568877 h 1077197"/>
              <a:gd name="connsiteX7" fmla="*/ 843972 w 1576758"/>
              <a:gd name="connsiteY7" fmla="*/ 221232 h 1077197"/>
              <a:gd name="connsiteX8" fmla="*/ 740959 w 1576758"/>
              <a:gd name="connsiteY8" fmla="*/ 175395 h 1077197"/>
              <a:gd name="connsiteX9" fmla="*/ 682134 w 1576758"/>
              <a:gd name="connsiteY9" fmla="*/ 166066 h 1077197"/>
              <a:gd name="connsiteX10" fmla="*/ 668378 w 1576758"/>
              <a:gd name="connsiteY10" fmla="*/ 111860 h 1077197"/>
              <a:gd name="connsiteX11" fmla="*/ 660574 w 1576758"/>
              <a:gd name="connsiteY11" fmla="*/ 109752 h 1077197"/>
              <a:gd name="connsiteX12" fmla="*/ 712851 w 1576758"/>
              <a:gd name="connsiteY12" fmla="*/ 226043 h 1077197"/>
              <a:gd name="connsiteX13" fmla="*/ 612386 w 1576758"/>
              <a:gd name="connsiteY13" fmla="*/ 250927 h 1077197"/>
              <a:gd name="connsiteX14" fmla="*/ 413122 w 1576758"/>
              <a:gd name="connsiteY14" fmla="*/ 188166 h 1077197"/>
              <a:gd name="connsiteX15" fmla="*/ 406208 w 1576758"/>
              <a:gd name="connsiteY15" fmla="*/ 161930 h 1077197"/>
              <a:gd name="connsiteX16" fmla="*/ 447626 w 1576758"/>
              <a:gd name="connsiteY16" fmla="*/ 56987 h 1077197"/>
              <a:gd name="connsiteX17" fmla="*/ 431020 w 1576758"/>
              <a:gd name="connsiteY17" fmla="*/ 1581 h 1077197"/>
              <a:gd name="connsiteX18" fmla="*/ 421942 w 1576758"/>
              <a:gd name="connsiteY18" fmla="*/ 5334 h 1077197"/>
              <a:gd name="connsiteX19" fmla="*/ 427287 w 1576758"/>
              <a:gd name="connsiteY19" fmla="*/ 32344 h 1077197"/>
              <a:gd name="connsiteX20" fmla="*/ 400534 w 1576758"/>
              <a:gd name="connsiteY20" fmla="*/ 143209 h 1077197"/>
              <a:gd name="connsiteX21" fmla="*/ 392560 w 1576758"/>
              <a:gd name="connsiteY21" fmla="*/ 120416 h 1077197"/>
              <a:gd name="connsiteX22" fmla="*/ 383999 w 1576758"/>
              <a:gd name="connsiteY22" fmla="*/ 118379 h 1077197"/>
              <a:gd name="connsiteX23" fmla="*/ 133642 w 1576758"/>
              <a:gd name="connsiteY23" fmla="*/ 210488 h 1077197"/>
              <a:gd name="connsiteX24" fmla="*/ 0 w 1576758"/>
              <a:gd name="connsiteY24" fmla="*/ 687213 h 1077197"/>
              <a:gd name="connsiteX25" fmla="*/ 38299 w 1576758"/>
              <a:gd name="connsiteY25" fmla="*/ 941504 h 1077197"/>
              <a:gd name="connsiteX26" fmla="*/ 120546 w 1576758"/>
              <a:gd name="connsiteY26" fmla="*/ 988568 h 1077197"/>
              <a:gd name="connsiteX27" fmla="*/ 109481 w 1576758"/>
              <a:gd name="connsiteY27" fmla="*/ 1045682 h 1077197"/>
              <a:gd name="connsiteX28" fmla="*/ 109561 w 1576758"/>
              <a:gd name="connsiteY28" fmla="*/ 1071766 h 1077197"/>
              <a:gd name="connsiteX29" fmla="*/ 128849 w 1576758"/>
              <a:gd name="connsiteY29" fmla="*/ 1071766 h 1077197"/>
              <a:gd name="connsiteX30" fmla="*/ 133633 w 1576758"/>
              <a:gd name="connsiteY30" fmla="*/ 1047603 h 1077197"/>
              <a:gd name="connsiteX31" fmla="*/ 139139 w 1576758"/>
              <a:gd name="connsiteY31" fmla="*/ 988924 h 1077197"/>
              <a:gd name="connsiteX32" fmla="*/ 325263 w 1576758"/>
              <a:gd name="connsiteY32" fmla="*/ 947445 h 1077197"/>
              <a:gd name="connsiteX33" fmla="*/ 466210 w 1576758"/>
              <a:gd name="connsiteY33" fmla="*/ 886934 h 1077197"/>
              <a:gd name="connsiteX34" fmla="*/ 474130 w 1576758"/>
              <a:gd name="connsiteY34" fmla="*/ 1050564 h 1077197"/>
              <a:gd name="connsiteX35" fmla="*/ 491146 w 1576758"/>
              <a:gd name="connsiteY35" fmla="*/ 1050564 h 1077197"/>
              <a:gd name="connsiteX36" fmla="*/ 476856 w 1576758"/>
              <a:gd name="connsiteY36" fmla="*/ 881295 h 1077197"/>
              <a:gd name="connsiteX37" fmla="*/ 533124 w 1576758"/>
              <a:gd name="connsiteY37" fmla="*/ 849688 h 1077197"/>
              <a:gd name="connsiteX38" fmla="*/ 536376 w 1576758"/>
              <a:gd name="connsiteY38" fmla="*/ 845899 h 1077197"/>
              <a:gd name="connsiteX39" fmla="*/ 625375 w 1576758"/>
              <a:gd name="connsiteY39" fmla="*/ 837673 h 1077197"/>
              <a:gd name="connsiteX40" fmla="*/ 783597 w 1576758"/>
              <a:gd name="connsiteY40" fmla="*/ 823861 h 1077197"/>
              <a:gd name="connsiteX41" fmla="*/ 782741 w 1576758"/>
              <a:gd name="connsiteY41" fmla="*/ 869663 h 1077197"/>
              <a:gd name="connsiteX42" fmla="*/ 781022 w 1576758"/>
              <a:gd name="connsiteY42" fmla="*/ 921725 h 1077197"/>
              <a:gd name="connsiteX43" fmla="*/ 779873 w 1576758"/>
              <a:gd name="connsiteY43" fmla="*/ 972409 h 1077197"/>
              <a:gd name="connsiteX44" fmla="*/ 780782 w 1576758"/>
              <a:gd name="connsiteY44" fmla="*/ 1024507 h 1077197"/>
              <a:gd name="connsiteX45" fmla="*/ 797192 w 1576758"/>
              <a:gd name="connsiteY45" fmla="*/ 1024507 h 1077197"/>
              <a:gd name="connsiteX46" fmla="*/ 798947 w 1576758"/>
              <a:gd name="connsiteY46" fmla="*/ 973787 h 1077197"/>
              <a:gd name="connsiteX47" fmla="*/ 800087 w 1576758"/>
              <a:gd name="connsiteY47" fmla="*/ 871041 h 1077197"/>
              <a:gd name="connsiteX48" fmla="*/ 799891 w 1576758"/>
              <a:gd name="connsiteY48" fmla="*/ 822679 h 1077197"/>
              <a:gd name="connsiteX49" fmla="*/ 909051 w 1576758"/>
              <a:gd name="connsiteY49" fmla="*/ 814328 h 1077197"/>
              <a:gd name="connsiteX50" fmla="*/ 904552 w 1576758"/>
              <a:gd name="connsiteY50" fmla="*/ 861436 h 1077197"/>
              <a:gd name="connsiteX51" fmla="*/ 905550 w 1576758"/>
              <a:gd name="connsiteY51" fmla="*/ 912680 h 1077197"/>
              <a:gd name="connsiteX52" fmla="*/ 910566 w 1576758"/>
              <a:gd name="connsiteY52" fmla="*/ 989707 h 1077197"/>
              <a:gd name="connsiteX53" fmla="*/ 916250 w 1576758"/>
              <a:gd name="connsiteY53" fmla="*/ 1015124 h 1077197"/>
              <a:gd name="connsiteX54" fmla="*/ 935208 w 1576758"/>
              <a:gd name="connsiteY54" fmla="*/ 1012652 h 1077197"/>
              <a:gd name="connsiteX55" fmla="*/ 935992 w 1576758"/>
              <a:gd name="connsiteY55" fmla="*/ 988435 h 1077197"/>
              <a:gd name="connsiteX56" fmla="*/ 934041 w 1576758"/>
              <a:gd name="connsiteY56" fmla="*/ 963933 h 1077197"/>
              <a:gd name="connsiteX57" fmla="*/ 930504 w 1576758"/>
              <a:gd name="connsiteY57" fmla="*/ 892821 h 1077197"/>
              <a:gd name="connsiteX58" fmla="*/ 987405 w 1576758"/>
              <a:gd name="connsiteY58" fmla="*/ 899740 h 1077197"/>
              <a:gd name="connsiteX59" fmla="*/ 1158589 w 1576758"/>
              <a:gd name="connsiteY59" fmla="*/ 859622 h 1077197"/>
              <a:gd name="connsiteX60" fmla="*/ 1202999 w 1576758"/>
              <a:gd name="connsiteY60" fmla="*/ 862397 h 1077197"/>
              <a:gd name="connsiteX61" fmla="*/ 1252372 w 1576758"/>
              <a:gd name="connsiteY61" fmla="*/ 859337 h 1077197"/>
              <a:gd name="connsiteX62" fmla="*/ 1396491 w 1576758"/>
              <a:gd name="connsiteY62" fmla="*/ 720502 h 1077197"/>
              <a:gd name="connsiteX63" fmla="*/ 1423048 w 1576758"/>
              <a:gd name="connsiteY63" fmla="*/ 696071 h 1077197"/>
              <a:gd name="connsiteX64" fmla="*/ 1463370 w 1576758"/>
              <a:gd name="connsiteY64" fmla="*/ 620032 h 1077197"/>
              <a:gd name="connsiteX65" fmla="*/ 1500671 w 1576758"/>
              <a:gd name="connsiteY65" fmla="*/ 521893 h 1077197"/>
              <a:gd name="connsiteX66" fmla="*/ 1571924 w 1576758"/>
              <a:gd name="connsiteY66" fmla="*/ 272111 h 1077197"/>
              <a:gd name="connsiteX67" fmla="*/ 1575657 w 1576758"/>
              <a:gd name="connsiteY67" fmla="*/ 220903 h 1077197"/>
              <a:gd name="connsiteX68" fmla="*/ 759276 w 1576758"/>
              <a:gd name="connsiteY68" fmla="*/ 207749 h 1077197"/>
              <a:gd name="connsiteX69" fmla="*/ 812417 w 1576758"/>
              <a:gd name="connsiteY69" fmla="*/ 234439 h 1077197"/>
              <a:gd name="connsiteX70" fmla="*/ 986977 w 1576758"/>
              <a:gd name="connsiteY70" fmla="*/ 553571 h 1077197"/>
              <a:gd name="connsiteX71" fmla="*/ 1003405 w 1576758"/>
              <a:gd name="connsiteY71" fmla="*/ 614385 h 1077197"/>
              <a:gd name="connsiteX72" fmla="*/ 992759 w 1576758"/>
              <a:gd name="connsiteY72" fmla="*/ 655944 h 1077197"/>
              <a:gd name="connsiteX73" fmla="*/ 950148 w 1576758"/>
              <a:gd name="connsiteY73" fmla="*/ 626969 h 1077197"/>
              <a:gd name="connsiteX74" fmla="*/ 921310 w 1576758"/>
              <a:gd name="connsiteY74" fmla="*/ 423558 h 1077197"/>
              <a:gd name="connsiteX75" fmla="*/ 916820 w 1576758"/>
              <a:gd name="connsiteY75" fmla="*/ 424794 h 1077197"/>
              <a:gd name="connsiteX76" fmla="*/ 934504 w 1576758"/>
              <a:gd name="connsiteY76" fmla="*/ 618618 h 1077197"/>
              <a:gd name="connsiteX77" fmla="*/ 801931 w 1576758"/>
              <a:gd name="connsiteY77" fmla="*/ 599542 h 1077197"/>
              <a:gd name="connsiteX78" fmla="*/ 739248 w 1576758"/>
              <a:gd name="connsiteY78" fmla="*/ 193173 h 1077197"/>
              <a:gd name="connsiteX79" fmla="*/ 759276 w 1576758"/>
              <a:gd name="connsiteY79" fmla="*/ 207749 h 1077197"/>
              <a:gd name="connsiteX80" fmla="*/ 703934 w 1576758"/>
              <a:gd name="connsiteY80" fmla="*/ 196561 h 1077197"/>
              <a:gd name="connsiteX81" fmla="*/ 690000 w 1576758"/>
              <a:gd name="connsiteY81" fmla="*/ 179388 h 1077197"/>
              <a:gd name="connsiteX82" fmla="*/ 720442 w 1576758"/>
              <a:gd name="connsiteY82" fmla="*/ 181807 h 1077197"/>
              <a:gd name="connsiteX83" fmla="*/ 726696 w 1576758"/>
              <a:gd name="connsiteY83" fmla="*/ 212836 h 1077197"/>
              <a:gd name="connsiteX84" fmla="*/ 724522 w 1576758"/>
              <a:gd name="connsiteY84" fmla="*/ 213708 h 1077197"/>
              <a:gd name="connsiteX85" fmla="*/ 703934 w 1576758"/>
              <a:gd name="connsiteY85" fmla="*/ 196561 h 1077197"/>
              <a:gd name="connsiteX86" fmla="*/ 448356 w 1576758"/>
              <a:gd name="connsiteY86" fmla="*/ 225919 h 1077197"/>
              <a:gd name="connsiteX87" fmla="*/ 732255 w 1576758"/>
              <a:gd name="connsiteY87" fmla="*/ 236102 h 1077197"/>
              <a:gd name="connsiteX88" fmla="*/ 777868 w 1576758"/>
              <a:gd name="connsiteY88" fmla="*/ 511888 h 1077197"/>
              <a:gd name="connsiteX89" fmla="*/ 782946 w 1576758"/>
              <a:gd name="connsiteY89" fmla="*/ 607768 h 1077197"/>
              <a:gd name="connsiteX90" fmla="*/ 466878 w 1576758"/>
              <a:gd name="connsiteY90" fmla="*/ 713565 h 1077197"/>
              <a:gd name="connsiteX91" fmla="*/ 418280 w 1576758"/>
              <a:gd name="connsiteY91" fmla="*/ 210560 h 1077197"/>
              <a:gd name="connsiteX92" fmla="*/ 448356 w 1576758"/>
              <a:gd name="connsiteY92" fmla="*/ 225919 h 1077197"/>
              <a:gd name="connsiteX93" fmla="*/ 35903 w 1576758"/>
              <a:gd name="connsiteY93" fmla="*/ 535731 h 1077197"/>
              <a:gd name="connsiteX94" fmla="*/ 129847 w 1576758"/>
              <a:gd name="connsiteY94" fmla="*/ 246916 h 1077197"/>
              <a:gd name="connsiteX95" fmla="*/ 312808 w 1576758"/>
              <a:gd name="connsiteY95" fmla="*/ 163558 h 1077197"/>
              <a:gd name="connsiteX96" fmla="*/ 384177 w 1576758"/>
              <a:gd name="connsiteY96" fmla="*/ 131354 h 1077197"/>
              <a:gd name="connsiteX97" fmla="*/ 425950 w 1576758"/>
              <a:gd name="connsiteY97" fmla="*/ 352891 h 1077197"/>
              <a:gd name="connsiteX98" fmla="*/ 444864 w 1576758"/>
              <a:gd name="connsiteY98" fmla="*/ 582013 h 1077197"/>
              <a:gd name="connsiteX99" fmla="*/ 447323 w 1576758"/>
              <a:gd name="connsiteY99" fmla="*/ 713618 h 1077197"/>
              <a:gd name="connsiteX100" fmla="*/ 449345 w 1576758"/>
              <a:gd name="connsiteY100" fmla="*/ 719514 h 1077197"/>
              <a:gd name="connsiteX101" fmla="*/ 292692 w 1576758"/>
              <a:gd name="connsiteY101" fmla="*/ 748907 h 1077197"/>
              <a:gd name="connsiteX102" fmla="*/ 240896 w 1576758"/>
              <a:gd name="connsiteY102" fmla="*/ 738724 h 1077197"/>
              <a:gd name="connsiteX103" fmla="*/ 240121 w 1576758"/>
              <a:gd name="connsiteY103" fmla="*/ 713440 h 1077197"/>
              <a:gd name="connsiteX104" fmla="*/ 239114 w 1576758"/>
              <a:gd name="connsiteY104" fmla="*/ 684261 h 1077197"/>
              <a:gd name="connsiteX105" fmla="*/ 239987 w 1576758"/>
              <a:gd name="connsiteY105" fmla="*/ 518344 h 1077197"/>
              <a:gd name="connsiteX106" fmla="*/ 231140 w 1576758"/>
              <a:gd name="connsiteY106" fmla="*/ 515908 h 1077197"/>
              <a:gd name="connsiteX107" fmla="*/ 222677 w 1576758"/>
              <a:gd name="connsiteY107" fmla="*/ 626942 h 1077197"/>
              <a:gd name="connsiteX108" fmla="*/ 223995 w 1576758"/>
              <a:gd name="connsiteY108" fmla="*/ 724246 h 1077197"/>
              <a:gd name="connsiteX109" fmla="*/ 119192 w 1576758"/>
              <a:gd name="connsiteY109" fmla="*/ 722654 h 1077197"/>
              <a:gd name="connsiteX110" fmla="*/ 25675 w 1576758"/>
              <a:gd name="connsiteY110" fmla="*/ 743536 h 1077197"/>
              <a:gd name="connsiteX111" fmla="*/ 35903 w 1576758"/>
              <a:gd name="connsiteY111" fmla="*/ 535731 h 1077197"/>
              <a:gd name="connsiteX112" fmla="*/ 48215 w 1576758"/>
              <a:gd name="connsiteY112" fmla="*/ 903360 h 1077197"/>
              <a:gd name="connsiteX113" fmla="*/ 35039 w 1576758"/>
              <a:gd name="connsiteY113" fmla="*/ 846495 h 1077197"/>
              <a:gd name="connsiteX114" fmla="*/ 26522 w 1576758"/>
              <a:gd name="connsiteY114" fmla="*/ 763510 h 1077197"/>
              <a:gd name="connsiteX115" fmla="*/ 149615 w 1576758"/>
              <a:gd name="connsiteY115" fmla="*/ 736759 h 1077197"/>
              <a:gd name="connsiteX116" fmla="*/ 215906 w 1576758"/>
              <a:gd name="connsiteY116" fmla="*/ 740005 h 1077197"/>
              <a:gd name="connsiteX117" fmla="*/ 169767 w 1576758"/>
              <a:gd name="connsiteY117" fmla="*/ 769673 h 1077197"/>
              <a:gd name="connsiteX118" fmla="*/ 118399 w 1576758"/>
              <a:gd name="connsiteY118" fmla="*/ 815075 h 1077197"/>
              <a:gd name="connsiteX119" fmla="*/ 48215 w 1576758"/>
              <a:gd name="connsiteY119" fmla="*/ 903360 h 1077197"/>
              <a:gd name="connsiteX120" fmla="*/ 359677 w 1576758"/>
              <a:gd name="connsiteY120" fmla="*/ 907406 h 1077197"/>
              <a:gd name="connsiteX121" fmla="*/ 84919 w 1576758"/>
              <a:gd name="connsiteY121" fmla="*/ 954524 h 1077197"/>
              <a:gd name="connsiteX122" fmla="*/ 54424 w 1576758"/>
              <a:gd name="connsiteY122" fmla="*/ 918390 h 1077197"/>
              <a:gd name="connsiteX123" fmla="*/ 131299 w 1576758"/>
              <a:gd name="connsiteY123" fmla="*/ 822963 h 1077197"/>
              <a:gd name="connsiteX124" fmla="*/ 183095 w 1576758"/>
              <a:gd name="connsiteY124" fmla="*/ 778540 h 1077197"/>
              <a:gd name="connsiteX125" fmla="*/ 210775 w 1576758"/>
              <a:gd name="connsiteY125" fmla="*/ 761527 h 1077197"/>
              <a:gd name="connsiteX126" fmla="*/ 233225 w 1576758"/>
              <a:gd name="connsiteY126" fmla="*/ 744816 h 1077197"/>
              <a:gd name="connsiteX127" fmla="*/ 239933 w 1576758"/>
              <a:gd name="connsiteY127" fmla="*/ 742122 h 1077197"/>
              <a:gd name="connsiteX128" fmla="*/ 355143 w 1576758"/>
              <a:gd name="connsiteY128" fmla="*/ 762763 h 1077197"/>
              <a:gd name="connsiteX129" fmla="*/ 438851 w 1576758"/>
              <a:gd name="connsiteY129" fmla="*/ 737701 h 1077197"/>
              <a:gd name="connsiteX130" fmla="*/ 700219 w 1576758"/>
              <a:gd name="connsiteY130" fmla="*/ 657563 h 1077197"/>
              <a:gd name="connsiteX131" fmla="*/ 774483 w 1576758"/>
              <a:gd name="connsiteY131" fmla="*/ 627983 h 1077197"/>
              <a:gd name="connsiteX132" fmla="*/ 990692 w 1576758"/>
              <a:gd name="connsiteY132" fmla="*/ 663877 h 1077197"/>
              <a:gd name="connsiteX133" fmla="*/ 983369 w 1576758"/>
              <a:gd name="connsiteY133" fmla="*/ 691642 h 1077197"/>
              <a:gd name="connsiteX134" fmla="*/ 892846 w 1576758"/>
              <a:gd name="connsiteY134" fmla="*/ 634742 h 1077197"/>
              <a:gd name="connsiteX135" fmla="*/ 843144 w 1576758"/>
              <a:gd name="connsiteY135" fmla="*/ 638975 h 1077197"/>
              <a:gd name="connsiteX136" fmla="*/ 843144 w 1576758"/>
              <a:gd name="connsiteY136" fmla="*/ 644712 h 1077197"/>
              <a:gd name="connsiteX137" fmla="*/ 888222 w 1576758"/>
              <a:gd name="connsiteY137" fmla="*/ 647148 h 1077197"/>
              <a:gd name="connsiteX138" fmla="*/ 979039 w 1576758"/>
              <a:gd name="connsiteY138" fmla="*/ 707837 h 1077197"/>
              <a:gd name="connsiteX139" fmla="*/ 974193 w 1576758"/>
              <a:gd name="connsiteY139" fmla="*/ 725927 h 1077197"/>
              <a:gd name="connsiteX140" fmla="*/ 860008 w 1576758"/>
              <a:gd name="connsiteY140" fmla="*/ 680890 h 1077197"/>
              <a:gd name="connsiteX141" fmla="*/ 791401 w 1576758"/>
              <a:gd name="connsiteY141" fmla="*/ 684812 h 1077197"/>
              <a:gd name="connsiteX142" fmla="*/ 791695 w 1576758"/>
              <a:gd name="connsiteY142" fmla="*/ 686955 h 1077197"/>
              <a:gd name="connsiteX143" fmla="*/ 933907 w 1576758"/>
              <a:gd name="connsiteY143" fmla="*/ 742486 h 1077197"/>
              <a:gd name="connsiteX144" fmla="*/ 898966 w 1576758"/>
              <a:gd name="connsiteY144" fmla="*/ 729715 h 1077197"/>
              <a:gd name="connsiteX145" fmla="*/ 796185 w 1576758"/>
              <a:gd name="connsiteY145" fmla="*/ 720181 h 1077197"/>
              <a:gd name="connsiteX146" fmla="*/ 739409 w 1576758"/>
              <a:gd name="connsiteY146" fmla="*/ 749352 h 1077197"/>
              <a:gd name="connsiteX147" fmla="*/ 667550 w 1576758"/>
              <a:gd name="connsiteY147" fmla="*/ 753914 h 1077197"/>
              <a:gd name="connsiteX148" fmla="*/ 665251 w 1576758"/>
              <a:gd name="connsiteY148" fmla="*/ 759366 h 1077197"/>
              <a:gd name="connsiteX149" fmla="*/ 674249 w 1576758"/>
              <a:gd name="connsiteY149" fmla="*/ 764311 h 1077197"/>
              <a:gd name="connsiteX150" fmla="*/ 634667 w 1576758"/>
              <a:gd name="connsiteY150" fmla="*/ 787229 h 1077197"/>
              <a:gd name="connsiteX151" fmla="*/ 509337 w 1576758"/>
              <a:gd name="connsiteY151" fmla="*/ 806323 h 1077197"/>
              <a:gd name="connsiteX152" fmla="*/ 508553 w 1576758"/>
              <a:gd name="connsiteY152" fmla="*/ 819424 h 1077197"/>
              <a:gd name="connsiteX153" fmla="*/ 520883 w 1576758"/>
              <a:gd name="connsiteY153" fmla="*/ 839718 h 1077197"/>
              <a:gd name="connsiteX154" fmla="*/ 359677 w 1576758"/>
              <a:gd name="connsiteY154" fmla="*/ 907406 h 1077197"/>
              <a:gd name="connsiteX155" fmla="*/ 954273 w 1576758"/>
              <a:gd name="connsiteY155" fmla="*/ 746061 h 1077197"/>
              <a:gd name="connsiteX156" fmla="*/ 895946 w 1576758"/>
              <a:gd name="connsiteY156" fmla="*/ 693946 h 1077197"/>
              <a:gd name="connsiteX157" fmla="*/ 944794 w 1576758"/>
              <a:gd name="connsiteY157" fmla="*/ 719123 h 1077197"/>
              <a:gd name="connsiteX158" fmla="*/ 968812 w 1576758"/>
              <a:gd name="connsiteY158" fmla="*/ 741241 h 1077197"/>
              <a:gd name="connsiteX159" fmla="*/ 962086 w 1576758"/>
              <a:gd name="connsiteY159" fmla="*/ 753505 h 1077197"/>
              <a:gd name="connsiteX160" fmla="*/ 953141 w 1576758"/>
              <a:gd name="connsiteY160" fmla="*/ 754510 h 1077197"/>
              <a:gd name="connsiteX161" fmla="*/ 953729 w 1576758"/>
              <a:gd name="connsiteY161" fmla="*/ 753194 h 1077197"/>
              <a:gd name="connsiteX162" fmla="*/ 954273 w 1576758"/>
              <a:gd name="connsiteY162" fmla="*/ 746061 h 1077197"/>
              <a:gd name="connsiteX163" fmla="*/ 785102 w 1576758"/>
              <a:gd name="connsiteY163" fmla="*/ 771461 h 1077197"/>
              <a:gd name="connsiteX164" fmla="*/ 737217 w 1576758"/>
              <a:gd name="connsiteY164" fmla="*/ 775481 h 1077197"/>
              <a:gd name="connsiteX165" fmla="*/ 664111 w 1576758"/>
              <a:gd name="connsiteY165" fmla="*/ 783512 h 1077197"/>
              <a:gd name="connsiteX166" fmla="*/ 686009 w 1576758"/>
              <a:gd name="connsiteY166" fmla="*/ 768464 h 1077197"/>
              <a:gd name="connsiteX167" fmla="*/ 745805 w 1576758"/>
              <a:gd name="connsiteY167" fmla="*/ 760220 h 1077197"/>
              <a:gd name="connsiteX168" fmla="*/ 756442 w 1576758"/>
              <a:gd name="connsiteY168" fmla="*/ 755399 h 1077197"/>
              <a:gd name="connsiteX169" fmla="*/ 760906 w 1576758"/>
              <a:gd name="connsiteY169" fmla="*/ 753203 h 1077197"/>
              <a:gd name="connsiteX170" fmla="*/ 785182 w 1576758"/>
              <a:gd name="connsiteY170" fmla="*/ 760753 h 1077197"/>
              <a:gd name="connsiteX171" fmla="*/ 785076 w 1576758"/>
              <a:gd name="connsiteY171" fmla="*/ 762043 h 1077197"/>
              <a:gd name="connsiteX172" fmla="*/ 785076 w 1576758"/>
              <a:gd name="connsiteY172" fmla="*/ 771105 h 1077197"/>
              <a:gd name="connsiteX173" fmla="*/ 785102 w 1576758"/>
              <a:gd name="connsiteY173" fmla="*/ 771461 h 1077197"/>
              <a:gd name="connsiteX174" fmla="*/ 772692 w 1576758"/>
              <a:gd name="connsiteY174" fmla="*/ 747093 h 1077197"/>
              <a:gd name="connsiteX175" fmla="*/ 866903 w 1576758"/>
              <a:gd name="connsiteY175" fmla="*/ 730338 h 1077197"/>
              <a:gd name="connsiteX176" fmla="*/ 772692 w 1576758"/>
              <a:gd name="connsiteY176" fmla="*/ 747093 h 1077197"/>
              <a:gd name="connsiteX177" fmla="*/ 801967 w 1576758"/>
              <a:gd name="connsiteY177" fmla="*/ 762550 h 1077197"/>
              <a:gd name="connsiteX178" fmla="*/ 833237 w 1576758"/>
              <a:gd name="connsiteY178" fmla="*/ 759348 h 1077197"/>
              <a:gd name="connsiteX179" fmla="*/ 866743 w 1576758"/>
              <a:gd name="connsiteY179" fmla="*/ 745181 h 1077197"/>
              <a:gd name="connsiteX180" fmla="*/ 885710 w 1576758"/>
              <a:gd name="connsiteY180" fmla="*/ 738297 h 1077197"/>
              <a:gd name="connsiteX181" fmla="*/ 932776 w 1576758"/>
              <a:gd name="connsiteY181" fmla="*/ 756787 h 1077197"/>
              <a:gd name="connsiteX182" fmla="*/ 801976 w 1576758"/>
              <a:gd name="connsiteY182" fmla="*/ 770065 h 1077197"/>
              <a:gd name="connsiteX183" fmla="*/ 801967 w 1576758"/>
              <a:gd name="connsiteY183" fmla="*/ 762550 h 1077197"/>
              <a:gd name="connsiteX184" fmla="*/ 810038 w 1576758"/>
              <a:gd name="connsiteY184" fmla="*/ 807915 h 1077197"/>
              <a:gd name="connsiteX185" fmla="*/ 573187 w 1576758"/>
              <a:gd name="connsiteY185" fmla="*/ 830282 h 1077197"/>
              <a:gd name="connsiteX186" fmla="*/ 547004 w 1576758"/>
              <a:gd name="connsiteY186" fmla="*/ 832390 h 1077197"/>
              <a:gd name="connsiteX187" fmla="*/ 533044 w 1576758"/>
              <a:gd name="connsiteY187" fmla="*/ 832017 h 1077197"/>
              <a:gd name="connsiteX188" fmla="*/ 522496 w 1576758"/>
              <a:gd name="connsiteY188" fmla="*/ 818143 h 1077197"/>
              <a:gd name="connsiteX189" fmla="*/ 628128 w 1576758"/>
              <a:gd name="connsiteY189" fmla="*/ 801832 h 1077197"/>
              <a:gd name="connsiteX190" fmla="*/ 634302 w 1576758"/>
              <a:gd name="connsiteY190" fmla="*/ 801014 h 1077197"/>
              <a:gd name="connsiteX191" fmla="*/ 963502 w 1576758"/>
              <a:gd name="connsiteY191" fmla="*/ 763973 h 1077197"/>
              <a:gd name="connsiteX192" fmla="*/ 972108 w 1576758"/>
              <a:gd name="connsiteY192" fmla="*/ 765698 h 1077197"/>
              <a:gd name="connsiteX193" fmla="*/ 971413 w 1576758"/>
              <a:gd name="connsiteY193" fmla="*/ 791738 h 1077197"/>
              <a:gd name="connsiteX194" fmla="*/ 970113 w 1576758"/>
              <a:gd name="connsiteY194" fmla="*/ 793090 h 1077197"/>
              <a:gd name="connsiteX195" fmla="*/ 810038 w 1576758"/>
              <a:gd name="connsiteY195" fmla="*/ 807915 h 1077197"/>
              <a:gd name="connsiteX196" fmla="*/ 1378780 w 1576758"/>
              <a:gd name="connsiteY196" fmla="*/ 740005 h 1077197"/>
              <a:gd name="connsiteX197" fmla="*/ 1337380 w 1576758"/>
              <a:gd name="connsiteY197" fmla="*/ 819468 h 1077197"/>
              <a:gd name="connsiteX198" fmla="*/ 1182001 w 1576758"/>
              <a:gd name="connsiteY198" fmla="*/ 845499 h 1077197"/>
              <a:gd name="connsiteX199" fmla="*/ 1148530 w 1576758"/>
              <a:gd name="connsiteY199" fmla="*/ 847847 h 1077197"/>
              <a:gd name="connsiteX200" fmla="*/ 984705 w 1576758"/>
              <a:gd name="connsiteY200" fmla="*/ 887227 h 1077197"/>
              <a:gd name="connsiteX201" fmla="*/ 930370 w 1576758"/>
              <a:gd name="connsiteY201" fmla="*/ 887707 h 1077197"/>
              <a:gd name="connsiteX202" fmla="*/ 928954 w 1576758"/>
              <a:gd name="connsiteY202" fmla="*/ 838215 h 1077197"/>
              <a:gd name="connsiteX203" fmla="*/ 926032 w 1576758"/>
              <a:gd name="connsiteY203" fmla="*/ 812700 h 1077197"/>
              <a:gd name="connsiteX204" fmla="*/ 973053 w 1576758"/>
              <a:gd name="connsiteY204" fmla="*/ 806154 h 1077197"/>
              <a:gd name="connsiteX205" fmla="*/ 980928 w 1576758"/>
              <a:gd name="connsiteY205" fmla="*/ 805683 h 1077197"/>
              <a:gd name="connsiteX206" fmla="*/ 1003111 w 1576758"/>
              <a:gd name="connsiteY206" fmla="*/ 800898 h 1077197"/>
              <a:gd name="connsiteX207" fmla="*/ 1158152 w 1576758"/>
              <a:gd name="connsiteY207" fmla="*/ 778496 h 1077197"/>
              <a:gd name="connsiteX208" fmla="*/ 1156139 w 1576758"/>
              <a:gd name="connsiteY208" fmla="*/ 792681 h 1077197"/>
              <a:gd name="connsiteX209" fmla="*/ 1163809 w 1576758"/>
              <a:gd name="connsiteY209" fmla="*/ 794700 h 1077197"/>
              <a:gd name="connsiteX210" fmla="*/ 1177048 w 1576758"/>
              <a:gd name="connsiteY210" fmla="*/ 777740 h 1077197"/>
              <a:gd name="connsiteX211" fmla="*/ 1232773 w 1576758"/>
              <a:gd name="connsiteY211" fmla="*/ 751815 h 1077197"/>
              <a:gd name="connsiteX212" fmla="*/ 1270555 w 1576758"/>
              <a:gd name="connsiteY212" fmla="*/ 678862 h 1077197"/>
              <a:gd name="connsiteX213" fmla="*/ 1274475 w 1576758"/>
              <a:gd name="connsiteY213" fmla="*/ 737871 h 1077197"/>
              <a:gd name="connsiteX214" fmla="*/ 1246332 w 1576758"/>
              <a:gd name="connsiteY214" fmla="*/ 790191 h 1077197"/>
              <a:gd name="connsiteX215" fmla="*/ 1245664 w 1576758"/>
              <a:gd name="connsiteY215" fmla="*/ 795287 h 1077197"/>
              <a:gd name="connsiteX216" fmla="*/ 1283384 w 1576758"/>
              <a:gd name="connsiteY216" fmla="*/ 763866 h 1077197"/>
              <a:gd name="connsiteX217" fmla="*/ 1287678 w 1576758"/>
              <a:gd name="connsiteY217" fmla="*/ 686466 h 1077197"/>
              <a:gd name="connsiteX218" fmla="*/ 1294858 w 1576758"/>
              <a:gd name="connsiteY218" fmla="*/ 636441 h 1077197"/>
              <a:gd name="connsiteX219" fmla="*/ 1303714 w 1576758"/>
              <a:gd name="connsiteY219" fmla="*/ 662685 h 1077197"/>
              <a:gd name="connsiteX220" fmla="*/ 1311197 w 1576758"/>
              <a:gd name="connsiteY220" fmla="*/ 709998 h 1077197"/>
              <a:gd name="connsiteX221" fmla="*/ 1312061 w 1576758"/>
              <a:gd name="connsiteY221" fmla="*/ 768366 h 1077197"/>
              <a:gd name="connsiteX222" fmla="*/ 1310280 w 1576758"/>
              <a:gd name="connsiteY222" fmla="*/ 788563 h 1077197"/>
              <a:gd name="connsiteX223" fmla="*/ 1318725 w 1576758"/>
              <a:gd name="connsiteY223" fmla="*/ 790787 h 1077197"/>
              <a:gd name="connsiteX224" fmla="*/ 1312872 w 1576758"/>
              <a:gd name="connsiteY224" fmla="*/ 643991 h 1077197"/>
              <a:gd name="connsiteX225" fmla="*/ 1329603 w 1576758"/>
              <a:gd name="connsiteY225" fmla="*/ 610845 h 1077197"/>
              <a:gd name="connsiteX226" fmla="*/ 1343750 w 1576758"/>
              <a:gd name="connsiteY226" fmla="*/ 649896 h 1077197"/>
              <a:gd name="connsiteX227" fmla="*/ 1346664 w 1576758"/>
              <a:gd name="connsiteY227" fmla="*/ 733815 h 1077197"/>
              <a:gd name="connsiteX228" fmla="*/ 1342521 w 1576758"/>
              <a:gd name="connsiteY228" fmla="*/ 773071 h 1077197"/>
              <a:gd name="connsiteX229" fmla="*/ 1352312 w 1576758"/>
              <a:gd name="connsiteY229" fmla="*/ 775721 h 1077197"/>
              <a:gd name="connsiteX230" fmla="*/ 1361648 w 1576758"/>
              <a:gd name="connsiteY230" fmla="*/ 740316 h 1077197"/>
              <a:gd name="connsiteX231" fmla="*/ 1352151 w 1576758"/>
              <a:gd name="connsiteY231" fmla="*/ 623599 h 1077197"/>
              <a:gd name="connsiteX232" fmla="*/ 1378780 w 1576758"/>
              <a:gd name="connsiteY232" fmla="*/ 740005 h 1077197"/>
              <a:gd name="connsiteX233" fmla="*/ 1558775 w 1576758"/>
              <a:gd name="connsiteY233" fmla="*/ 246231 h 1077197"/>
              <a:gd name="connsiteX234" fmla="*/ 1449436 w 1576758"/>
              <a:gd name="connsiteY234" fmla="*/ 609333 h 1077197"/>
              <a:gd name="connsiteX235" fmla="*/ 1429560 w 1576758"/>
              <a:gd name="connsiteY235" fmla="*/ 656006 h 1077197"/>
              <a:gd name="connsiteX236" fmla="*/ 1402353 w 1576758"/>
              <a:gd name="connsiteY236" fmla="*/ 694488 h 1077197"/>
              <a:gd name="connsiteX237" fmla="*/ 1400500 w 1576758"/>
              <a:gd name="connsiteY237" fmla="*/ 698455 h 1077197"/>
              <a:gd name="connsiteX238" fmla="*/ 1396482 w 1576758"/>
              <a:gd name="connsiteY238" fmla="*/ 701301 h 1077197"/>
              <a:gd name="connsiteX239" fmla="*/ 1347706 w 1576758"/>
              <a:gd name="connsiteY239" fmla="*/ 613549 h 1077197"/>
              <a:gd name="connsiteX240" fmla="*/ 1307179 w 1576758"/>
              <a:gd name="connsiteY240" fmla="*/ 631087 h 1077197"/>
              <a:gd name="connsiteX241" fmla="*/ 1296694 w 1576758"/>
              <a:gd name="connsiteY241" fmla="*/ 623919 h 1077197"/>
              <a:gd name="connsiteX242" fmla="*/ 1278716 w 1576758"/>
              <a:gd name="connsiteY242" fmla="*/ 662587 h 1077197"/>
              <a:gd name="connsiteX243" fmla="*/ 1246902 w 1576758"/>
              <a:gd name="connsiteY243" fmla="*/ 705294 h 1077197"/>
              <a:gd name="connsiteX244" fmla="*/ 1220184 w 1576758"/>
              <a:gd name="connsiteY244" fmla="*/ 741961 h 1077197"/>
              <a:gd name="connsiteX245" fmla="*/ 1177983 w 1576758"/>
              <a:gd name="connsiteY245" fmla="*/ 759206 h 1077197"/>
              <a:gd name="connsiteX246" fmla="*/ 1069233 w 1576758"/>
              <a:gd name="connsiteY246" fmla="*/ 775846 h 1077197"/>
              <a:gd name="connsiteX247" fmla="*/ 1018354 w 1576758"/>
              <a:gd name="connsiteY247" fmla="*/ 782276 h 1077197"/>
              <a:gd name="connsiteX248" fmla="*/ 984180 w 1576758"/>
              <a:gd name="connsiteY248" fmla="*/ 785940 h 1077197"/>
              <a:gd name="connsiteX249" fmla="*/ 983369 w 1576758"/>
              <a:gd name="connsiteY249" fmla="*/ 755568 h 1077197"/>
              <a:gd name="connsiteX250" fmla="*/ 982336 w 1576758"/>
              <a:gd name="connsiteY250" fmla="*/ 752580 h 1077197"/>
              <a:gd name="connsiteX251" fmla="*/ 993819 w 1576758"/>
              <a:gd name="connsiteY251" fmla="*/ 718332 h 1077197"/>
              <a:gd name="connsiteX252" fmla="*/ 1084841 w 1576758"/>
              <a:gd name="connsiteY252" fmla="*/ 367209 h 1077197"/>
              <a:gd name="connsiteX253" fmla="*/ 1114632 w 1576758"/>
              <a:gd name="connsiteY253" fmla="*/ 267931 h 1077197"/>
              <a:gd name="connsiteX254" fmla="*/ 1139586 w 1576758"/>
              <a:gd name="connsiteY254" fmla="*/ 230926 h 1077197"/>
              <a:gd name="connsiteX255" fmla="*/ 1173894 w 1576758"/>
              <a:gd name="connsiteY255" fmla="*/ 218048 h 1077197"/>
              <a:gd name="connsiteX256" fmla="*/ 1228577 w 1576758"/>
              <a:gd name="connsiteY256" fmla="*/ 216634 h 1077197"/>
              <a:gd name="connsiteX257" fmla="*/ 1526177 w 1576758"/>
              <a:gd name="connsiteY257" fmla="*/ 212205 h 1077197"/>
              <a:gd name="connsiteX258" fmla="*/ 1548895 w 1576758"/>
              <a:gd name="connsiteY258" fmla="*/ 212392 h 1077197"/>
              <a:gd name="connsiteX259" fmla="*/ 1557037 w 1576758"/>
              <a:gd name="connsiteY259" fmla="*/ 217176 h 1077197"/>
              <a:gd name="connsiteX260" fmla="*/ 1558775 w 1576758"/>
              <a:gd name="connsiteY260" fmla="*/ 246231 h 107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Lst>
            <a:rect l="l" t="t" r="r" b="b"/>
            <a:pathLst>
              <a:path w="1576758" h="1077197">
                <a:moveTo>
                  <a:pt x="1575657" y="220903"/>
                </a:moveTo>
                <a:cubicBezTo>
                  <a:pt x="1574552" y="214882"/>
                  <a:pt x="1572628" y="207580"/>
                  <a:pt x="1567675" y="203649"/>
                </a:cubicBezTo>
                <a:cubicBezTo>
                  <a:pt x="1560895" y="198260"/>
                  <a:pt x="1551915" y="194596"/>
                  <a:pt x="1543220" y="195227"/>
                </a:cubicBezTo>
                <a:cubicBezTo>
                  <a:pt x="1422389" y="195601"/>
                  <a:pt x="1301540" y="197993"/>
                  <a:pt x="1180745" y="200777"/>
                </a:cubicBezTo>
                <a:cubicBezTo>
                  <a:pt x="1172531" y="200563"/>
                  <a:pt x="1164264" y="202422"/>
                  <a:pt x="1156611" y="205339"/>
                </a:cubicBezTo>
                <a:cubicBezTo>
                  <a:pt x="1111594" y="215807"/>
                  <a:pt x="1099416" y="254920"/>
                  <a:pt x="1088422" y="294443"/>
                </a:cubicBezTo>
                <a:cubicBezTo>
                  <a:pt x="1060671" y="385040"/>
                  <a:pt x="1037945" y="477008"/>
                  <a:pt x="1014889" y="568877"/>
                </a:cubicBezTo>
                <a:cubicBezTo>
                  <a:pt x="993971" y="412886"/>
                  <a:pt x="1010782" y="297600"/>
                  <a:pt x="843972" y="221232"/>
                </a:cubicBezTo>
                <a:cubicBezTo>
                  <a:pt x="810626" y="203694"/>
                  <a:pt x="774029" y="193449"/>
                  <a:pt x="740959" y="175395"/>
                </a:cubicBezTo>
                <a:cubicBezTo>
                  <a:pt x="726910" y="161423"/>
                  <a:pt x="701118" y="160418"/>
                  <a:pt x="682134" y="166066"/>
                </a:cubicBezTo>
                <a:cubicBezTo>
                  <a:pt x="673563" y="149293"/>
                  <a:pt x="668966" y="130670"/>
                  <a:pt x="668378" y="111860"/>
                </a:cubicBezTo>
                <a:cubicBezTo>
                  <a:pt x="668263" y="108054"/>
                  <a:pt x="662374" y="105732"/>
                  <a:pt x="660574" y="109752"/>
                </a:cubicBezTo>
                <a:cubicBezTo>
                  <a:pt x="642890" y="150004"/>
                  <a:pt x="679007" y="204610"/>
                  <a:pt x="712851" y="226043"/>
                </a:cubicBezTo>
                <a:cubicBezTo>
                  <a:pt x="689305" y="253382"/>
                  <a:pt x="645590" y="252759"/>
                  <a:pt x="612386" y="250927"/>
                </a:cubicBezTo>
                <a:cubicBezTo>
                  <a:pt x="542639" y="245262"/>
                  <a:pt x="473533" y="223357"/>
                  <a:pt x="413122" y="188166"/>
                </a:cubicBezTo>
                <a:cubicBezTo>
                  <a:pt x="410975" y="179379"/>
                  <a:pt x="408685" y="170628"/>
                  <a:pt x="406208" y="161930"/>
                </a:cubicBezTo>
                <a:cubicBezTo>
                  <a:pt x="434405" y="134876"/>
                  <a:pt x="451171" y="96279"/>
                  <a:pt x="447626" y="56987"/>
                </a:cubicBezTo>
                <a:cubicBezTo>
                  <a:pt x="446067" y="40623"/>
                  <a:pt x="441710" y="14156"/>
                  <a:pt x="431020" y="1581"/>
                </a:cubicBezTo>
                <a:cubicBezTo>
                  <a:pt x="427732" y="-1958"/>
                  <a:pt x="422146" y="950"/>
                  <a:pt x="421942" y="5334"/>
                </a:cubicBezTo>
                <a:cubicBezTo>
                  <a:pt x="421523" y="14325"/>
                  <a:pt x="425567" y="23548"/>
                  <a:pt x="427287" y="32344"/>
                </a:cubicBezTo>
                <a:cubicBezTo>
                  <a:pt x="436213" y="72453"/>
                  <a:pt x="429345" y="112732"/>
                  <a:pt x="400534" y="143209"/>
                </a:cubicBezTo>
                <a:cubicBezTo>
                  <a:pt x="398057" y="135552"/>
                  <a:pt x="395420" y="127948"/>
                  <a:pt x="392560" y="120416"/>
                </a:cubicBezTo>
                <a:cubicBezTo>
                  <a:pt x="390956" y="116182"/>
                  <a:pt x="386351" y="115978"/>
                  <a:pt x="383999" y="118379"/>
                </a:cubicBezTo>
                <a:cubicBezTo>
                  <a:pt x="301494" y="150760"/>
                  <a:pt x="207425" y="157964"/>
                  <a:pt x="133642" y="210488"/>
                </a:cubicBezTo>
                <a:cubicBezTo>
                  <a:pt x="15573" y="303487"/>
                  <a:pt x="7492" y="546217"/>
                  <a:pt x="0" y="687213"/>
                </a:cubicBezTo>
                <a:cubicBezTo>
                  <a:pt x="641" y="767886"/>
                  <a:pt x="-187" y="869378"/>
                  <a:pt x="38299" y="941504"/>
                </a:cubicBezTo>
                <a:cubicBezTo>
                  <a:pt x="55680" y="972667"/>
                  <a:pt x="84937" y="987910"/>
                  <a:pt x="120546" y="988568"/>
                </a:cubicBezTo>
                <a:cubicBezTo>
                  <a:pt x="117107" y="1007805"/>
                  <a:pt x="112857" y="1026481"/>
                  <a:pt x="109481" y="1045682"/>
                </a:cubicBezTo>
                <a:cubicBezTo>
                  <a:pt x="107958" y="1054584"/>
                  <a:pt x="105508" y="1063344"/>
                  <a:pt x="109561" y="1071766"/>
                </a:cubicBezTo>
                <a:cubicBezTo>
                  <a:pt x="113526" y="1080020"/>
                  <a:pt x="124394" y="1077921"/>
                  <a:pt x="128849" y="1071766"/>
                </a:cubicBezTo>
                <a:cubicBezTo>
                  <a:pt x="133490" y="1065354"/>
                  <a:pt x="132626" y="1055287"/>
                  <a:pt x="133633" y="1047603"/>
                </a:cubicBezTo>
                <a:cubicBezTo>
                  <a:pt x="136101" y="1028037"/>
                  <a:pt x="140564" y="1008801"/>
                  <a:pt x="139139" y="988924"/>
                </a:cubicBezTo>
                <a:cubicBezTo>
                  <a:pt x="203407" y="989102"/>
                  <a:pt x="265618" y="969536"/>
                  <a:pt x="325263" y="947445"/>
                </a:cubicBezTo>
                <a:cubicBezTo>
                  <a:pt x="373290" y="929782"/>
                  <a:pt x="421015" y="911088"/>
                  <a:pt x="466210" y="886934"/>
                </a:cubicBezTo>
                <a:cubicBezTo>
                  <a:pt x="476286" y="940793"/>
                  <a:pt x="478281" y="995985"/>
                  <a:pt x="474130" y="1050564"/>
                </a:cubicBezTo>
                <a:cubicBezTo>
                  <a:pt x="473239" y="1061459"/>
                  <a:pt x="490264" y="1061406"/>
                  <a:pt x="491146" y="1050564"/>
                </a:cubicBezTo>
                <a:cubicBezTo>
                  <a:pt x="493613" y="1005759"/>
                  <a:pt x="497702" y="921138"/>
                  <a:pt x="476856" y="881295"/>
                </a:cubicBezTo>
                <a:cubicBezTo>
                  <a:pt x="495823" y="871112"/>
                  <a:pt x="514620" y="860671"/>
                  <a:pt x="533124" y="849688"/>
                </a:cubicBezTo>
                <a:cubicBezTo>
                  <a:pt x="534879" y="848647"/>
                  <a:pt x="535913" y="847313"/>
                  <a:pt x="536376" y="845899"/>
                </a:cubicBezTo>
                <a:cubicBezTo>
                  <a:pt x="566238" y="847473"/>
                  <a:pt x="595727" y="840270"/>
                  <a:pt x="625375" y="837673"/>
                </a:cubicBezTo>
                <a:cubicBezTo>
                  <a:pt x="677982" y="831705"/>
                  <a:pt x="730794" y="827748"/>
                  <a:pt x="783597" y="823861"/>
                </a:cubicBezTo>
                <a:cubicBezTo>
                  <a:pt x="781663" y="838793"/>
                  <a:pt x="783142" y="854739"/>
                  <a:pt x="782741" y="869663"/>
                </a:cubicBezTo>
                <a:cubicBezTo>
                  <a:pt x="782269" y="887023"/>
                  <a:pt x="781628" y="904374"/>
                  <a:pt x="781022" y="921725"/>
                </a:cubicBezTo>
                <a:cubicBezTo>
                  <a:pt x="780434" y="938614"/>
                  <a:pt x="780176" y="955520"/>
                  <a:pt x="779873" y="972409"/>
                </a:cubicBezTo>
                <a:cubicBezTo>
                  <a:pt x="779561" y="989591"/>
                  <a:pt x="777886" y="1007529"/>
                  <a:pt x="780782" y="1024507"/>
                </a:cubicBezTo>
                <a:cubicBezTo>
                  <a:pt x="782162" y="1032618"/>
                  <a:pt x="795802" y="1032618"/>
                  <a:pt x="797192" y="1024507"/>
                </a:cubicBezTo>
                <a:cubicBezTo>
                  <a:pt x="800034" y="1007947"/>
                  <a:pt x="798724" y="990560"/>
                  <a:pt x="798947" y="973787"/>
                </a:cubicBezTo>
                <a:cubicBezTo>
                  <a:pt x="799624" y="939548"/>
                  <a:pt x="800034" y="905299"/>
                  <a:pt x="800087" y="871041"/>
                </a:cubicBezTo>
                <a:cubicBezTo>
                  <a:pt x="800140" y="855353"/>
                  <a:pt x="802074" y="838349"/>
                  <a:pt x="799891" y="822679"/>
                </a:cubicBezTo>
                <a:cubicBezTo>
                  <a:pt x="836284" y="819993"/>
                  <a:pt x="872694" y="817485"/>
                  <a:pt x="909051" y="814328"/>
                </a:cubicBezTo>
                <a:cubicBezTo>
                  <a:pt x="903884" y="828788"/>
                  <a:pt x="905016" y="846433"/>
                  <a:pt x="904552" y="861436"/>
                </a:cubicBezTo>
                <a:cubicBezTo>
                  <a:pt x="904027" y="878494"/>
                  <a:pt x="904837" y="895640"/>
                  <a:pt x="905550" y="912680"/>
                </a:cubicBezTo>
                <a:cubicBezTo>
                  <a:pt x="906628" y="938391"/>
                  <a:pt x="908339" y="964067"/>
                  <a:pt x="910566" y="989707"/>
                </a:cubicBezTo>
                <a:cubicBezTo>
                  <a:pt x="911341" y="998627"/>
                  <a:pt x="911581" y="1007218"/>
                  <a:pt x="916250" y="1015124"/>
                </a:cubicBezTo>
                <a:cubicBezTo>
                  <a:pt x="921007" y="1023182"/>
                  <a:pt x="932330" y="1020851"/>
                  <a:pt x="935208" y="1012652"/>
                </a:cubicBezTo>
                <a:cubicBezTo>
                  <a:pt x="938023" y="1004621"/>
                  <a:pt x="936704" y="996706"/>
                  <a:pt x="935992" y="988435"/>
                </a:cubicBezTo>
                <a:cubicBezTo>
                  <a:pt x="935288" y="980271"/>
                  <a:pt x="934638" y="972106"/>
                  <a:pt x="934041" y="963933"/>
                </a:cubicBezTo>
                <a:cubicBezTo>
                  <a:pt x="932348" y="940259"/>
                  <a:pt x="930967" y="916558"/>
                  <a:pt x="930504" y="892821"/>
                </a:cubicBezTo>
                <a:cubicBezTo>
                  <a:pt x="949622" y="893791"/>
                  <a:pt x="968313" y="898771"/>
                  <a:pt x="987405" y="899740"/>
                </a:cubicBezTo>
                <a:cubicBezTo>
                  <a:pt x="1046773" y="901190"/>
                  <a:pt x="1103496" y="879116"/>
                  <a:pt x="1158589" y="859622"/>
                </a:cubicBezTo>
                <a:cubicBezTo>
                  <a:pt x="1173065" y="863499"/>
                  <a:pt x="1188104" y="862486"/>
                  <a:pt x="1202999" y="862397"/>
                </a:cubicBezTo>
                <a:cubicBezTo>
                  <a:pt x="1219489" y="862094"/>
                  <a:pt x="1235989" y="861223"/>
                  <a:pt x="1252372" y="859337"/>
                </a:cubicBezTo>
                <a:cubicBezTo>
                  <a:pt x="1342842" y="850097"/>
                  <a:pt x="1396063" y="818259"/>
                  <a:pt x="1396491" y="720502"/>
                </a:cubicBezTo>
                <a:cubicBezTo>
                  <a:pt x="1407440" y="715254"/>
                  <a:pt x="1418888" y="708051"/>
                  <a:pt x="1423048" y="696071"/>
                </a:cubicBezTo>
                <a:cubicBezTo>
                  <a:pt x="1441926" y="673900"/>
                  <a:pt x="1453258" y="647015"/>
                  <a:pt x="1463370" y="620032"/>
                </a:cubicBezTo>
                <a:cubicBezTo>
                  <a:pt x="1476448" y="587571"/>
                  <a:pt x="1488929" y="554861"/>
                  <a:pt x="1500671" y="521893"/>
                </a:cubicBezTo>
                <a:cubicBezTo>
                  <a:pt x="1529295" y="440233"/>
                  <a:pt x="1555986" y="357275"/>
                  <a:pt x="1571924" y="272111"/>
                </a:cubicBezTo>
                <a:cubicBezTo>
                  <a:pt x="1574739" y="255703"/>
                  <a:pt x="1578713" y="237560"/>
                  <a:pt x="1575657" y="220903"/>
                </a:cubicBezTo>
                <a:close/>
                <a:moveTo>
                  <a:pt x="759276" y="207749"/>
                </a:moveTo>
                <a:cubicBezTo>
                  <a:pt x="776265" y="218181"/>
                  <a:pt x="794359" y="226070"/>
                  <a:pt x="812417" y="234439"/>
                </a:cubicBezTo>
                <a:cubicBezTo>
                  <a:pt x="976696" y="302198"/>
                  <a:pt x="970888" y="398621"/>
                  <a:pt x="986977" y="553571"/>
                </a:cubicBezTo>
                <a:cubicBezTo>
                  <a:pt x="990737" y="573350"/>
                  <a:pt x="990532" y="599755"/>
                  <a:pt x="1003405" y="614385"/>
                </a:cubicBezTo>
                <a:cubicBezTo>
                  <a:pt x="999886" y="628250"/>
                  <a:pt x="996349" y="642106"/>
                  <a:pt x="992759" y="655944"/>
                </a:cubicBezTo>
                <a:cubicBezTo>
                  <a:pt x="979690" y="644836"/>
                  <a:pt x="965124" y="635373"/>
                  <a:pt x="950148" y="626969"/>
                </a:cubicBezTo>
                <a:cubicBezTo>
                  <a:pt x="945310" y="558801"/>
                  <a:pt x="945943" y="488534"/>
                  <a:pt x="921310" y="423558"/>
                </a:cubicBezTo>
                <a:cubicBezTo>
                  <a:pt x="920303" y="420792"/>
                  <a:pt x="915965" y="421877"/>
                  <a:pt x="916820" y="424794"/>
                </a:cubicBezTo>
                <a:cubicBezTo>
                  <a:pt x="935484" y="487724"/>
                  <a:pt x="934246" y="553705"/>
                  <a:pt x="934504" y="618618"/>
                </a:cubicBezTo>
                <a:cubicBezTo>
                  <a:pt x="894227" y="598012"/>
                  <a:pt x="846181" y="583356"/>
                  <a:pt x="801931" y="599542"/>
                </a:cubicBezTo>
                <a:cubicBezTo>
                  <a:pt x="802074" y="461995"/>
                  <a:pt x="773904" y="325712"/>
                  <a:pt x="739248" y="193173"/>
                </a:cubicBezTo>
                <a:cubicBezTo>
                  <a:pt x="745609" y="198464"/>
                  <a:pt x="752229" y="203427"/>
                  <a:pt x="759276" y="207749"/>
                </a:cubicBezTo>
                <a:close/>
                <a:moveTo>
                  <a:pt x="703934" y="196561"/>
                </a:moveTo>
                <a:cubicBezTo>
                  <a:pt x="698775" y="191252"/>
                  <a:pt x="694134" y="185498"/>
                  <a:pt x="690000" y="179388"/>
                </a:cubicBezTo>
                <a:cubicBezTo>
                  <a:pt x="700530" y="178952"/>
                  <a:pt x="710624" y="178365"/>
                  <a:pt x="720442" y="181807"/>
                </a:cubicBezTo>
                <a:cubicBezTo>
                  <a:pt x="721190" y="192399"/>
                  <a:pt x="724032" y="202573"/>
                  <a:pt x="726696" y="212836"/>
                </a:cubicBezTo>
                <a:cubicBezTo>
                  <a:pt x="725939" y="213041"/>
                  <a:pt x="725208" y="213343"/>
                  <a:pt x="724522" y="213708"/>
                </a:cubicBezTo>
                <a:cubicBezTo>
                  <a:pt x="717538" y="208318"/>
                  <a:pt x="709929" y="203249"/>
                  <a:pt x="703934" y="196561"/>
                </a:cubicBezTo>
                <a:close/>
                <a:moveTo>
                  <a:pt x="448356" y="225919"/>
                </a:moveTo>
                <a:cubicBezTo>
                  <a:pt x="521409" y="258718"/>
                  <a:pt x="670490" y="307383"/>
                  <a:pt x="732255" y="236102"/>
                </a:cubicBezTo>
                <a:cubicBezTo>
                  <a:pt x="752683" y="327046"/>
                  <a:pt x="770367" y="418880"/>
                  <a:pt x="777868" y="511888"/>
                </a:cubicBezTo>
                <a:cubicBezTo>
                  <a:pt x="781325" y="543700"/>
                  <a:pt x="779089" y="576276"/>
                  <a:pt x="782946" y="607768"/>
                </a:cubicBezTo>
                <a:cubicBezTo>
                  <a:pt x="683773" y="659021"/>
                  <a:pt x="572296" y="678889"/>
                  <a:pt x="466878" y="713565"/>
                </a:cubicBezTo>
                <a:cubicBezTo>
                  <a:pt x="467956" y="544874"/>
                  <a:pt x="454120" y="375595"/>
                  <a:pt x="418280" y="210560"/>
                </a:cubicBezTo>
                <a:cubicBezTo>
                  <a:pt x="427875" y="216563"/>
                  <a:pt x="438467" y="221303"/>
                  <a:pt x="448356" y="225919"/>
                </a:cubicBezTo>
                <a:close/>
                <a:moveTo>
                  <a:pt x="35903" y="535731"/>
                </a:moveTo>
                <a:cubicBezTo>
                  <a:pt x="49284" y="438330"/>
                  <a:pt x="62611" y="323355"/>
                  <a:pt x="129847" y="246916"/>
                </a:cubicBezTo>
                <a:cubicBezTo>
                  <a:pt x="178605" y="198322"/>
                  <a:pt x="250473" y="186369"/>
                  <a:pt x="312808" y="163558"/>
                </a:cubicBezTo>
                <a:cubicBezTo>
                  <a:pt x="337387" y="155358"/>
                  <a:pt x="363366" y="147238"/>
                  <a:pt x="384177" y="131354"/>
                </a:cubicBezTo>
                <a:cubicBezTo>
                  <a:pt x="398868" y="205046"/>
                  <a:pt x="416917" y="278168"/>
                  <a:pt x="425950" y="352891"/>
                </a:cubicBezTo>
                <a:cubicBezTo>
                  <a:pt x="436017" y="428858"/>
                  <a:pt x="441915" y="505449"/>
                  <a:pt x="444864" y="582013"/>
                </a:cubicBezTo>
                <a:cubicBezTo>
                  <a:pt x="446557" y="625884"/>
                  <a:pt x="446334" y="669747"/>
                  <a:pt x="447323" y="713618"/>
                </a:cubicBezTo>
                <a:cubicBezTo>
                  <a:pt x="447376" y="716064"/>
                  <a:pt x="448151" y="718020"/>
                  <a:pt x="449345" y="719514"/>
                </a:cubicBezTo>
                <a:cubicBezTo>
                  <a:pt x="399099" y="737043"/>
                  <a:pt x="346947" y="760122"/>
                  <a:pt x="292692" y="748907"/>
                </a:cubicBezTo>
                <a:cubicBezTo>
                  <a:pt x="275230" y="746604"/>
                  <a:pt x="258339" y="741028"/>
                  <a:pt x="240896" y="738724"/>
                </a:cubicBezTo>
                <a:cubicBezTo>
                  <a:pt x="242134" y="730267"/>
                  <a:pt x="240700" y="721960"/>
                  <a:pt x="240121" y="713440"/>
                </a:cubicBezTo>
                <a:cubicBezTo>
                  <a:pt x="239461" y="703729"/>
                  <a:pt x="239247" y="693990"/>
                  <a:pt x="239114" y="684261"/>
                </a:cubicBezTo>
                <a:cubicBezTo>
                  <a:pt x="239078" y="628988"/>
                  <a:pt x="231541" y="573324"/>
                  <a:pt x="239987" y="518344"/>
                </a:cubicBezTo>
                <a:cubicBezTo>
                  <a:pt x="240887" y="512661"/>
                  <a:pt x="232566" y="510056"/>
                  <a:pt x="231140" y="515908"/>
                </a:cubicBezTo>
                <a:cubicBezTo>
                  <a:pt x="222312" y="552202"/>
                  <a:pt x="221982" y="589794"/>
                  <a:pt x="222677" y="626942"/>
                </a:cubicBezTo>
                <a:cubicBezTo>
                  <a:pt x="223791" y="659368"/>
                  <a:pt x="221902" y="691856"/>
                  <a:pt x="223995" y="724246"/>
                </a:cubicBezTo>
                <a:cubicBezTo>
                  <a:pt x="189278" y="715050"/>
                  <a:pt x="154239" y="719167"/>
                  <a:pt x="119192" y="722654"/>
                </a:cubicBezTo>
                <a:cubicBezTo>
                  <a:pt x="87405" y="725464"/>
                  <a:pt x="54389" y="728319"/>
                  <a:pt x="25675" y="743536"/>
                </a:cubicBezTo>
                <a:cubicBezTo>
                  <a:pt x="23484" y="674309"/>
                  <a:pt x="28499" y="604060"/>
                  <a:pt x="35903" y="535731"/>
                </a:cubicBezTo>
                <a:close/>
                <a:moveTo>
                  <a:pt x="48215" y="903360"/>
                </a:moveTo>
                <a:cubicBezTo>
                  <a:pt x="41685" y="884924"/>
                  <a:pt x="37925" y="864736"/>
                  <a:pt x="35039" y="846495"/>
                </a:cubicBezTo>
                <a:cubicBezTo>
                  <a:pt x="30718" y="819183"/>
                  <a:pt x="28001" y="791454"/>
                  <a:pt x="26522" y="763510"/>
                </a:cubicBezTo>
                <a:cubicBezTo>
                  <a:pt x="57480" y="740370"/>
                  <a:pt x="111904" y="741339"/>
                  <a:pt x="149615" y="736759"/>
                </a:cubicBezTo>
                <a:cubicBezTo>
                  <a:pt x="171692" y="734829"/>
                  <a:pt x="194284" y="734580"/>
                  <a:pt x="215906" y="740005"/>
                </a:cubicBezTo>
                <a:cubicBezTo>
                  <a:pt x="201474" y="751291"/>
                  <a:pt x="184948" y="759482"/>
                  <a:pt x="169767" y="769673"/>
                </a:cubicBezTo>
                <a:cubicBezTo>
                  <a:pt x="150595" y="782391"/>
                  <a:pt x="134613" y="798906"/>
                  <a:pt x="118399" y="815075"/>
                </a:cubicBezTo>
                <a:cubicBezTo>
                  <a:pt x="91868" y="841746"/>
                  <a:pt x="65810" y="869832"/>
                  <a:pt x="48215" y="903360"/>
                </a:cubicBezTo>
                <a:close/>
                <a:moveTo>
                  <a:pt x="359677" y="907406"/>
                </a:moveTo>
                <a:cubicBezTo>
                  <a:pt x="283640" y="935510"/>
                  <a:pt x="164404" y="984753"/>
                  <a:pt x="84919" y="954524"/>
                </a:cubicBezTo>
                <a:cubicBezTo>
                  <a:pt x="71191" y="946618"/>
                  <a:pt x="61507" y="932886"/>
                  <a:pt x="54424" y="918390"/>
                </a:cubicBezTo>
                <a:cubicBezTo>
                  <a:pt x="74264" y="882327"/>
                  <a:pt x="102185" y="851742"/>
                  <a:pt x="131299" y="822963"/>
                </a:cubicBezTo>
                <a:cubicBezTo>
                  <a:pt x="147629" y="806777"/>
                  <a:pt x="163540" y="790867"/>
                  <a:pt x="183095" y="778540"/>
                </a:cubicBezTo>
                <a:cubicBezTo>
                  <a:pt x="192253" y="772768"/>
                  <a:pt x="201670" y="767397"/>
                  <a:pt x="210775" y="761527"/>
                </a:cubicBezTo>
                <a:cubicBezTo>
                  <a:pt x="217795" y="757000"/>
                  <a:pt x="227372" y="751655"/>
                  <a:pt x="233225" y="744816"/>
                </a:cubicBezTo>
                <a:cubicBezTo>
                  <a:pt x="235773" y="745208"/>
                  <a:pt x="238561" y="744283"/>
                  <a:pt x="239933" y="742122"/>
                </a:cubicBezTo>
                <a:cubicBezTo>
                  <a:pt x="274821" y="761047"/>
                  <a:pt x="315766" y="768553"/>
                  <a:pt x="355143" y="762763"/>
                </a:cubicBezTo>
                <a:cubicBezTo>
                  <a:pt x="383999" y="758041"/>
                  <a:pt x="411393" y="747360"/>
                  <a:pt x="438851" y="737701"/>
                </a:cubicBezTo>
                <a:cubicBezTo>
                  <a:pt x="524714" y="706939"/>
                  <a:pt x="614818" y="689606"/>
                  <a:pt x="700219" y="657563"/>
                </a:cubicBezTo>
                <a:cubicBezTo>
                  <a:pt x="725253" y="648056"/>
                  <a:pt x="750821" y="640674"/>
                  <a:pt x="774483" y="627983"/>
                </a:cubicBezTo>
                <a:cubicBezTo>
                  <a:pt x="850271" y="578464"/>
                  <a:pt x="924321" y="619712"/>
                  <a:pt x="990692" y="663877"/>
                </a:cubicBezTo>
                <a:cubicBezTo>
                  <a:pt x="988278" y="673135"/>
                  <a:pt x="985828" y="682393"/>
                  <a:pt x="983369" y="691642"/>
                </a:cubicBezTo>
                <a:cubicBezTo>
                  <a:pt x="958504" y="665869"/>
                  <a:pt x="930825" y="636699"/>
                  <a:pt x="892846" y="634742"/>
                </a:cubicBezTo>
                <a:cubicBezTo>
                  <a:pt x="876142" y="634013"/>
                  <a:pt x="859696" y="637348"/>
                  <a:pt x="843144" y="638975"/>
                </a:cubicBezTo>
                <a:cubicBezTo>
                  <a:pt x="839473" y="639340"/>
                  <a:pt x="839437" y="644382"/>
                  <a:pt x="843144" y="644712"/>
                </a:cubicBezTo>
                <a:cubicBezTo>
                  <a:pt x="858146" y="646028"/>
                  <a:pt x="873211" y="646099"/>
                  <a:pt x="888222" y="647148"/>
                </a:cubicBezTo>
                <a:cubicBezTo>
                  <a:pt x="931110" y="650003"/>
                  <a:pt x="950896" y="681477"/>
                  <a:pt x="979039" y="707837"/>
                </a:cubicBezTo>
                <a:cubicBezTo>
                  <a:pt x="977400" y="713867"/>
                  <a:pt x="975912" y="719950"/>
                  <a:pt x="974193" y="725927"/>
                </a:cubicBezTo>
                <a:cubicBezTo>
                  <a:pt x="950433" y="698882"/>
                  <a:pt x="895848" y="668039"/>
                  <a:pt x="860008" y="680890"/>
                </a:cubicBezTo>
                <a:cubicBezTo>
                  <a:pt x="837264" y="675848"/>
                  <a:pt x="813531" y="676532"/>
                  <a:pt x="791401" y="684812"/>
                </a:cubicBezTo>
                <a:cubicBezTo>
                  <a:pt x="790323" y="685221"/>
                  <a:pt x="790376" y="687000"/>
                  <a:pt x="791695" y="686955"/>
                </a:cubicBezTo>
                <a:cubicBezTo>
                  <a:pt x="845112" y="683540"/>
                  <a:pt x="900552" y="698170"/>
                  <a:pt x="933907" y="742486"/>
                </a:cubicBezTo>
                <a:cubicBezTo>
                  <a:pt x="921702" y="739969"/>
                  <a:pt x="910227" y="734909"/>
                  <a:pt x="898966" y="729715"/>
                </a:cubicBezTo>
                <a:cubicBezTo>
                  <a:pt x="866485" y="712746"/>
                  <a:pt x="830929" y="703684"/>
                  <a:pt x="796185" y="720181"/>
                </a:cubicBezTo>
                <a:cubicBezTo>
                  <a:pt x="776799" y="728995"/>
                  <a:pt x="758839" y="740610"/>
                  <a:pt x="739409" y="749352"/>
                </a:cubicBezTo>
                <a:cubicBezTo>
                  <a:pt x="715613" y="760051"/>
                  <a:pt x="692504" y="761260"/>
                  <a:pt x="667550" y="753914"/>
                </a:cubicBezTo>
                <a:cubicBezTo>
                  <a:pt x="664209" y="752936"/>
                  <a:pt x="662472" y="757561"/>
                  <a:pt x="665251" y="759366"/>
                </a:cubicBezTo>
                <a:cubicBezTo>
                  <a:pt x="668236" y="761296"/>
                  <a:pt x="671238" y="762914"/>
                  <a:pt x="674249" y="764311"/>
                </a:cubicBezTo>
                <a:cubicBezTo>
                  <a:pt x="661376" y="772840"/>
                  <a:pt x="647906" y="779341"/>
                  <a:pt x="634667" y="787229"/>
                </a:cubicBezTo>
                <a:cubicBezTo>
                  <a:pt x="592760" y="792690"/>
                  <a:pt x="550977" y="799075"/>
                  <a:pt x="509337" y="806323"/>
                </a:cubicBezTo>
                <a:cubicBezTo>
                  <a:pt x="502389" y="807533"/>
                  <a:pt x="503279" y="816844"/>
                  <a:pt x="508553" y="819424"/>
                </a:cubicBezTo>
                <a:cubicBezTo>
                  <a:pt x="510264" y="827561"/>
                  <a:pt x="514897" y="834107"/>
                  <a:pt x="520883" y="839718"/>
                </a:cubicBezTo>
                <a:cubicBezTo>
                  <a:pt x="467377" y="862868"/>
                  <a:pt x="414324" y="887049"/>
                  <a:pt x="359677" y="907406"/>
                </a:cubicBezTo>
                <a:close/>
                <a:moveTo>
                  <a:pt x="954273" y="746061"/>
                </a:moveTo>
                <a:cubicBezTo>
                  <a:pt x="941043" y="723463"/>
                  <a:pt x="918833" y="706014"/>
                  <a:pt x="895946" y="693946"/>
                </a:cubicBezTo>
                <a:cubicBezTo>
                  <a:pt x="913613" y="698606"/>
                  <a:pt x="930388" y="707811"/>
                  <a:pt x="944794" y="719123"/>
                </a:cubicBezTo>
                <a:cubicBezTo>
                  <a:pt x="953498" y="725847"/>
                  <a:pt x="960349" y="734358"/>
                  <a:pt x="968812" y="741241"/>
                </a:cubicBezTo>
                <a:cubicBezTo>
                  <a:pt x="966968" y="745492"/>
                  <a:pt x="964785" y="749601"/>
                  <a:pt x="962086" y="753505"/>
                </a:cubicBezTo>
                <a:cubicBezTo>
                  <a:pt x="959101" y="753843"/>
                  <a:pt x="956126" y="754172"/>
                  <a:pt x="953141" y="754510"/>
                </a:cubicBezTo>
                <a:cubicBezTo>
                  <a:pt x="953391" y="754092"/>
                  <a:pt x="953587" y="753648"/>
                  <a:pt x="953729" y="753194"/>
                </a:cubicBezTo>
                <a:cubicBezTo>
                  <a:pt x="955146" y="751211"/>
                  <a:pt x="955645" y="748551"/>
                  <a:pt x="954273" y="746061"/>
                </a:cubicBezTo>
                <a:close/>
                <a:moveTo>
                  <a:pt x="785102" y="771461"/>
                </a:moveTo>
                <a:cubicBezTo>
                  <a:pt x="780826" y="771808"/>
                  <a:pt x="760558" y="773222"/>
                  <a:pt x="737217" y="775481"/>
                </a:cubicBezTo>
                <a:cubicBezTo>
                  <a:pt x="710321" y="778087"/>
                  <a:pt x="679354" y="781662"/>
                  <a:pt x="664111" y="783512"/>
                </a:cubicBezTo>
                <a:cubicBezTo>
                  <a:pt x="671051" y="779581"/>
                  <a:pt x="680699" y="775027"/>
                  <a:pt x="686009" y="768464"/>
                </a:cubicBezTo>
                <a:cubicBezTo>
                  <a:pt x="706018" y="773444"/>
                  <a:pt x="726313" y="768473"/>
                  <a:pt x="745805" y="760220"/>
                </a:cubicBezTo>
                <a:cubicBezTo>
                  <a:pt x="746456" y="759944"/>
                  <a:pt x="755846" y="755684"/>
                  <a:pt x="756442" y="755399"/>
                </a:cubicBezTo>
                <a:cubicBezTo>
                  <a:pt x="757939" y="754679"/>
                  <a:pt x="759427" y="753950"/>
                  <a:pt x="760906" y="753203"/>
                </a:cubicBezTo>
                <a:cubicBezTo>
                  <a:pt x="768487" y="756707"/>
                  <a:pt x="776710" y="759206"/>
                  <a:pt x="785182" y="760753"/>
                </a:cubicBezTo>
                <a:cubicBezTo>
                  <a:pt x="785120" y="761171"/>
                  <a:pt x="785076" y="761598"/>
                  <a:pt x="785076" y="762043"/>
                </a:cubicBezTo>
                <a:cubicBezTo>
                  <a:pt x="785076" y="765067"/>
                  <a:pt x="785076" y="768082"/>
                  <a:pt x="785076" y="771105"/>
                </a:cubicBezTo>
                <a:cubicBezTo>
                  <a:pt x="785085" y="771221"/>
                  <a:pt x="785093" y="771337"/>
                  <a:pt x="785102" y="771461"/>
                </a:cubicBezTo>
                <a:close/>
                <a:moveTo>
                  <a:pt x="772692" y="747093"/>
                </a:moveTo>
                <a:cubicBezTo>
                  <a:pt x="801290" y="730356"/>
                  <a:pt x="834199" y="716446"/>
                  <a:pt x="866903" y="730338"/>
                </a:cubicBezTo>
                <a:cubicBezTo>
                  <a:pt x="829353" y="749281"/>
                  <a:pt x="815473" y="754181"/>
                  <a:pt x="772692" y="747093"/>
                </a:cubicBezTo>
                <a:close/>
                <a:moveTo>
                  <a:pt x="801967" y="762550"/>
                </a:moveTo>
                <a:cubicBezTo>
                  <a:pt x="812604" y="762914"/>
                  <a:pt x="823268" y="761838"/>
                  <a:pt x="833237" y="759348"/>
                </a:cubicBezTo>
                <a:cubicBezTo>
                  <a:pt x="844997" y="756182"/>
                  <a:pt x="855669" y="750081"/>
                  <a:pt x="866743" y="745181"/>
                </a:cubicBezTo>
                <a:cubicBezTo>
                  <a:pt x="872926" y="742344"/>
                  <a:pt x="879536" y="741054"/>
                  <a:pt x="885710" y="738297"/>
                </a:cubicBezTo>
                <a:cubicBezTo>
                  <a:pt x="900303" y="744905"/>
                  <a:pt x="916027" y="753639"/>
                  <a:pt x="932776" y="756787"/>
                </a:cubicBezTo>
                <a:cubicBezTo>
                  <a:pt x="889274" y="762256"/>
                  <a:pt x="845647" y="766401"/>
                  <a:pt x="801976" y="770065"/>
                </a:cubicBezTo>
                <a:cubicBezTo>
                  <a:pt x="801967" y="767566"/>
                  <a:pt x="801967" y="765058"/>
                  <a:pt x="801967" y="762550"/>
                </a:cubicBezTo>
                <a:close/>
                <a:moveTo>
                  <a:pt x="810038" y="807915"/>
                </a:moveTo>
                <a:cubicBezTo>
                  <a:pt x="731008" y="814630"/>
                  <a:pt x="651772" y="819023"/>
                  <a:pt x="573187" y="830282"/>
                </a:cubicBezTo>
                <a:cubicBezTo>
                  <a:pt x="564510" y="831403"/>
                  <a:pt x="555770" y="832328"/>
                  <a:pt x="547004" y="832390"/>
                </a:cubicBezTo>
                <a:cubicBezTo>
                  <a:pt x="542461" y="832417"/>
                  <a:pt x="537445" y="831252"/>
                  <a:pt x="533044" y="832017"/>
                </a:cubicBezTo>
                <a:cubicBezTo>
                  <a:pt x="528393" y="828308"/>
                  <a:pt x="524108" y="823790"/>
                  <a:pt x="522496" y="818143"/>
                </a:cubicBezTo>
                <a:cubicBezTo>
                  <a:pt x="557615" y="812122"/>
                  <a:pt x="592822" y="806652"/>
                  <a:pt x="628128" y="801832"/>
                </a:cubicBezTo>
                <a:cubicBezTo>
                  <a:pt x="630008" y="802997"/>
                  <a:pt x="632458" y="802437"/>
                  <a:pt x="634302" y="801014"/>
                </a:cubicBezTo>
                <a:cubicBezTo>
                  <a:pt x="743632" y="785024"/>
                  <a:pt x="854698" y="783752"/>
                  <a:pt x="963502" y="763973"/>
                </a:cubicBezTo>
                <a:cubicBezTo>
                  <a:pt x="965836" y="765796"/>
                  <a:pt x="969124" y="766614"/>
                  <a:pt x="972108" y="765698"/>
                </a:cubicBezTo>
                <a:cubicBezTo>
                  <a:pt x="971877" y="774378"/>
                  <a:pt x="971645" y="783058"/>
                  <a:pt x="971413" y="791738"/>
                </a:cubicBezTo>
                <a:cubicBezTo>
                  <a:pt x="970905" y="792156"/>
                  <a:pt x="970478" y="792610"/>
                  <a:pt x="970113" y="793090"/>
                </a:cubicBezTo>
                <a:cubicBezTo>
                  <a:pt x="917577" y="801788"/>
                  <a:pt x="863144" y="802980"/>
                  <a:pt x="810038" y="807915"/>
                </a:cubicBezTo>
                <a:close/>
                <a:moveTo>
                  <a:pt x="1378780" y="740005"/>
                </a:moveTo>
                <a:cubicBezTo>
                  <a:pt x="1376170" y="771354"/>
                  <a:pt x="1365942" y="802882"/>
                  <a:pt x="1337380" y="819468"/>
                </a:cubicBezTo>
                <a:cubicBezTo>
                  <a:pt x="1290413" y="844921"/>
                  <a:pt x="1234145" y="844983"/>
                  <a:pt x="1182001" y="845499"/>
                </a:cubicBezTo>
                <a:cubicBezTo>
                  <a:pt x="1173092" y="846522"/>
                  <a:pt x="1151488" y="836712"/>
                  <a:pt x="1148530" y="847847"/>
                </a:cubicBezTo>
                <a:cubicBezTo>
                  <a:pt x="1095817" y="866666"/>
                  <a:pt x="1041455" y="887423"/>
                  <a:pt x="984705" y="887227"/>
                </a:cubicBezTo>
                <a:cubicBezTo>
                  <a:pt x="966317" y="886542"/>
                  <a:pt x="948375" y="883029"/>
                  <a:pt x="930370" y="887707"/>
                </a:cubicBezTo>
                <a:cubicBezTo>
                  <a:pt x="930130" y="871201"/>
                  <a:pt x="929266" y="854722"/>
                  <a:pt x="928954" y="838215"/>
                </a:cubicBezTo>
                <a:cubicBezTo>
                  <a:pt x="928749" y="829918"/>
                  <a:pt x="929078" y="820508"/>
                  <a:pt x="926032" y="812700"/>
                </a:cubicBezTo>
                <a:cubicBezTo>
                  <a:pt x="941649" y="810619"/>
                  <a:pt x="957783" y="810299"/>
                  <a:pt x="973053" y="806154"/>
                </a:cubicBezTo>
                <a:cubicBezTo>
                  <a:pt x="975271" y="807408"/>
                  <a:pt x="978068" y="807551"/>
                  <a:pt x="980928" y="805683"/>
                </a:cubicBezTo>
                <a:cubicBezTo>
                  <a:pt x="988108" y="801023"/>
                  <a:pt x="994897" y="801539"/>
                  <a:pt x="1003111" y="800898"/>
                </a:cubicBezTo>
                <a:cubicBezTo>
                  <a:pt x="1055041" y="795358"/>
                  <a:pt x="1106721" y="787647"/>
                  <a:pt x="1158152" y="778496"/>
                </a:cubicBezTo>
                <a:cubicBezTo>
                  <a:pt x="1156121" y="782809"/>
                  <a:pt x="1155239" y="787558"/>
                  <a:pt x="1156139" y="792681"/>
                </a:cubicBezTo>
                <a:cubicBezTo>
                  <a:pt x="1156718" y="795980"/>
                  <a:pt x="1161671" y="797208"/>
                  <a:pt x="1163809" y="794700"/>
                </a:cubicBezTo>
                <a:cubicBezTo>
                  <a:pt x="1168495" y="789212"/>
                  <a:pt x="1171667" y="782685"/>
                  <a:pt x="1177048" y="777740"/>
                </a:cubicBezTo>
                <a:cubicBezTo>
                  <a:pt x="1192879" y="764088"/>
                  <a:pt x="1215231" y="762514"/>
                  <a:pt x="1232773" y="751815"/>
                </a:cubicBezTo>
                <a:cubicBezTo>
                  <a:pt x="1261958" y="734171"/>
                  <a:pt x="1258136" y="705249"/>
                  <a:pt x="1270555" y="678862"/>
                </a:cubicBezTo>
                <a:cubicBezTo>
                  <a:pt x="1276551" y="697868"/>
                  <a:pt x="1275874" y="718225"/>
                  <a:pt x="1274475" y="737871"/>
                </a:cubicBezTo>
                <a:cubicBezTo>
                  <a:pt x="1272346" y="756707"/>
                  <a:pt x="1269896" y="787380"/>
                  <a:pt x="1246332" y="790191"/>
                </a:cubicBezTo>
                <a:cubicBezTo>
                  <a:pt x="1243739" y="790582"/>
                  <a:pt x="1243900" y="794086"/>
                  <a:pt x="1245664" y="795287"/>
                </a:cubicBezTo>
                <a:cubicBezTo>
                  <a:pt x="1264622" y="808173"/>
                  <a:pt x="1279286" y="777188"/>
                  <a:pt x="1283384" y="763866"/>
                </a:cubicBezTo>
                <a:cubicBezTo>
                  <a:pt x="1290992" y="739107"/>
                  <a:pt x="1291999" y="711919"/>
                  <a:pt x="1287678" y="686466"/>
                </a:cubicBezTo>
                <a:cubicBezTo>
                  <a:pt x="1289246" y="669720"/>
                  <a:pt x="1289878" y="652582"/>
                  <a:pt x="1294858" y="636441"/>
                </a:cubicBezTo>
                <a:cubicBezTo>
                  <a:pt x="1300916" y="643573"/>
                  <a:pt x="1301798" y="653809"/>
                  <a:pt x="1303714" y="662685"/>
                </a:cubicBezTo>
                <a:cubicBezTo>
                  <a:pt x="1306413" y="678391"/>
                  <a:pt x="1309122" y="694212"/>
                  <a:pt x="1311197" y="709998"/>
                </a:cubicBezTo>
                <a:cubicBezTo>
                  <a:pt x="1313781" y="729324"/>
                  <a:pt x="1314556" y="748987"/>
                  <a:pt x="1312061" y="768366"/>
                </a:cubicBezTo>
                <a:cubicBezTo>
                  <a:pt x="1311197" y="775045"/>
                  <a:pt x="1308560" y="781902"/>
                  <a:pt x="1310280" y="788563"/>
                </a:cubicBezTo>
                <a:cubicBezTo>
                  <a:pt x="1311215" y="792183"/>
                  <a:pt x="1316124" y="793535"/>
                  <a:pt x="1318725" y="790787"/>
                </a:cubicBezTo>
                <a:cubicBezTo>
                  <a:pt x="1337951" y="761749"/>
                  <a:pt x="1320454" y="678356"/>
                  <a:pt x="1312872" y="643991"/>
                </a:cubicBezTo>
                <a:cubicBezTo>
                  <a:pt x="1316970" y="639295"/>
                  <a:pt x="1319732" y="606336"/>
                  <a:pt x="1329603" y="610845"/>
                </a:cubicBezTo>
                <a:cubicBezTo>
                  <a:pt x="1336989" y="615754"/>
                  <a:pt x="1341550" y="640834"/>
                  <a:pt x="1343750" y="649896"/>
                </a:cubicBezTo>
                <a:cubicBezTo>
                  <a:pt x="1350058" y="677457"/>
                  <a:pt x="1351305" y="705854"/>
                  <a:pt x="1346664" y="733815"/>
                </a:cubicBezTo>
                <a:cubicBezTo>
                  <a:pt x="1344739" y="746933"/>
                  <a:pt x="1341443" y="759748"/>
                  <a:pt x="1342521" y="773071"/>
                </a:cubicBezTo>
                <a:cubicBezTo>
                  <a:pt x="1342904" y="777811"/>
                  <a:pt x="1349782" y="780764"/>
                  <a:pt x="1352312" y="775721"/>
                </a:cubicBezTo>
                <a:cubicBezTo>
                  <a:pt x="1357942" y="764471"/>
                  <a:pt x="1359813" y="752660"/>
                  <a:pt x="1361648" y="740316"/>
                </a:cubicBezTo>
                <a:cubicBezTo>
                  <a:pt x="1368490" y="701283"/>
                  <a:pt x="1365310" y="661031"/>
                  <a:pt x="1352151" y="623599"/>
                </a:cubicBezTo>
                <a:cubicBezTo>
                  <a:pt x="1384188" y="621811"/>
                  <a:pt x="1380802" y="718038"/>
                  <a:pt x="1378780" y="740005"/>
                </a:cubicBezTo>
                <a:close/>
                <a:moveTo>
                  <a:pt x="1558775" y="246231"/>
                </a:moveTo>
                <a:cubicBezTo>
                  <a:pt x="1539335" y="371380"/>
                  <a:pt x="1494853" y="491584"/>
                  <a:pt x="1449436" y="609333"/>
                </a:cubicBezTo>
                <a:cubicBezTo>
                  <a:pt x="1443191" y="624941"/>
                  <a:pt x="1437534" y="641181"/>
                  <a:pt x="1429560" y="656006"/>
                </a:cubicBezTo>
                <a:cubicBezTo>
                  <a:pt x="1422077" y="669925"/>
                  <a:pt x="1412634" y="682535"/>
                  <a:pt x="1402353" y="694488"/>
                </a:cubicBezTo>
                <a:cubicBezTo>
                  <a:pt x="1401337" y="695671"/>
                  <a:pt x="1400749" y="697041"/>
                  <a:pt x="1400500" y="698455"/>
                </a:cubicBezTo>
                <a:cubicBezTo>
                  <a:pt x="1399235" y="699486"/>
                  <a:pt x="1397889" y="700420"/>
                  <a:pt x="1396482" y="701301"/>
                </a:cubicBezTo>
                <a:cubicBezTo>
                  <a:pt x="1395707" y="675643"/>
                  <a:pt x="1388535" y="596509"/>
                  <a:pt x="1347706" y="613549"/>
                </a:cubicBezTo>
                <a:cubicBezTo>
                  <a:pt x="1330948" y="584183"/>
                  <a:pt x="1308124" y="603188"/>
                  <a:pt x="1307179" y="631087"/>
                </a:cubicBezTo>
                <a:cubicBezTo>
                  <a:pt x="1304587" y="627387"/>
                  <a:pt x="1301202" y="624657"/>
                  <a:pt x="1296694" y="623919"/>
                </a:cubicBezTo>
                <a:cubicBezTo>
                  <a:pt x="1279054" y="621402"/>
                  <a:pt x="1281050" y="651168"/>
                  <a:pt x="1278716" y="662587"/>
                </a:cubicBezTo>
                <a:cubicBezTo>
                  <a:pt x="1261655" y="643084"/>
                  <a:pt x="1249459" y="694284"/>
                  <a:pt x="1246902" y="705294"/>
                </a:cubicBezTo>
                <a:cubicBezTo>
                  <a:pt x="1242653" y="721489"/>
                  <a:pt x="1235766" y="734438"/>
                  <a:pt x="1220184" y="741961"/>
                </a:cubicBezTo>
                <a:cubicBezTo>
                  <a:pt x="1206491" y="748578"/>
                  <a:pt x="1191293" y="751673"/>
                  <a:pt x="1177983" y="759206"/>
                </a:cubicBezTo>
                <a:cubicBezTo>
                  <a:pt x="1141911" y="761883"/>
                  <a:pt x="1105536" y="771737"/>
                  <a:pt x="1069233" y="775846"/>
                </a:cubicBezTo>
                <a:cubicBezTo>
                  <a:pt x="1052306" y="778318"/>
                  <a:pt x="1035317" y="780079"/>
                  <a:pt x="1018354" y="782276"/>
                </a:cubicBezTo>
                <a:cubicBezTo>
                  <a:pt x="1007102" y="783734"/>
                  <a:pt x="995102" y="783058"/>
                  <a:pt x="984180" y="785940"/>
                </a:cubicBezTo>
                <a:cubicBezTo>
                  <a:pt x="983912" y="775819"/>
                  <a:pt x="983636" y="765689"/>
                  <a:pt x="983369" y="755568"/>
                </a:cubicBezTo>
                <a:cubicBezTo>
                  <a:pt x="983342" y="754457"/>
                  <a:pt x="982950" y="753434"/>
                  <a:pt x="982336" y="752580"/>
                </a:cubicBezTo>
                <a:cubicBezTo>
                  <a:pt x="987663" y="741793"/>
                  <a:pt x="990621" y="730062"/>
                  <a:pt x="993819" y="718332"/>
                </a:cubicBezTo>
                <a:cubicBezTo>
                  <a:pt x="1025606" y="601667"/>
                  <a:pt x="1052163" y="483633"/>
                  <a:pt x="1084841" y="367209"/>
                </a:cubicBezTo>
                <a:cubicBezTo>
                  <a:pt x="1094151" y="334045"/>
                  <a:pt x="1103095" y="300401"/>
                  <a:pt x="1114632" y="267931"/>
                </a:cubicBezTo>
                <a:cubicBezTo>
                  <a:pt x="1119594" y="253969"/>
                  <a:pt x="1126757" y="239241"/>
                  <a:pt x="1139586" y="230926"/>
                </a:cubicBezTo>
                <a:cubicBezTo>
                  <a:pt x="1149778" y="225127"/>
                  <a:pt x="1162722" y="220849"/>
                  <a:pt x="1173894" y="218048"/>
                </a:cubicBezTo>
                <a:cubicBezTo>
                  <a:pt x="1192041" y="216901"/>
                  <a:pt x="1210367" y="217310"/>
                  <a:pt x="1228577" y="216634"/>
                </a:cubicBezTo>
                <a:cubicBezTo>
                  <a:pt x="1327768" y="214668"/>
                  <a:pt x="1426968" y="212890"/>
                  <a:pt x="1526177" y="212205"/>
                </a:cubicBezTo>
                <a:cubicBezTo>
                  <a:pt x="1533616" y="212054"/>
                  <a:pt x="1541527" y="211618"/>
                  <a:pt x="1548895" y="212392"/>
                </a:cubicBezTo>
                <a:cubicBezTo>
                  <a:pt x="1551478" y="213272"/>
                  <a:pt x="1554846" y="215664"/>
                  <a:pt x="1557037" y="217176"/>
                </a:cubicBezTo>
                <a:cubicBezTo>
                  <a:pt x="1560708" y="226337"/>
                  <a:pt x="1559942" y="236706"/>
                  <a:pt x="1558775" y="246231"/>
                </a:cubicBezTo>
                <a:close/>
              </a:path>
            </a:pathLst>
          </a:custGeom>
          <a:solidFill>
            <a:srgbClr val="16180A"/>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69" name="Freeform: Shape 160">
            <a:extLst>
              <a:ext uri="{FF2B5EF4-FFF2-40B4-BE49-F238E27FC236}">
                <a16:creationId xmlns:a16="http://schemas.microsoft.com/office/drawing/2014/main" id="{5C651738-FA71-4CF8-C5E5-926AC9ACC1E0}"/>
              </a:ext>
            </a:extLst>
          </p:cNvPr>
          <p:cNvSpPr/>
          <p:nvPr/>
        </p:nvSpPr>
        <p:spPr>
          <a:xfrm>
            <a:off x="5267443" y="11091717"/>
            <a:ext cx="194683" cy="49135"/>
          </a:xfrm>
          <a:custGeom>
            <a:avLst/>
            <a:gdLst>
              <a:gd name="connsiteX0" fmla="*/ 13247 w 194683"/>
              <a:gd name="connsiteY0" fmla="*/ 22277 h 49135"/>
              <a:gd name="connsiteX1" fmla="*/ 190827 w 194683"/>
              <a:gd name="connsiteY1" fmla="*/ 29391 h 49135"/>
              <a:gd name="connsiteX2" fmla="*/ 184422 w 194683"/>
              <a:gd name="connsiteY2" fmla="*/ 14228 h 49135"/>
              <a:gd name="connsiteX3" fmla="*/ 85685 w 194683"/>
              <a:gd name="connsiteY3" fmla="*/ 29934 h 49135"/>
              <a:gd name="connsiteX4" fmla="*/ 17684 w 194683"/>
              <a:gd name="connsiteY4" fmla="*/ 6304 h 49135"/>
              <a:gd name="connsiteX5" fmla="*/ 347 w 194683"/>
              <a:gd name="connsiteY5" fmla="*/ 3929 h 49135"/>
              <a:gd name="connsiteX6" fmla="*/ 13247 w 194683"/>
              <a:gd name="connsiteY6" fmla="*/ 22277 h 4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683" h="49135">
                <a:moveTo>
                  <a:pt x="13247" y="22277"/>
                </a:moveTo>
                <a:cubicBezTo>
                  <a:pt x="59974" y="55734"/>
                  <a:pt x="141205" y="57735"/>
                  <a:pt x="190827" y="29391"/>
                </a:cubicBezTo>
                <a:cubicBezTo>
                  <a:pt x="198649" y="24705"/>
                  <a:pt x="193589" y="11062"/>
                  <a:pt x="184422" y="14228"/>
                </a:cubicBezTo>
                <a:cubicBezTo>
                  <a:pt x="152225" y="25336"/>
                  <a:pt x="120046" y="32735"/>
                  <a:pt x="85685" y="29934"/>
                </a:cubicBezTo>
                <a:cubicBezTo>
                  <a:pt x="61426" y="28244"/>
                  <a:pt x="37755" y="20000"/>
                  <a:pt x="17684" y="6304"/>
                </a:cubicBezTo>
                <a:cubicBezTo>
                  <a:pt x="13657" y="3556"/>
                  <a:pt x="3153" y="-4920"/>
                  <a:pt x="347" y="3929"/>
                </a:cubicBezTo>
                <a:cubicBezTo>
                  <a:pt x="-2005" y="11347"/>
                  <a:pt x="8187" y="18337"/>
                  <a:pt x="13247" y="22277"/>
                </a:cubicBezTo>
                <a:close/>
              </a:path>
            </a:pathLst>
          </a:custGeom>
          <a:solidFill>
            <a:srgbClr val="191246"/>
          </a:solidFill>
          <a:ln w="8863" cap="flat">
            <a:noFill/>
            <a:prstDash val="solid"/>
            <a:miter/>
          </a:ln>
        </p:spPr>
        <p:txBody>
          <a:bodyPr rtlCol="0" anchor="ctr"/>
          <a:lstStyle/>
          <a:p>
            <a:endParaRPr lang="en-GB">
              <a:solidFill>
                <a:schemeClr val="bg1"/>
              </a:solidFill>
            </a:endParaRPr>
          </a:p>
        </p:txBody>
      </p:sp>
      <p:sp>
        <p:nvSpPr>
          <p:cNvPr id="470" name="Freeform: Shape 163">
            <a:extLst>
              <a:ext uri="{FF2B5EF4-FFF2-40B4-BE49-F238E27FC236}">
                <a16:creationId xmlns:a16="http://schemas.microsoft.com/office/drawing/2014/main" id="{DD19E5DB-8936-5C32-620B-E95E9D172AEB}"/>
              </a:ext>
            </a:extLst>
          </p:cNvPr>
          <p:cNvSpPr/>
          <p:nvPr/>
        </p:nvSpPr>
        <p:spPr>
          <a:xfrm>
            <a:off x="5453843" y="10773216"/>
            <a:ext cx="19486" cy="36698"/>
          </a:xfrm>
          <a:custGeom>
            <a:avLst/>
            <a:gdLst>
              <a:gd name="connsiteX0" fmla="*/ 14975 w 19486"/>
              <a:gd name="connsiteY0" fmla="*/ 6 h 36698"/>
              <a:gd name="connsiteX1" fmla="*/ 16757 w 19486"/>
              <a:gd name="connsiteY1" fmla="*/ 32023 h 36698"/>
              <a:gd name="connsiteX2" fmla="*/ 721 w 19486"/>
              <a:gd name="connsiteY2" fmla="*/ 32023 h 36698"/>
              <a:gd name="connsiteX3" fmla="*/ 14975 w 19486"/>
              <a:gd name="connsiteY3" fmla="*/ 6 h 36698"/>
            </a:gdLst>
            <a:ahLst/>
            <a:cxnLst>
              <a:cxn ang="0">
                <a:pos x="connsiteX0" y="connsiteY0"/>
              </a:cxn>
              <a:cxn ang="0">
                <a:pos x="connsiteX1" y="connsiteY1"/>
              </a:cxn>
              <a:cxn ang="0">
                <a:pos x="connsiteX2" y="connsiteY2"/>
              </a:cxn>
              <a:cxn ang="0">
                <a:pos x="connsiteX3" y="connsiteY3"/>
              </a:cxn>
            </a:cxnLst>
            <a:rect l="l" t="t" r="r" b="b"/>
            <a:pathLst>
              <a:path w="19486" h="36698">
                <a:moveTo>
                  <a:pt x="14975" y="6"/>
                </a:moveTo>
                <a:cubicBezTo>
                  <a:pt x="19929" y="504"/>
                  <a:pt x="21212" y="28465"/>
                  <a:pt x="16757" y="32023"/>
                </a:cubicBezTo>
                <a:cubicBezTo>
                  <a:pt x="12303" y="35580"/>
                  <a:pt x="4730" y="40471"/>
                  <a:pt x="721" y="32023"/>
                </a:cubicBezTo>
                <a:cubicBezTo>
                  <a:pt x="-3288" y="23574"/>
                  <a:pt x="10521" y="-439"/>
                  <a:pt x="14975" y="6"/>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471" name="Freeform: Shape 164">
            <a:extLst>
              <a:ext uri="{FF2B5EF4-FFF2-40B4-BE49-F238E27FC236}">
                <a16:creationId xmlns:a16="http://schemas.microsoft.com/office/drawing/2014/main" id="{AD65F2F5-56EB-15B5-B384-5A65C68E0570}"/>
              </a:ext>
            </a:extLst>
          </p:cNvPr>
          <p:cNvSpPr/>
          <p:nvPr/>
        </p:nvSpPr>
        <p:spPr>
          <a:xfrm>
            <a:off x="5338400" y="10588081"/>
            <a:ext cx="73573" cy="81798"/>
          </a:xfrm>
          <a:custGeom>
            <a:avLst/>
            <a:gdLst>
              <a:gd name="connsiteX0" fmla="*/ 27725 w 73573"/>
              <a:gd name="connsiteY0" fmla="*/ 593 h 81798"/>
              <a:gd name="connsiteX1" fmla="*/ 72385 w 73573"/>
              <a:gd name="connsiteY1" fmla="*/ 28830 h 81798"/>
              <a:gd name="connsiteX2" fmla="*/ 35859 w 73573"/>
              <a:gd name="connsiteY2" fmla="*/ 81524 h 81798"/>
              <a:gd name="connsiteX3" fmla="*/ 1 w 73573"/>
              <a:gd name="connsiteY3" fmla="*/ 47835 h 81798"/>
              <a:gd name="connsiteX4" fmla="*/ 27725 w 73573"/>
              <a:gd name="connsiteY4" fmla="*/ 593 h 81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73" h="81798">
                <a:moveTo>
                  <a:pt x="27725" y="593"/>
                </a:moveTo>
                <a:cubicBezTo>
                  <a:pt x="38834" y="-2680"/>
                  <a:pt x="68145" y="7708"/>
                  <a:pt x="72385" y="28830"/>
                </a:cubicBezTo>
                <a:cubicBezTo>
                  <a:pt x="77437" y="54034"/>
                  <a:pt x="66594" y="77966"/>
                  <a:pt x="35859" y="81524"/>
                </a:cubicBezTo>
                <a:cubicBezTo>
                  <a:pt x="11422" y="84352"/>
                  <a:pt x="-106" y="64848"/>
                  <a:pt x="1" y="47835"/>
                </a:cubicBezTo>
                <a:cubicBezTo>
                  <a:pt x="134" y="26713"/>
                  <a:pt x="8126" y="6374"/>
                  <a:pt x="27725" y="593"/>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472" name="Freeform: Shape 165">
            <a:extLst>
              <a:ext uri="{FF2B5EF4-FFF2-40B4-BE49-F238E27FC236}">
                <a16:creationId xmlns:a16="http://schemas.microsoft.com/office/drawing/2014/main" id="{15E11355-945F-2376-F5F0-F123BB5BD7C2}"/>
              </a:ext>
            </a:extLst>
          </p:cNvPr>
          <p:cNvSpPr/>
          <p:nvPr/>
        </p:nvSpPr>
        <p:spPr>
          <a:xfrm>
            <a:off x="5498574" y="10587992"/>
            <a:ext cx="71276" cy="81764"/>
          </a:xfrm>
          <a:custGeom>
            <a:avLst/>
            <a:gdLst>
              <a:gd name="connsiteX0" fmla="*/ 27021 w 71276"/>
              <a:gd name="connsiteY0" fmla="*/ 789 h 81764"/>
              <a:gd name="connsiteX1" fmla="*/ 65774 w 71276"/>
              <a:gd name="connsiteY1" fmla="*/ 18905 h 81764"/>
              <a:gd name="connsiteX2" fmla="*/ 57088 w 71276"/>
              <a:gd name="connsiteY2" fmla="*/ 73493 h 81764"/>
              <a:gd name="connsiteX3" fmla="*/ 7644 w 71276"/>
              <a:gd name="connsiteY3" fmla="*/ 72159 h 81764"/>
              <a:gd name="connsiteX4" fmla="*/ 27021 w 71276"/>
              <a:gd name="connsiteY4" fmla="*/ 789 h 81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276" h="81764">
                <a:moveTo>
                  <a:pt x="27021" y="789"/>
                </a:moveTo>
                <a:cubicBezTo>
                  <a:pt x="39939" y="-3275"/>
                  <a:pt x="61587" y="9202"/>
                  <a:pt x="65774" y="18905"/>
                </a:cubicBezTo>
                <a:cubicBezTo>
                  <a:pt x="71672" y="32583"/>
                  <a:pt x="77356" y="55368"/>
                  <a:pt x="57088" y="73493"/>
                </a:cubicBezTo>
                <a:cubicBezTo>
                  <a:pt x="42486" y="86549"/>
                  <a:pt x="15199" y="82654"/>
                  <a:pt x="7644" y="72159"/>
                </a:cubicBezTo>
                <a:cubicBezTo>
                  <a:pt x="-3715" y="56373"/>
                  <a:pt x="-6165" y="11239"/>
                  <a:pt x="27021" y="789"/>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473" name="Freeform: Shape 166">
            <a:extLst>
              <a:ext uri="{FF2B5EF4-FFF2-40B4-BE49-F238E27FC236}">
                <a16:creationId xmlns:a16="http://schemas.microsoft.com/office/drawing/2014/main" id="{CC809CBF-B192-DD56-5C4B-1A562CA015D8}"/>
              </a:ext>
            </a:extLst>
          </p:cNvPr>
          <p:cNvSpPr/>
          <p:nvPr/>
        </p:nvSpPr>
        <p:spPr>
          <a:xfrm>
            <a:off x="5449895" y="10638785"/>
            <a:ext cx="56859" cy="70011"/>
          </a:xfrm>
          <a:custGeom>
            <a:avLst/>
            <a:gdLst>
              <a:gd name="connsiteX0" fmla="*/ 4072 w 56859"/>
              <a:gd name="connsiteY0" fmla="*/ 64606 h 70011"/>
              <a:gd name="connsiteX1" fmla="*/ 12535 w 56859"/>
              <a:gd name="connsiteY1" fmla="*/ 50145 h 70011"/>
              <a:gd name="connsiteX2" fmla="*/ 32001 w 56859"/>
              <a:gd name="connsiteY2" fmla="*/ 51915 h 70011"/>
              <a:gd name="connsiteX3" fmla="*/ 40046 w 56859"/>
              <a:gd name="connsiteY3" fmla="*/ 47459 h 70011"/>
              <a:gd name="connsiteX4" fmla="*/ 40268 w 56859"/>
              <a:gd name="connsiteY4" fmla="*/ 39740 h 70011"/>
              <a:gd name="connsiteX5" fmla="*/ 28901 w 56859"/>
              <a:gd name="connsiteY5" fmla="*/ 16750 h 70011"/>
              <a:gd name="connsiteX6" fmla="*/ 27217 w 56859"/>
              <a:gd name="connsiteY6" fmla="*/ 1364 h 70011"/>
              <a:gd name="connsiteX7" fmla="*/ 32143 w 56859"/>
              <a:gd name="connsiteY7" fmla="*/ 1364 h 70011"/>
              <a:gd name="connsiteX8" fmla="*/ 45204 w 56859"/>
              <a:gd name="connsiteY8" fmla="*/ 25510 h 70011"/>
              <a:gd name="connsiteX9" fmla="*/ 53275 w 56859"/>
              <a:gd name="connsiteY9" fmla="*/ 40656 h 70011"/>
              <a:gd name="connsiteX10" fmla="*/ 55458 w 56859"/>
              <a:gd name="connsiteY10" fmla="*/ 54405 h 70011"/>
              <a:gd name="connsiteX11" fmla="*/ 4072 w 56859"/>
              <a:gd name="connsiteY11" fmla="*/ 64606 h 70011"/>
              <a:gd name="connsiteX12" fmla="*/ 4072 w 56859"/>
              <a:gd name="connsiteY12" fmla="*/ 64606 h 70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859" h="70011">
                <a:moveTo>
                  <a:pt x="4072" y="64606"/>
                </a:moveTo>
                <a:cubicBezTo>
                  <a:pt x="-5265" y="59163"/>
                  <a:pt x="3118" y="44853"/>
                  <a:pt x="12535" y="50145"/>
                </a:cubicBezTo>
                <a:cubicBezTo>
                  <a:pt x="18557" y="53533"/>
                  <a:pt x="25426" y="54049"/>
                  <a:pt x="32001" y="51915"/>
                </a:cubicBezTo>
                <a:cubicBezTo>
                  <a:pt x="34941" y="50963"/>
                  <a:pt x="37622" y="49380"/>
                  <a:pt x="40046" y="47459"/>
                </a:cubicBezTo>
                <a:cubicBezTo>
                  <a:pt x="43431" y="44773"/>
                  <a:pt x="41997" y="43679"/>
                  <a:pt x="40268" y="39740"/>
                </a:cubicBezTo>
                <a:cubicBezTo>
                  <a:pt x="36838" y="31913"/>
                  <a:pt x="32500" y="24505"/>
                  <a:pt x="28901" y="16750"/>
                </a:cubicBezTo>
                <a:cubicBezTo>
                  <a:pt x="26495" y="11565"/>
                  <a:pt x="23404" y="6362"/>
                  <a:pt x="27217" y="1364"/>
                </a:cubicBezTo>
                <a:cubicBezTo>
                  <a:pt x="28562" y="-406"/>
                  <a:pt x="30816" y="-503"/>
                  <a:pt x="32143" y="1364"/>
                </a:cubicBezTo>
                <a:cubicBezTo>
                  <a:pt x="37257" y="8559"/>
                  <a:pt x="41328" y="17186"/>
                  <a:pt x="45204" y="25510"/>
                </a:cubicBezTo>
                <a:cubicBezTo>
                  <a:pt x="47600" y="30659"/>
                  <a:pt x="49943" y="36022"/>
                  <a:pt x="53275" y="40656"/>
                </a:cubicBezTo>
                <a:cubicBezTo>
                  <a:pt x="56456" y="45076"/>
                  <a:pt x="58291" y="49095"/>
                  <a:pt x="55458" y="54405"/>
                </a:cubicBezTo>
                <a:cubicBezTo>
                  <a:pt x="46041" y="72041"/>
                  <a:pt x="19600" y="73659"/>
                  <a:pt x="4072" y="64606"/>
                </a:cubicBezTo>
                <a:lnTo>
                  <a:pt x="4072" y="64606"/>
                </a:lnTo>
                <a:close/>
              </a:path>
            </a:pathLst>
          </a:custGeom>
          <a:solidFill>
            <a:srgbClr val="191246"/>
          </a:solidFill>
          <a:ln w="8863" cap="flat">
            <a:noFill/>
            <a:prstDash val="solid"/>
            <a:miter/>
          </a:ln>
        </p:spPr>
        <p:txBody>
          <a:bodyPr rtlCol="0" anchor="ctr"/>
          <a:lstStyle/>
          <a:p>
            <a:endParaRPr lang="en-GB">
              <a:solidFill>
                <a:schemeClr val="bg1"/>
              </a:solidFill>
            </a:endParaRPr>
          </a:p>
        </p:txBody>
      </p:sp>
      <p:sp>
        <p:nvSpPr>
          <p:cNvPr id="474" name="Freeform: Shape 167">
            <a:extLst>
              <a:ext uri="{FF2B5EF4-FFF2-40B4-BE49-F238E27FC236}">
                <a16:creationId xmlns:a16="http://schemas.microsoft.com/office/drawing/2014/main" id="{55219AA6-3838-CF62-38BD-8E44CC627300}"/>
              </a:ext>
            </a:extLst>
          </p:cNvPr>
          <p:cNvSpPr/>
          <p:nvPr/>
        </p:nvSpPr>
        <p:spPr>
          <a:xfrm>
            <a:off x="5325836" y="10517316"/>
            <a:ext cx="87269" cy="53555"/>
          </a:xfrm>
          <a:custGeom>
            <a:avLst/>
            <a:gdLst>
              <a:gd name="connsiteX0" fmla="*/ 5340 w 87269"/>
              <a:gd name="connsiteY0" fmla="*/ 52140 h 53555"/>
              <a:gd name="connsiteX1" fmla="*/ 36459 w 87269"/>
              <a:gd name="connsiteY1" fmla="*/ 17020 h 53555"/>
              <a:gd name="connsiteX2" fmla="*/ 63604 w 87269"/>
              <a:gd name="connsiteY2" fmla="*/ 14565 h 53555"/>
              <a:gd name="connsiteX3" fmla="*/ 81395 w 87269"/>
              <a:gd name="connsiteY3" fmla="*/ 30200 h 53555"/>
              <a:gd name="connsiteX4" fmla="*/ 86811 w 87269"/>
              <a:gd name="connsiteY4" fmla="*/ 28768 h 53555"/>
              <a:gd name="connsiteX5" fmla="*/ 73101 w 87269"/>
              <a:gd name="connsiteY5" fmla="*/ 4587 h 53555"/>
              <a:gd name="connsiteX6" fmla="*/ 37430 w 87269"/>
              <a:gd name="connsiteY6" fmla="*/ 3164 h 53555"/>
              <a:gd name="connsiteX7" fmla="*/ 3 w 87269"/>
              <a:gd name="connsiteY7" fmla="*/ 50699 h 53555"/>
              <a:gd name="connsiteX8" fmla="*/ 5340 w 87269"/>
              <a:gd name="connsiteY8" fmla="*/ 52140 h 53555"/>
              <a:gd name="connsiteX9" fmla="*/ 5340 w 87269"/>
              <a:gd name="connsiteY9" fmla="*/ 52140 h 53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269" h="53555">
                <a:moveTo>
                  <a:pt x="5340" y="52140"/>
                </a:moveTo>
                <a:cubicBezTo>
                  <a:pt x="11594" y="37635"/>
                  <a:pt x="21830" y="23797"/>
                  <a:pt x="36459" y="17020"/>
                </a:cubicBezTo>
                <a:cubicBezTo>
                  <a:pt x="44681" y="13213"/>
                  <a:pt x="54873" y="11426"/>
                  <a:pt x="63604" y="14565"/>
                </a:cubicBezTo>
                <a:cubicBezTo>
                  <a:pt x="71506" y="17402"/>
                  <a:pt x="76192" y="24037"/>
                  <a:pt x="81395" y="30200"/>
                </a:cubicBezTo>
                <a:cubicBezTo>
                  <a:pt x="82954" y="32050"/>
                  <a:pt x="86295" y="31027"/>
                  <a:pt x="86811" y="28768"/>
                </a:cubicBezTo>
                <a:cubicBezTo>
                  <a:pt x="89199" y="18345"/>
                  <a:pt x="81894" y="9540"/>
                  <a:pt x="73101" y="4587"/>
                </a:cubicBezTo>
                <a:cubicBezTo>
                  <a:pt x="62339" y="-1470"/>
                  <a:pt x="48735" y="-1087"/>
                  <a:pt x="37430" y="3164"/>
                </a:cubicBezTo>
                <a:cubicBezTo>
                  <a:pt x="17153" y="10785"/>
                  <a:pt x="1117" y="28688"/>
                  <a:pt x="3" y="50699"/>
                </a:cubicBezTo>
                <a:cubicBezTo>
                  <a:pt x="-139" y="53394"/>
                  <a:pt x="4200" y="54781"/>
                  <a:pt x="5340" y="52140"/>
                </a:cubicBezTo>
                <a:lnTo>
                  <a:pt x="5340" y="52140"/>
                </a:ln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475" name="Freeform: Shape 168">
            <a:extLst>
              <a:ext uri="{FF2B5EF4-FFF2-40B4-BE49-F238E27FC236}">
                <a16:creationId xmlns:a16="http://schemas.microsoft.com/office/drawing/2014/main" id="{CDDB73E3-A655-60F1-4332-BDD33A6EB36E}"/>
              </a:ext>
            </a:extLst>
          </p:cNvPr>
          <p:cNvSpPr/>
          <p:nvPr/>
        </p:nvSpPr>
        <p:spPr>
          <a:xfrm>
            <a:off x="5494902" y="10540170"/>
            <a:ext cx="71581" cy="45127"/>
          </a:xfrm>
          <a:custGeom>
            <a:avLst/>
            <a:gdLst>
              <a:gd name="connsiteX0" fmla="*/ 7573 w 71581"/>
              <a:gd name="connsiteY0" fmla="*/ 27810 h 45127"/>
              <a:gd name="connsiteX1" fmla="*/ 41944 w 71581"/>
              <a:gd name="connsiteY1" fmla="*/ 12513 h 45127"/>
              <a:gd name="connsiteX2" fmla="*/ 55601 w 71581"/>
              <a:gd name="connsiteY2" fmla="*/ 24163 h 45127"/>
              <a:gd name="connsiteX3" fmla="*/ 64358 w 71581"/>
              <a:gd name="connsiteY3" fmla="*/ 43560 h 45127"/>
              <a:gd name="connsiteX4" fmla="*/ 70452 w 71581"/>
              <a:gd name="connsiteY4" fmla="*/ 42768 h 45127"/>
              <a:gd name="connsiteX5" fmla="*/ 65365 w 71581"/>
              <a:gd name="connsiteY5" fmla="*/ 17138 h 45127"/>
              <a:gd name="connsiteX6" fmla="*/ 45997 w 71581"/>
              <a:gd name="connsiteY6" fmla="*/ 1423 h 45127"/>
              <a:gd name="connsiteX7" fmla="*/ 1248 w 71581"/>
              <a:gd name="connsiteY7" fmla="*/ 21513 h 45127"/>
              <a:gd name="connsiteX8" fmla="*/ 7573 w 71581"/>
              <a:gd name="connsiteY8" fmla="*/ 27810 h 45127"/>
              <a:gd name="connsiteX9" fmla="*/ 7573 w 71581"/>
              <a:gd name="connsiteY9" fmla="*/ 27810 h 45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581" h="45127">
                <a:moveTo>
                  <a:pt x="7573" y="27810"/>
                </a:moveTo>
                <a:cubicBezTo>
                  <a:pt x="16553" y="19210"/>
                  <a:pt x="28393" y="7951"/>
                  <a:pt x="41944" y="12513"/>
                </a:cubicBezTo>
                <a:cubicBezTo>
                  <a:pt x="47868" y="14505"/>
                  <a:pt x="52412" y="18916"/>
                  <a:pt x="55601" y="24163"/>
                </a:cubicBezTo>
                <a:cubicBezTo>
                  <a:pt x="59289" y="30229"/>
                  <a:pt x="60144" y="37904"/>
                  <a:pt x="64358" y="43560"/>
                </a:cubicBezTo>
                <a:cubicBezTo>
                  <a:pt x="66131" y="45943"/>
                  <a:pt x="69374" y="45552"/>
                  <a:pt x="70452" y="42768"/>
                </a:cubicBezTo>
                <a:cubicBezTo>
                  <a:pt x="73570" y="34711"/>
                  <a:pt x="69695" y="24137"/>
                  <a:pt x="65365" y="17138"/>
                </a:cubicBezTo>
                <a:cubicBezTo>
                  <a:pt x="60937" y="9978"/>
                  <a:pt x="54051" y="4082"/>
                  <a:pt x="45997" y="1423"/>
                </a:cubicBezTo>
                <a:cubicBezTo>
                  <a:pt x="27983" y="-4527"/>
                  <a:pt x="12527" y="9347"/>
                  <a:pt x="1248" y="21513"/>
                </a:cubicBezTo>
                <a:cubicBezTo>
                  <a:pt x="-2636" y="25720"/>
                  <a:pt x="3413" y="31803"/>
                  <a:pt x="7573" y="27810"/>
                </a:cubicBezTo>
                <a:lnTo>
                  <a:pt x="7573" y="27810"/>
                </a:ln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476" name="Freeform: Shape 169">
            <a:extLst>
              <a:ext uri="{FF2B5EF4-FFF2-40B4-BE49-F238E27FC236}">
                <a16:creationId xmlns:a16="http://schemas.microsoft.com/office/drawing/2014/main" id="{0B284BE5-08F1-BBDA-63B3-CF002A4D0340}"/>
              </a:ext>
            </a:extLst>
          </p:cNvPr>
          <p:cNvSpPr/>
          <p:nvPr/>
        </p:nvSpPr>
        <p:spPr>
          <a:xfrm>
            <a:off x="5331798" y="10584043"/>
            <a:ext cx="85138" cy="91668"/>
          </a:xfrm>
          <a:custGeom>
            <a:avLst/>
            <a:gdLst>
              <a:gd name="connsiteX0" fmla="*/ 82515 w 85138"/>
              <a:gd name="connsiteY0" fmla="*/ 31952 h 91668"/>
              <a:gd name="connsiteX1" fmla="*/ 49152 w 85138"/>
              <a:gd name="connsiteY1" fmla="*/ 1955 h 91668"/>
              <a:gd name="connsiteX2" fmla="*/ 47691 w 85138"/>
              <a:gd name="connsiteY2" fmla="*/ 7 h 91668"/>
              <a:gd name="connsiteX3" fmla="*/ 3913 w 85138"/>
              <a:gd name="connsiteY3" fmla="*/ 28964 h 91668"/>
              <a:gd name="connsiteX4" fmla="*/ 15396 w 85138"/>
              <a:gd name="connsiteY4" fmla="*/ 84130 h 91668"/>
              <a:gd name="connsiteX5" fmla="*/ 67317 w 85138"/>
              <a:gd name="connsiteY5" fmla="*/ 82503 h 91668"/>
              <a:gd name="connsiteX6" fmla="*/ 82515 w 85138"/>
              <a:gd name="connsiteY6" fmla="*/ 31952 h 91668"/>
              <a:gd name="connsiteX7" fmla="*/ 45152 w 85138"/>
              <a:gd name="connsiteY7" fmla="*/ 81951 h 91668"/>
              <a:gd name="connsiteX8" fmla="*/ 18968 w 85138"/>
              <a:gd name="connsiteY8" fmla="*/ 74125 h 91668"/>
              <a:gd name="connsiteX9" fmla="*/ 10719 w 85138"/>
              <a:gd name="connsiteY9" fmla="*/ 44741 h 91668"/>
              <a:gd name="connsiteX10" fmla="*/ 35601 w 85138"/>
              <a:gd name="connsiteY10" fmla="*/ 7522 h 91668"/>
              <a:gd name="connsiteX11" fmla="*/ 35949 w 85138"/>
              <a:gd name="connsiteY11" fmla="*/ 7726 h 91668"/>
              <a:gd name="connsiteX12" fmla="*/ 62604 w 85138"/>
              <a:gd name="connsiteY12" fmla="*/ 15428 h 91668"/>
              <a:gd name="connsiteX13" fmla="*/ 77188 w 85138"/>
              <a:gd name="connsiteY13" fmla="*/ 40775 h 91668"/>
              <a:gd name="connsiteX14" fmla="*/ 45152 w 85138"/>
              <a:gd name="connsiteY14" fmla="*/ 81951 h 91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138" h="91668">
                <a:moveTo>
                  <a:pt x="82515" y="31952"/>
                </a:moveTo>
                <a:cubicBezTo>
                  <a:pt x="77731" y="18719"/>
                  <a:pt x="64065" y="5112"/>
                  <a:pt x="49152" y="1955"/>
                </a:cubicBezTo>
                <a:cubicBezTo>
                  <a:pt x="49276" y="1065"/>
                  <a:pt x="48769" y="34"/>
                  <a:pt x="47691" y="7"/>
                </a:cubicBezTo>
                <a:cubicBezTo>
                  <a:pt x="28367" y="-322"/>
                  <a:pt x="11316" y="11017"/>
                  <a:pt x="3913" y="28964"/>
                </a:cubicBezTo>
                <a:cubicBezTo>
                  <a:pt x="-3393" y="46680"/>
                  <a:pt x="-961" y="72000"/>
                  <a:pt x="15396" y="84130"/>
                </a:cubicBezTo>
                <a:cubicBezTo>
                  <a:pt x="30541" y="95363"/>
                  <a:pt x="52591" y="93397"/>
                  <a:pt x="67317" y="82503"/>
                </a:cubicBezTo>
                <a:cubicBezTo>
                  <a:pt x="82899" y="70995"/>
                  <a:pt x="89144" y="50255"/>
                  <a:pt x="82515" y="31952"/>
                </a:cubicBezTo>
                <a:close/>
                <a:moveTo>
                  <a:pt x="45152" y="81951"/>
                </a:moveTo>
                <a:cubicBezTo>
                  <a:pt x="35967" y="83285"/>
                  <a:pt x="25463" y="81142"/>
                  <a:pt x="18968" y="74125"/>
                </a:cubicBezTo>
                <a:cubicBezTo>
                  <a:pt x="12037" y="66637"/>
                  <a:pt x="9971" y="54568"/>
                  <a:pt x="10719" y="44741"/>
                </a:cubicBezTo>
                <a:cubicBezTo>
                  <a:pt x="11948" y="28635"/>
                  <a:pt x="21677" y="14681"/>
                  <a:pt x="35601" y="7522"/>
                </a:cubicBezTo>
                <a:cubicBezTo>
                  <a:pt x="35744" y="7566"/>
                  <a:pt x="35788" y="7709"/>
                  <a:pt x="35949" y="7726"/>
                </a:cubicBezTo>
                <a:cubicBezTo>
                  <a:pt x="45668" y="9096"/>
                  <a:pt x="54221" y="9541"/>
                  <a:pt x="62604" y="15428"/>
                </a:cubicBezTo>
                <a:cubicBezTo>
                  <a:pt x="71174" y="21440"/>
                  <a:pt x="76181" y="30396"/>
                  <a:pt x="77188" y="40775"/>
                </a:cubicBezTo>
                <a:cubicBezTo>
                  <a:pt x="79121" y="60651"/>
                  <a:pt x="65001" y="79061"/>
                  <a:pt x="45152" y="81951"/>
                </a:cubicBez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477" name="Freeform: Shape 170">
            <a:extLst>
              <a:ext uri="{FF2B5EF4-FFF2-40B4-BE49-F238E27FC236}">
                <a16:creationId xmlns:a16="http://schemas.microsoft.com/office/drawing/2014/main" id="{16FC0EA5-B17F-A6FD-47FF-5EB9CA817EC8}"/>
              </a:ext>
            </a:extLst>
          </p:cNvPr>
          <p:cNvSpPr/>
          <p:nvPr/>
        </p:nvSpPr>
        <p:spPr>
          <a:xfrm>
            <a:off x="5378032" y="10624656"/>
            <a:ext cx="20096" cy="24829"/>
          </a:xfrm>
          <a:custGeom>
            <a:avLst/>
            <a:gdLst>
              <a:gd name="connsiteX0" fmla="*/ 11987 w 20096"/>
              <a:gd name="connsiteY0" fmla="*/ 144 h 24829"/>
              <a:gd name="connsiteX1" fmla="*/ 691 w 20096"/>
              <a:gd name="connsiteY1" fmla="*/ 7739 h 24829"/>
              <a:gd name="connsiteX2" fmla="*/ 869 w 20096"/>
              <a:gd name="connsiteY2" fmla="*/ 18126 h 24829"/>
              <a:gd name="connsiteX3" fmla="*/ 16201 w 20096"/>
              <a:gd name="connsiteY3" fmla="*/ 22164 h 24829"/>
              <a:gd name="connsiteX4" fmla="*/ 19524 w 20096"/>
              <a:gd name="connsiteY4" fmla="*/ 8513 h 24829"/>
              <a:gd name="connsiteX5" fmla="*/ 16842 w 20096"/>
              <a:gd name="connsiteY5" fmla="*/ 4128 h 24829"/>
              <a:gd name="connsiteX6" fmla="*/ 15836 w 20096"/>
              <a:gd name="connsiteY6" fmla="*/ 2794 h 24829"/>
              <a:gd name="connsiteX7" fmla="*/ 11987 w 20096"/>
              <a:gd name="connsiteY7" fmla="*/ 144 h 24829"/>
              <a:gd name="connsiteX8" fmla="*/ 11987 w 20096"/>
              <a:gd name="connsiteY8" fmla="*/ 144 h 2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96" h="24829">
                <a:moveTo>
                  <a:pt x="11987" y="144"/>
                </a:moveTo>
                <a:cubicBezTo>
                  <a:pt x="6535" y="-737"/>
                  <a:pt x="2196" y="2501"/>
                  <a:pt x="691" y="7739"/>
                </a:cubicBezTo>
                <a:cubicBezTo>
                  <a:pt x="-254" y="11012"/>
                  <a:pt x="-263" y="14898"/>
                  <a:pt x="869" y="18126"/>
                </a:cubicBezTo>
                <a:cubicBezTo>
                  <a:pt x="3096" y="24494"/>
                  <a:pt x="11069" y="27304"/>
                  <a:pt x="16201" y="22164"/>
                </a:cubicBezTo>
                <a:cubicBezTo>
                  <a:pt x="19854" y="18500"/>
                  <a:pt x="20878" y="13413"/>
                  <a:pt x="19524" y="8513"/>
                </a:cubicBezTo>
                <a:cubicBezTo>
                  <a:pt x="19034" y="6752"/>
                  <a:pt x="18081" y="5267"/>
                  <a:pt x="16842" y="4128"/>
                </a:cubicBezTo>
                <a:cubicBezTo>
                  <a:pt x="16709" y="4004"/>
                  <a:pt x="15889" y="2883"/>
                  <a:pt x="15836" y="2794"/>
                </a:cubicBezTo>
                <a:cubicBezTo>
                  <a:pt x="14900" y="1425"/>
                  <a:pt x="13617" y="402"/>
                  <a:pt x="11987" y="144"/>
                </a:cubicBezTo>
                <a:lnTo>
                  <a:pt x="11987" y="144"/>
                </a:ln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478" name="Freeform: Shape 171">
            <a:extLst>
              <a:ext uri="{FF2B5EF4-FFF2-40B4-BE49-F238E27FC236}">
                <a16:creationId xmlns:a16="http://schemas.microsoft.com/office/drawing/2014/main" id="{E7EC3FC5-2A35-62A9-2A2F-F27E507FE704}"/>
              </a:ext>
            </a:extLst>
          </p:cNvPr>
          <p:cNvSpPr/>
          <p:nvPr/>
        </p:nvSpPr>
        <p:spPr>
          <a:xfrm>
            <a:off x="5492722" y="10584054"/>
            <a:ext cx="81486" cy="91615"/>
          </a:xfrm>
          <a:custGeom>
            <a:avLst/>
            <a:gdLst>
              <a:gd name="connsiteX0" fmla="*/ 79251 w 81486"/>
              <a:gd name="connsiteY0" fmla="*/ 32911 h 91615"/>
              <a:gd name="connsiteX1" fmla="*/ 47135 w 81486"/>
              <a:gd name="connsiteY1" fmla="*/ 1953 h 91615"/>
              <a:gd name="connsiteX2" fmla="*/ 45674 w 81486"/>
              <a:gd name="connsiteY2" fmla="*/ 5 h 91615"/>
              <a:gd name="connsiteX3" fmla="*/ 4052 w 81486"/>
              <a:gd name="connsiteY3" fmla="*/ 28366 h 91615"/>
              <a:gd name="connsiteX4" fmla="*/ 12996 w 81486"/>
              <a:gd name="connsiteY4" fmla="*/ 82652 h 91615"/>
              <a:gd name="connsiteX5" fmla="*/ 64819 w 81486"/>
              <a:gd name="connsiteY5" fmla="*/ 82234 h 91615"/>
              <a:gd name="connsiteX6" fmla="*/ 79251 w 81486"/>
              <a:gd name="connsiteY6" fmla="*/ 32911 h 91615"/>
              <a:gd name="connsiteX7" fmla="*/ 42458 w 81486"/>
              <a:gd name="connsiteY7" fmla="*/ 82003 h 91615"/>
              <a:gd name="connsiteX8" fmla="*/ 16373 w 81486"/>
              <a:gd name="connsiteY8" fmla="*/ 71135 h 91615"/>
              <a:gd name="connsiteX9" fmla="*/ 10840 w 81486"/>
              <a:gd name="connsiteY9" fmla="*/ 43663 h 91615"/>
              <a:gd name="connsiteX10" fmla="*/ 34128 w 81486"/>
              <a:gd name="connsiteY10" fmla="*/ 7520 h 91615"/>
              <a:gd name="connsiteX11" fmla="*/ 34458 w 81486"/>
              <a:gd name="connsiteY11" fmla="*/ 7716 h 91615"/>
              <a:gd name="connsiteX12" fmla="*/ 59180 w 81486"/>
              <a:gd name="connsiteY12" fmla="*/ 14991 h 91615"/>
              <a:gd name="connsiteX13" fmla="*/ 73559 w 81486"/>
              <a:gd name="connsiteY13" fmla="*/ 40755 h 91615"/>
              <a:gd name="connsiteX14" fmla="*/ 42458 w 81486"/>
              <a:gd name="connsiteY14" fmla="*/ 82003 h 91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486" h="91615">
                <a:moveTo>
                  <a:pt x="79251" y="32911"/>
                </a:moveTo>
                <a:cubicBezTo>
                  <a:pt x="74957" y="19686"/>
                  <a:pt x="61906" y="5190"/>
                  <a:pt x="47135" y="1953"/>
                </a:cubicBezTo>
                <a:cubicBezTo>
                  <a:pt x="47260" y="1063"/>
                  <a:pt x="46752" y="23"/>
                  <a:pt x="45674" y="5"/>
                </a:cubicBezTo>
                <a:cubicBezTo>
                  <a:pt x="26992" y="-279"/>
                  <a:pt x="11134" y="11202"/>
                  <a:pt x="4052" y="28366"/>
                </a:cubicBezTo>
                <a:cubicBezTo>
                  <a:pt x="-2933" y="45291"/>
                  <a:pt x="-1463" y="69774"/>
                  <a:pt x="12996" y="82652"/>
                </a:cubicBezTo>
                <a:cubicBezTo>
                  <a:pt x="27544" y="95610"/>
                  <a:pt x="50102" y="93680"/>
                  <a:pt x="64819" y="82234"/>
                </a:cubicBezTo>
                <a:cubicBezTo>
                  <a:pt x="79554" y="70779"/>
                  <a:pt x="84971" y="50538"/>
                  <a:pt x="79251" y="32911"/>
                </a:cubicBezTo>
                <a:close/>
                <a:moveTo>
                  <a:pt x="42458" y="82003"/>
                </a:moveTo>
                <a:cubicBezTo>
                  <a:pt x="32489" y="83292"/>
                  <a:pt x="21878" y="79966"/>
                  <a:pt x="16373" y="71135"/>
                </a:cubicBezTo>
                <a:cubicBezTo>
                  <a:pt x="11446" y="63220"/>
                  <a:pt x="9967" y="52797"/>
                  <a:pt x="10840" y="43663"/>
                </a:cubicBezTo>
                <a:cubicBezTo>
                  <a:pt x="12292" y="28446"/>
                  <a:pt x="20996" y="14653"/>
                  <a:pt x="34128" y="7520"/>
                </a:cubicBezTo>
                <a:cubicBezTo>
                  <a:pt x="34262" y="7556"/>
                  <a:pt x="34306" y="7698"/>
                  <a:pt x="34458" y="7716"/>
                </a:cubicBezTo>
                <a:cubicBezTo>
                  <a:pt x="43527" y="9023"/>
                  <a:pt x="51385" y="9441"/>
                  <a:pt x="59180" y="14991"/>
                </a:cubicBezTo>
                <a:cubicBezTo>
                  <a:pt x="67786" y="21118"/>
                  <a:pt x="72641" y="30314"/>
                  <a:pt x="73559" y="40755"/>
                </a:cubicBezTo>
                <a:cubicBezTo>
                  <a:pt x="75278" y="60134"/>
                  <a:pt x="62396" y="79424"/>
                  <a:pt x="42458" y="82003"/>
                </a:cubicBez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479" name="Freeform: Shape 172">
            <a:extLst>
              <a:ext uri="{FF2B5EF4-FFF2-40B4-BE49-F238E27FC236}">
                <a16:creationId xmlns:a16="http://schemas.microsoft.com/office/drawing/2014/main" id="{79CB8849-C70E-BEFD-AFEE-50A39CAAE0D5}"/>
              </a:ext>
            </a:extLst>
          </p:cNvPr>
          <p:cNvSpPr/>
          <p:nvPr/>
        </p:nvSpPr>
        <p:spPr>
          <a:xfrm>
            <a:off x="5527044" y="10625106"/>
            <a:ext cx="23057" cy="23854"/>
          </a:xfrm>
          <a:custGeom>
            <a:avLst/>
            <a:gdLst>
              <a:gd name="connsiteX0" fmla="*/ 3824 w 23057"/>
              <a:gd name="connsiteY0" fmla="*/ 3322 h 23854"/>
              <a:gd name="connsiteX1" fmla="*/ 1017 w 23057"/>
              <a:gd name="connsiteY1" fmla="*/ 16831 h 23854"/>
              <a:gd name="connsiteX2" fmla="*/ 13294 w 23057"/>
              <a:gd name="connsiteY2" fmla="*/ 23670 h 23854"/>
              <a:gd name="connsiteX3" fmla="*/ 23031 w 23057"/>
              <a:gd name="connsiteY3" fmla="*/ 12713 h 23854"/>
              <a:gd name="connsiteX4" fmla="*/ 22907 w 23057"/>
              <a:gd name="connsiteY4" fmla="*/ 11068 h 23854"/>
              <a:gd name="connsiteX5" fmla="*/ 16234 w 23057"/>
              <a:gd name="connsiteY5" fmla="*/ 1267 h 23854"/>
              <a:gd name="connsiteX6" fmla="*/ 3824 w 23057"/>
              <a:gd name="connsiteY6" fmla="*/ 3322 h 23854"/>
              <a:gd name="connsiteX7" fmla="*/ 3824 w 23057"/>
              <a:gd name="connsiteY7" fmla="*/ 3322 h 23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57" h="23854">
                <a:moveTo>
                  <a:pt x="3824" y="3322"/>
                </a:moveTo>
                <a:cubicBezTo>
                  <a:pt x="599" y="6701"/>
                  <a:pt x="-1281" y="12447"/>
                  <a:pt x="1017" y="16831"/>
                </a:cubicBezTo>
                <a:cubicBezTo>
                  <a:pt x="3601" y="22710"/>
                  <a:pt x="8670" y="24479"/>
                  <a:pt x="13294" y="23670"/>
                </a:cubicBezTo>
                <a:cubicBezTo>
                  <a:pt x="18675" y="22718"/>
                  <a:pt x="23459" y="18272"/>
                  <a:pt x="23031" y="12713"/>
                </a:cubicBezTo>
                <a:cubicBezTo>
                  <a:pt x="23022" y="12624"/>
                  <a:pt x="23067" y="13798"/>
                  <a:pt x="22907" y="11068"/>
                </a:cubicBezTo>
                <a:cubicBezTo>
                  <a:pt x="22666" y="6986"/>
                  <a:pt x="19895" y="3171"/>
                  <a:pt x="16234" y="1267"/>
                </a:cubicBezTo>
                <a:cubicBezTo>
                  <a:pt x="12448" y="-707"/>
                  <a:pt x="7699" y="-627"/>
                  <a:pt x="3824" y="3322"/>
                </a:cubicBezTo>
                <a:lnTo>
                  <a:pt x="3824" y="3322"/>
                </a:ln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480" name="Freeform: Shape 173">
            <a:extLst>
              <a:ext uri="{FF2B5EF4-FFF2-40B4-BE49-F238E27FC236}">
                <a16:creationId xmlns:a16="http://schemas.microsoft.com/office/drawing/2014/main" id="{B0D89790-ABD6-861D-4129-F7E5C5C58A99}"/>
              </a:ext>
            </a:extLst>
          </p:cNvPr>
          <p:cNvSpPr/>
          <p:nvPr/>
        </p:nvSpPr>
        <p:spPr>
          <a:xfrm>
            <a:off x="5446241" y="10760764"/>
            <a:ext cx="40335" cy="55585"/>
          </a:xfrm>
          <a:custGeom>
            <a:avLst/>
            <a:gdLst>
              <a:gd name="connsiteX0" fmla="*/ 40190 w 40335"/>
              <a:gd name="connsiteY0" fmla="*/ 6420 h 55585"/>
              <a:gd name="connsiteX1" fmla="*/ 14888 w 40335"/>
              <a:gd name="connsiteY1" fmla="*/ 9124 h 55585"/>
              <a:gd name="connsiteX2" fmla="*/ 403 w 40335"/>
              <a:gd name="connsiteY2" fmla="*/ 42101 h 55585"/>
              <a:gd name="connsiteX3" fmla="*/ 24225 w 40335"/>
              <a:gd name="connsiteY3" fmla="*/ 52995 h 55585"/>
              <a:gd name="connsiteX4" fmla="*/ 31771 w 40335"/>
              <a:gd name="connsiteY4" fmla="*/ 34932 h 55585"/>
              <a:gd name="connsiteX5" fmla="*/ 32804 w 40335"/>
              <a:gd name="connsiteY5" fmla="*/ 13713 h 55585"/>
              <a:gd name="connsiteX6" fmla="*/ 31307 w 40335"/>
              <a:gd name="connsiteY6" fmla="*/ 12041 h 55585"/>
              <a:gd name="connsiteX7" fmla="*/ 37668 w 40335"/>
              <a:gd name="connsiteY7" fmla="*/ 10858 h 55585"/>
              <a:gd name="connsiteX8" fmla="*/ 40190 w 40335"/>
              <a:gd name="connsiteY8" fmla="*/ 6420 h 55585"/>
              <a:gd name="connsiteX9" fmla="*/ 16394 w 40335"/>
              <a:gd name="connsiteY9" fmla="*/ 41434 h 55585"/>
              <a:gd name="connsiteX10" fmla="*/ 13997 w 40335"/>
              <a:gd name="connsiteY10" fmla="*/ 35030 h 55585"/>
              <a:gd name="connsiteX11" fmla="*/ 19467 w 40335"/>
              <a:gd name="connsiteY11" fmla="*/ 23371 h 55585"/>
              <a:gd name="connsiteX12" fmla="*/ 18202 w 40335"/>
              <a:gd name="connsiteY12" fmla="*/ 31188 h 55585"/>
              <a:gd name="connsiteX13" fmla="*/ 16394 w 40335"/>
              <a:gd name="connsiteY13" fmla="*/ 41434 h 5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335" h="55585">
                <a:moveTo>
                  <a:pt x="40190" y="6420"/>
                </a:moveTo>
                <a:cubicBezTo>
                  <a:pt x="36234" y="-6511"/>
                  <a:pt x="20519" y="3103"/>
                  <a:pt x="14888" y="9124"/>
                </a:cubicBezTo>
                <a:cubicBezTo>
                  <a:pt x="7102" y="17439"/>
                  <a:pt x="-2038" y="30005"/>
                  <a:pt x="403" y="42101"/>
                </a:cubicBezTo>
                <a:cubicBezTo>
                  <a:pt x="2452" y="52284"/>
                  <a:pt x="15040" y="59754"/>
                  <a:pt x="24225" y="52995"/>
                </a:cubicBezTo>
                <a:cubicBezTo>
                  <a:pt x="29953" y="48780"/>
                  <a:pt x="30577" y="41398"/>
                  <a:pt x="31771" y="34932"/>
                </a:cubicBezTo>
                <a:cubicBezTo>
                  <a:pt x="33071" y="27907"/>
                  <a:pt x="36056" y="20392"/>
                  <a:pt x="32804" y="13713"/>
                </a:cubicBezTo>
                <a:cubicBezTo>
                  <a:pt x="32448" y="12974"/>
                  <a:pt x="31904" y="12459"/>
                  <a:pt x="31307" y="12041"/>
                </a:cubicBezTo>
                <a:cubicBezTo>
                  <a:pt x="33401" y="11569"/>
                  <a:pt x="35637" y="11525"/>
                  <a:pt x="37668" y="10858"/>
                </a:cubicBezTo>
                <a:cubicBezTo>
                  <a:pt x="39477" y="10271"/>
                  <a:pt x="40786" y="8368"/>
                  <a:pt x="40190" y="6420"/>
                </a:cubicBezTo>
                <a:close/>
                <a:moveTo>
                  <a:pt x="16394" y="41434"/>
                </a:moveTo>
                <a:cubicBezTo>
                  <a:pt x="13686" y="42981"/>
                  <a:pt x="13926" y="35404"/>
                  <a:pt x="13997" y="35030"/>
                </a:cubicBezTo>
                <a:cubicBezTo>
                  <a:pt x="14790" y="31019"/>
                  <a:pt x="16991" y="26991"/>
                  <a:pt x="19467" y="23371"/>
                </a:cubicBezTo>
                <a:cubicBezTo>
                  <a:pt x="19004" y="26030"/>
                  <a:pt x="18666" y="28725"/>
                  <a:pt x="18202" y="31188"/>
                </a:cubicBezTo>
                <a:cubicBezTo>
                  <a:pt x="18042" y="31971"/>
                  <a:pt x="17196" y="40980"/>
                  <a:pt x="16394" y="41434"/>
                </a:cubicBez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481" name="Rounded Rectangle 10">
            <a:extLst>
              <a:ext uri="{FF2B5EF4-FFF2-40B4-BE49-F238E27FC236}">
                <a16:creationId xmlns:a16="http://schemas.microsoft.com/office/drawing/2014/main" id="{B87711AC-057B-82C8-7C0A-FCDFE14E89C2}"/>
              </a:ext>
            </a:extLst>
          </p:cNvPr>
          <p:cNvSpPr/>
          <p:nvPr/>
        </p:nvSpPr>
        <p:spPr>
          <a:xfrm>
            <a:off x="6310905" y="10655857"/>
            <a:ext cx="1336313" cy="1229408"/>
          </a:xfrm>
          <a:prstGeom prst="roundRect">
            <a:avLst/>
          </a:prstGeom>
          <a:solidFill>
            <a:schemeClr val="bg1">
              <a:alpha val="10000"/>
            </a:schemeClr>
          </a:solidFill>
          <a:ln w="6350" cap="rnd">
            <a:solidFill>
              <a:schemeClr val="bg1">
                <a:alpha val="5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LT" sz="1000" spc="30">
              <a:solidFill>
                <a:schemeClr val="bg1"/>
              </a:solidFill>
              <a:cs typeface="Poppins SemiBold" panose="00000700000000000000" pitchFamily="2" charset="0"/>
            </a:endParaRPr>
          </a:p>
        </p:txBody>
      </p:sp>
      <p:sp>
        <p:nvSpPr>
          <p:cNvPr id="482" name="TextBox 481">
            <a:extLst>
              <a:ext uri="{FF2B5EF4-FFF2-40B4-BE49-F238E27FC236}">
                <a16:creationId xmlns:a16="http://schemas.microsoft.com/office/drawing/2014/main" id="{8FA96AED-4A64-48C8-12C6-A3B78F7B6A3C}"/>
              </a:ext>
            </a:extLst>
          </p:cNvPr>
          <p:cNvSpPr txBox="1"/>
          <p:nvPr/>
        </p:nvSpPr>
        <p:spPr>
          <a:xfrm>
            <a:off x="6592167" y="12097759"/>
            <a:ext cx="804195" cy="275717"/>
          </a:xfrm>
          <a:prstGeom prst="rect">
            <a:avLst/>
          </a:prstGeom>
          <a:noFill/>
        </p:spPr>
        <p:txBody>
          <a:bodyPr wrap="none" rtlCol="0">
            <a:spAutoFit/>
          </a:bodyPr>
          <a:lstStyle/>
          <a:p>
            <a:pPr algn="ctr">
              <a:lnSpc>
                <a:spcPct val="70000"/>
              </a:lnSpc>
            </a:pPr>
            <a:r>
              <a:rPr lang="en-US" sz="1600" dirty="0">
                <a:solidFill>
                  <a:schemeClr val="bg1"/>
                </a:solidFill>
                <a:latin typeface="+mj-lt"/>
              </a:rPr>
              <a:t>Devang</a:t>
            </a:r>
            <a:endParaRPr lang="en-GB" sz="1600" dirty="0">
              <a:solidFill>
                <a:schemeClr val="bg1"/>
              </a:solidFill>
              <a:latin typeface="+mj-lt"/>
            </a:endParaRPr>
          </a:p>
        </p:txBody>
      </p:sp>
      <p:sp>
        <p:nvSpPr>
          <p:cNvPr id="483" name="Freeform: Shape 178">
            <a:extLst>
              <a:ext uri="{FF2B5EF4-FFF2-40B4-BE49-F238E27FC236}">
                <a16:creationId xmlns:a16="http://schemas.microsoft.com/office/drawing/2014/main" id="{918B5E3C-C1A1-44E8-D0A0-ECF3836C27C7}"/>
              </a:ext>
            </a:extLst>
          </p:cNvPr>
          <p:cNvSpPr/>
          <p:nvPr/>
        </p:nvSpPr>
        <p:spPr>
          <a:xfrm>
            <a:off x="6447035" y="10801701"/>
            <a:ext cx="1093374" cy="1055352"/>
          </a:xfrm>
          <a:custGeom>
            <a:avLst/>
            <a:gdLst>
              <a:gd name="connsiteX0" fmla="*/ 1075377 w 1093374"/>
              <a:gd name="connsiteY0" fmla="*/ 942833 h 1055352"/>
              <a:gd name="connsiteX1" fmla="*/ 1066286 w 1093374"/>
              <a:gd name="connsiteY1" fmla="*/ 867022 h 1055352"/>
              <a:gd name="connsiteX2" fmla="*/ 1066286 w 1093374"/>
              <a:gd name="connsiteY2" fmla="*/ 865744 h 1055352"/>
              <a:gd name="connsiteX3" fmla="*/ 1059766 w 1093374"/>
              <a:gd name="connsiteY3" fmla="*/ 780068 h 1055352"/>
              <a:gd name="connsiteX4" fmla="*/ 1040480 w 1093374"/>
              <a:gd name="connsiteY4" fmla="*/ 641234 h 1055352"/>
              <a:gd name="connsiteX5" fmla="*/ 996307 w 1093374"/>
              <a:gd name="connsiteY5" fmla="*/ 414989 h 1055352"/>
              <a:gd name="connsiteX6" fmla="*/ 939462 w 1093374"/>
              <a:gd name="connsiteY6" fmla="*/ 285838 h 1055352"/>
              <a:gd name="connsiteX7" fmla="*/ 822557 w 1093374"/>
              <a:gd name="connsiteY7" fmla="*/ 193768 h 1055352"/>
              <a:gd name="connsiteX8" fmla="*/ 747894 w 1093374"/>
              <a:gd name="connsiteY8" fmla="*/ 164815 h 1055352"/>
              <a:gd name="connsiteX9" fmla="*/ 716120 w 1093374"/>
              <a:gd name="connsiteY9" fmla="*/ 59593 h 1055352"/>
              <a:gd name="connsiteX10" fmla="*/ 701887 w 1093374"/>
              <a:gd name="connsiteY10" fmla="*/ 25796 h 1055352"/>
              <a:gd name="connsiteX11" fmla="*/ 527126 w 1093374"/>
              <a:gd name="connsiteY11" fmla="*/ 23329 h 1055352"/>
              <a:gd name="connsiteX12" fmla="*/ 515922 w 1093374"/>
              <a:gd name="connsiteY12" fmla="*/ 37944 h 1055352"/>
              <a:gd name="connsiteX13" fmla="*/ 512063 w 1093374"/>
              <a:gd name="connsiteY13" fmla="*/ 62331 h 1055352"/>
              <a:gd name="connsiteX14" fmla="*/ 344925 w 1093374"/>
              <a:gd name="connsiteY14" fmla="*/ 171391 h 1055352"/>
              <a:gd name="connsiteX15" fmla="*/ 22677 w 1093374"/>
              <a:gd name="connsiteY15" fmla="*/ 575197 h 1055352"/>
              <a:gd name="connsiteX16" fmla="*/ 14045 w 1093374"/>
              <a:gd name="connsiteY16" fmla="*/ 638128 h 1055352"/>
              <a:gd name="connsiteX17" fmla="*/ 3944 w 1093374"/>
              <a:gd name="connsiteY17" fmla="*/ 816786 h 1055352"/>
              <a:gd name="connsiteX18" fmla="*/ 26903 w 1093374"/>
              <a:gd name="connsiteY18" fmla="*/ 1058832 h 1055352"/>
              <a:gd name="connsiteX19" fmla="*/ 1093836 w 1093374"/>
              <a:gd name="connsiteY19" fmla="*/ 1058466 h 1055352"/>
              <a:gd name="connsiteX20" fmla="*/ 1097049 w 1093374"/>
              <a:gd name="connsiteY20" fmla="*/ 1054631 h 1055352"/>
              <a:gd name="connsiteX21" fmla="*/ 1075377 w 1093374"/>
              <a:gd name="connsiteY21" fmla="*/ 942833 h 105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93374" h="1055352">
                <a:moveTo>
                  <a:pt x="1075377" y="942833"/>
                </a:moveTo>
                <a:cubicBezTo>
                  <a:pt x="1072346" y="927397"/>
                  <a:pt x="1066378" y="878256"/>
                  <a:pt x="1066286" y="867022"/>
                </a:cubicBezTo>
                <a:lnTo>
                  <a:pt x="1066286" y="865744"/>
                </a:lnTo>
                <a:cubicBezTo>
                  <a:pt x="1066194" y="846196"/>
                  <a:pt x="1063990" y="817334"/>
                  <a:pt x="1059766" y="780068"/>
                </a:cubicBezTo>
                <a:cubicBezTo>
                  <a:pt x="1055450" y="742801"/>
                  <a:pt x="1049020" y="696128"/>
                  <a:pt x="1040480" y="641234"/>
                </a:cubicBezTo>
                <a:cubicBezTo>
                  <a:pt x="1040480" y="641234"/>
                  <a:pt x="1000899" y="431339"/>
                  <a:pt x="996307" y="414989"/>
                </a:cubicBezTo>
                <a:cubicBezTo>
                  <a:pt x="981707" y="374161"/>
                  <a:pt x="960492" y="328583"/>
                  <a:pt x="939462" y="285838"/>
                </a:cubicBezTo>
                <a:cubicBezTo>
                  <a:pt x="910259" y="219069"/>
                  <a:pt x="884361" y="212767"/>
                  <a:pt x="822557" y="193768"/>
                </a:cubicBezTo>
                <a:cubicBezTo>
                  <a:pt x="791058" y="190113"/>
                  <a:pt x="763048" y="191850"/>
                  <a:pt x="747894" y="164815"/>
                </a:cubicBezTo>
                <a:cubicBezTo>
                  <a:pt x="730814" y="137230"/>
                  <a:pt x="721722" y="88912"/>
                  <a:pt x="716120" y="59593"/>
                </a:cubicBezTo>
                <a:cubicBezTo>
                  <a:pt x="711252" y="42054"/>
                  <a:pt x="715936" y="35112"/>
                  <a:pt x="701887" y="25796"/>
                </a:cubicBezTo>
                <a:cubicBezTo>
                  <a:pt x="649723" y="-3066"/>
                  <a:pt x="580022" y="-3981"/>
                  <a:pt x="527126" y="23329"/>
                </a:cubicBezTo>
                <a:cubicBezTo>
                  <a:pt x="520787" y="27167"/>
                  <a:pt x="516288" y="32463"/>
                  <a:pt x="515922" y="37944"/>
                </a:cubicBezTo>
                <a:cubicBezTo>
                  <a:pt x="515371" y="47353"/>
                  <a:pt x="512063" y="62331"/>
                  <a:pt x="512063" y="62331"/>
                </a:cubicBezTo>
                <a:cubicBezTo>
                  <a:pt x="494248" y="165727"/>
                  <a:pt x="436668" y="150565"/>
                  <a:pt x="344925" y="171391"/>
                </a:cubicBezTo>
                <a:cubicBezTo>
                  <a:pt x="141696" y="245007"/>
                  <a:pt x="49862" y="475182"/>
                  <a:pt x="22677" y="575197"/>
                </a:cubicBezTo>
                <a:lnTo>
                  <a:pt x="14045" y="638128"/>
                </a:lnTo>
                <a:cubicBezTo>
                  <a:pt x="14045" y="638128"/>
                  <a:pt x="2106" y="735496"/>
                  <a:pt x="3944" y="816786"/>
                </a:cubicBezTo>
                <a:cubicBezTo>
                  <a:pt x="5781" y="898076"/>
                  <a:pt x="26903" y="1058832"/>
                  <a:pt x="26903" y="1058832"/>
                </a:cubicBezTo>
                <a:lnTo>
                  <a:pt x="1093836" y="1058466"/>
                </a:lnTo>
                <a:cubicBezTo>
                  <a:pt x="1095856" y="1058466"/>
                  <a:pt x="1097509" y="1056640"/>
                  <a:pt x="1097049" y="1054631"/>
                </a:cubicBezTo>
                <a:cubicBezTo>
                  <a:pt x="1093744" y="1037732"/>
                  <a:pt x="1080613" y="969777"/>
                  <a:pt x="1075377" y="942833"/>
                </a:cubicBezTo>
                <a:close/>
              </a:path>
            </a:pathLst>
          </a:custGeom>
          <a:solidFill>
            <a:srgbClr val="FFFFFF"/>
          </a:solidFill>
          <a:ln w="9164" cap="flat">
            <a:noFill/>
            <a:prstDash val="solid"/>
            <a:miter/>
          </a:ln>
        </p:spPr>
        <p:txBody>
          <a:bodyPr rtlCol="0" anchor="ctr"/>
          <a:lstStyle/>
          <a:p>
            <a:endParaRPr lang="en-GB">
              <a:solidFill>
                <a:schemeClr val="bg1"/>
              </a:solidFill>
            </a:endParaRPr>
          </a:p>
        </p:txBody>
      </p:sp>
      <p:sp>
        <p:nvSpPr>
          <p:cNvPr id="484" name="Freeform: Shape 179">
            <a:extLst>
              <a:ext uri="{FF2B5EF4-FFF2-40B4-BE49-F238E27FC236}">
                <a16:creationId xmlns:a16="http://schemas.microsoft.com/office/drawing/2014/main" id="{35473924-4711-65FE-ED22-93C9793DBD3D}"/>
              </a:ext>
            </a:extLst>
          </p:cNvPr>
          <p:cNvSpPr/>
          <p:nvPr/>
        </p:nvSpPr>
        <p:spPr>
          <a:xfrm>
            <a:off x="6433085" y="10845943"/>
            <a:ext cx="1119708" cy="1039155"/>
          </a:xfrm>
          <a:custGeom>
            <a:avLst/>
            <a:gdLst>
              <a:gd name="connsiteX0" fmla="*/ 235672 w 1119708"/>
              <a:gd name="connsiteY0" fmla="*/ 1042634 h 1039155"/>
              <a:gd name="connsiteX1" fmla="*/ 213356 w 1119708"/>
              <a:gd name="connsiteY1" fmla="*/ 942619 h 1039155"/>
              <a:gd name="connsiteX2" fmla="*/ 219968 w 1119708"/>
              <a:gd name="connsiteY2" fmla="*/ 655178 h 1039155"/>
              <a:gd name="connsiteX3" fmla="*/ 219051 w 1119708"/>
              <a:gd name="connsiteY3" fmla="*/ 605856 h 1039155"/>
              <a:gd name="connsiteX4" fmla="*/ 35840 w 1119708"/>
              <a:gd name="connsiteY4" fmla="*/ 551325 h 1039155"/>
              <a:gd name="connsiteX5" fmla="*/ 51911 w 1119708"/>
              <a:gd name="connsiteY5" fmla="*/ 1021171 h 1039155"/>
              <a:gd name="connsiteX6" fmla="*/ 25647 w 1119708"/>
              <a:gd name="connsiteY6" fmla="*/ 1024732 h 1039155"/>
              <a:gd name="connsiteX7" fmla="*/ 4249 w 1119708"/>
              <a:gd name="connsiteY7" fmla="*/ 819495 h 1039155"/>
              <a:gd name="connsiteX8" fmla="*/ 30790 w 1119708"/>
              <a:gd name="connsiteY8" fmla="*/ 547033 h 1039155"/>
              <a:gd name="connsiteX9" fmla="*/ 24176 w 1119708"/>
              <a:gd name="connsiteY9" fmla="*/ 540000 h 1039155"/>
              <a:gd name="connsiteX10" fmla="*/ 32443 w 1119708"/>
              <a:gd name="connsiteY10" fmla="*/ 462362 h 1039155"/>
              <a:gd name="connsiteX11" fmla="*/ 396198 w 1119708"/>
              <a:gd name="connsiteY11" fmla="*/ 120118 h 1039155"/>
              <a:gd name="connsiteX12" fmla="*/ 423107 w 1119708"/>
              <a:gd name="connsiteY12" fmla="*/ 122950 h 1039155"/>
              <a:gd name="connsiteX13" fmla="*/ 425127 w 1119708"/>
              <a:gd name="connsiteY13" fmla="*/ 124411 h 1039155"/>
              <a:gd name="connsiteX14" fmla="*/ 430728 w 1119708"/>
              <a:gd name="connsiteY14" fmla="*/ 140303 h 1039155"/>
              <a:gd name="connsiteX15" fmla="*/ 490972 w 1119708"/>
              <a:gd name="connsiteY15" fmla="*/ 219038 h 1039155"/>
              <a:gd name="connsiteX16" fmla="*/ 769231 w 1119708"/>
              <a:gd name="connsiteY16" fmla="*/ 161586 h 1039155"/>
              <a:gd name="connsiteX17" fmla="*/ 768128 w 1119708"/>
              <a:gd name="connsiteY17" fmla="*/ 160491 h 1039155"/>
              <a:gd name="connsiteX18" fmla="*/ 722762 w 1119708"/>
              <a:gd name="connsiteY18" fmla="*/ 62575 h 1039155"/>
              <a:gd name="connsiteX19" fmla="*/ 734885 w 1119708"/>
              <a:gd name="connsiteY19" fmla="*/ 51980 h 1039155"/>
              <a:gd name="connsiteX20" fmla="*/ 734885 w 1119708"/>
              <a:gd name="connsiteY20" fmla="*/ 51980 h 1039155"/>
              <a:gd name="connsiteX21" fmla="*/ 738833 w 1119708"/>
              <a:gd name="connsiteY21" fmla="*/ 62666 h 1039155"/>
              <a:gd name="connsiteX22" fmla="*/ 738833 w 1119708"/>
              <a:gd name="connsiteY22" fmla="*/ 62666 h 1039155"/>
              <a:gd name="connsiteX23" fmla="*/ 768955 w 1119708"/>
              <a:gd name="connsiteY23" fmla="*/ 128886 h 1039155"/>
              <a:gd name="connsiteX24" fmla="*/ 768955 w 1119708"/>
              <a:gd name="connsiteY24" fmla="*/ 128886 h 1039155"/>
              <a:gd name="connsiteX25" fmla="*/ 768955 w 1119708"/>
              <a:gd name="connsiteY25" fmla="*/ 128886 h 1039155"/>
              <a:gd name="connsiteX26" fmla="*/ 771987 w 1119708"/>
              <a:gd name="connsiteY26" fmla="*/ 132175 h 1039155"/>
              <a:gd name="connsiteX27" fmla="*/ 776303 w 1119708"/>
              <a:gd name="connsiteY27" fmla="*/ 128248 h 1039155"/>
              <a:gd name="connsiteX28" fmla="*/ 848575 w 1119708"/>
              <a:gd name="connsiteY28" fmla="*/ 143044 h 1039155"/>
              <a:gd name="connsiteX29" fmla="*/ 922319 w 1119708"/>
              <a:gd name="connsiteY29" fmla="*/ 178850 h 1039155"/>
              <a:gd name="connsiteX30" fmla="*/ 1066315 w 1119708"/>
              <a:gd name="connsiteY30" fmla="*/ 454600 h 1039155"/>
              <a:gd name="connsiteX31" fmla="*/ 1118203 w 1119708"/>
              <a:gd name="connsiteY31" fmla="*/ 612341 h 1039155"/>
              <a:gd name="connsiteX32" fmla="*/ 1060530 w 1119708"/>
              <a:gd name="connsiteY32" fmla="*/ 648419 h 1039155"/>
              <a:gd name="connsiteX33" fmla="*/ 1110580 w 1119708"/>
              <a:gd name="connsiteY33" fmla="*/ 967006 h 1039155"/>
              <a:gd name="connsiteX34" fmla="*/ 1110580 w 1119708"/>
              <a:gd name="connsiteY34" fmla="*/ 967006 h 1039155"/>
              <a:gd name="connsiteX35" fmla="*/ 1122610 w 1119708"/>
              <a:gd name="connsiteY35" fmla="*/ 1017882 h 1039155"/>
              <a:gd name="connsiteX36" fmla="*/ 1094784 w 1119708"/>
              <a:gd name="connsiteY36" fmla="*/ 1018522 h 1039155"/>
              <a:gd name="connsiteX37" fmla="*/ 1053643 w 1119708"/>
              <a:gd name="connsiteY37" fmla="*/ 801228 h 1039155"/>
              <a:gd name="connsiteX38" fmla="*/ 1051531 w 1119708"/>
              <a:gd name="connsiteY38" fmla="*/ 651251 h 1039155"/>
              <a:gd name="connsiteX39" fmla="*/ 1022144 w 1119708"/>
              <a:gd name="connsiteY39" fmla="*/ 659745 h 1039155"/>
              <a:gd name="connsiteX40" fmla="*/ 1006349 w 1119708"/>
              <a:gd name="connsiteY40" fmla="*/ 662943 h 1039155"/>
              <a:gd name="connsiteX41" fmla="*/ 982011 w 1119708"/>
              <a:gd name="connsiteY41" fmla="*/ 665043 h 1039155"/>
              <a:gd name="connsiteX42" fmla="*/ 1018929 w 1119708"/>
              <a:gd name="connsiteY42" fmla="*/ 1028568 h 1039155"/>
              <a:gd name="connsiteX43" fmla="*/ 1018837 w 1119708"/>
              <a:gd name="connsiteY43" fmla="*/ 1028568 h 1039155"/>
              <a:gd name="connsiteX44" fmla="*/ 995143 w 1119708"/>
              <a:gd name="connsiteY44" fmla="*/ 1030030 h 1039155"/>
              <a:gd name="connsiteX45" fmla="*/ 921034 w 1119708"/>
              <a:gd name="connsiteY45" fmla="*/ 1032680 h 1039155"/>
              <a:gd name="connsiteX46" fmla="*/ 751416 w 1119708"/>
              <a:gd name="connsiteY46" fmla="*/ 1034963 h 1039155"/>
              <a:gd name="connsiteX47" fmla="*/ 242375 w 1119708"/>
              <a:gd name="connsiteY47" fmla="*/ 1038250 h 1039155"/>
              <a:gd name="connsiteX48" fmla="*/ 235672 w 1119708"/>
              <a:gd name="connsiteY48" fmla="*/ 1042634 h 1039155"/>
              <a:gd name="connsiteX49" fmla="*/ 459841 w 1119708"/>
              <a:gd name="connsiteY49" fmla="*/ 139849 h 1039155"/>
              <a:gd name="connsiteX50" fmla="*/ 455249 w 1119708"/>
              <a:gd name="connsiteY50" fmla="*/ 112539 h 1039155"/>
              <a:gd name="connsiteX51" fmla="*/ 520910 w 1119708"/>
              <a:gd name="connsiteY51" fmla="*/ 21383 h 1039155"/>
              <a:gd name="connsiteX52" fmla="*/ 520910 w 1119708"/>
              <a:gd name="connsiteY52" fmla="*/ 21383 h 1039155"/>
              <a:gd name="connsiteX53" fmla="*/ 527246 w 1119708"/>
              <a:gd name="connsiteY53" fmla="*/ 3479 h 1039155"/>
              <a:gd name="connsiteX54" fmla="*/ 532390 w 1119708"/>
              <a:gd name="connsiteY54" fmla="*/ 41203 h 1039155"/>
              <a:gd name="connsiteX55" fmla="*/ 459841 w 1119708"/>
              <a:gd name="connsiteY55" fmla="*/ 139849 h 103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19708" h="1039155">
                <a:moveTo>
                  <a:pt x="235672" y="1042634"/>
                </a:moveTo>
                <a:cubicBezTo>
                  <a:pt x="214368" y="1036241"/>
                  <a:pt x="216572" y="961527"/>
                  <a:pt x="213356" y="942619"/>
                </a:cubicBezTo>
                <a:cubicBezTo>
                  <a:pt x="206928" y="847445"/>
                  <a:pt x="207112" y="747431"/>
                  <a:pt x="219968" y="655178"/>
                </a:cubicBezTo>
                <a:cubicBezTo>
                  <a:pt x="219876" y="639011"/>
                  <a:pt x="218867" y="622295"/>
                  <a:pt x="219051" y="605856"/>
                </a:cubicBezTo>
                <a:cubicBezTo>
                  <a:pt x="158072" y="592611"/>
                  <a:pt x="91216" y="583842"/>
                  <a:pt x="35840" y="551325"/>
                </a:cubicBezTo>
                <a:cubicBezTo>
                  <a:pt x="22616" y="715554"/>
                  <a:pt x="26199" y="866808"/>
                  <a:pt x="51911" y="1021171"/>
                </a:cubicBezTo>
                <a:cubicBezTo>
                  <a:pt x="53473" y="1036149"/>
                  <a:pt x="28952" y="1038707"/>
                  <a:pt x="25647" y="1024732"/>
                </a:cubicBezTo>
                <a:cubicBezTo>
                  <a:pt x="12881" y="958421"/>
                  <a:pt x="6453" y="887908"/>
                  <a:pt x="4249" y="819495"/>
                </a:cubicBezTo>
                <a:cubicBezTo>
                  <a:pt x="1402" y="729163"/>
                  <a:pt x="10861" y="638554"/>
                  <a:pt x="30790" y="547033"/>
                </a:cubicBezTo>
                <a:cubicBezTo>
                  <a:pt x="28403" y="544932"/>
                  <a:pt x="26107" y="542649"/>
                  <a:pt x="24176" y="540000"/>
                </a:cubicBezTo>
                <a:cubicBezTo>
                  <a:pt x="1126" y="536621"/>
                  <a:pt x="29228" y="476794"/>
                  <a:pt x="32443" y="462362"/>
                </a:cubicBezTo>
                <a:cubicBezTo>
                  <a:pt x="85156" y="310468"/>
                  <a:pt x="225020" y="134642"/>
                  <a:pt x="396198" y="120118"/>
                </a:cubicBezTo>
                <a:cubicBezTo>
                  <a:pt x="404557" y="115005"/>
                  <a:pt x="415484" y="117469"/>
                  <a:pt x="423107" y="122950"/>
                </a:cubicBezTo>
                <a:cubicBezTo>
                  <a:pt x="423107" y="122950"/>
                  <a:pt x="425127" y="124319"/>
                  <a:pt x="425127" y="124411"/>
                </a:cubicBezTo>
                <a:cubicBezTo>
                  <a:pt x="430360" y="127791"/>
                  <a:pt x="434311" y="134276"/>
                  <a:pt x="430728" y="140303"/>
                </a:cubicBezTo>
                <a:cubicBezTo>
                  <a:pt x="454606" y="163687"/>
                  <a:pt x="463054" y="198944"/>
                  <a:pt x="490972" y="219038"/>
                </a:cubicBezTo>
                <a:cubicBezTo>
                  <a:pt x="575092" y="292932"/>
                  <a:pt x="737916" y="282152"/>
                  <a:pt x="769231" y="161586"/>
                </a:cubicBezTo>
                <a:cubicBezTo>
                  <a:pt x="769415" y="160946"/>
                  <a:pt x="768864" y="160400"/>
                  <a:pt x="768128" y="160491"/>
                </a:cubicBezTo>
                <a:cubicBezTo>
                  <a:pt x="739753" y="164601"/>
                  <a:pt x="723774" y="83766"/>
                  <a:pt x="722762" y="62575"/>
                </a:cubicBezTo>
                <a:cubicBezTo>
                  <a:pt x="721753" y="45130"/>
                  <a:pt x="723957" y="17637"/>
                  <a:pt x="734885" y="51980"/>
                </a:cubicBezTo>
                <a:lnTo>
                  <a:pt x="734885" y="51980"/>
                </a:lnTo>
                <a:cubicBezTo>
                  <a:pt x="736262" y="55544"/>
                  <a:pt x="737457" y="58922"/>
                  <a:pt x="738833" y="62666"/>
                </a:cubicBezTo>
                <a:lnTo>
                  <a:pt x="738833" y="62666"/>
                </a:lnTo>
                <a:cubicBezTo>
                  <a:pt x="746640" y="84771"/>
                  <a:pt x="756649" y="107514"/>
                  <a:pt x="768955" y="128886"/>
                </a:cubicBezTo>
                <a:lnTo>
                  <a:pt x="768955" y="128886"/>
                </a:lnTo>
                <a:lnTo>
                  <a:pt x="768955" y="128886"/>
                </a:lnTo>
                <a:cubicBezTo>
                  <a:pt x="769507" y="130166"/>
                  <a:pt x="771435" y="133090"/>
                  <a:pt x="771987" y="132175"/>
                </a:cubicBezTo>
                <a:cubicBezTo>
                  <a:pt x="772812" y="130715"/>
                  <a:pt x="775292" y="128340"/>
                  <a:pt x="776303" y="128248"/>
                </a:cubicBezTo>
                <a:cubicBezTo>
                  <a:pt x="795862" y="126056"/>
                  <a:pt x="826628" y="136834"/>
                  <a:pt x="848575" y="143044"/>
                </a:cubicBezTo>
                <a:cubicBezTo>
                  <a:pt x="869238" y="149620"/>
                  <a:pt x="906248" y="163047"/>
                  <a:pt x="922319" y="178850"/>
                </a:cubicBezTo>
                <a:cubicBezTo>
                  <a:pt x="999735" y="252376"/>
                  <a:pt x="1036287" y="354948"/>
                  <a:pt x="1066315" y="454600"/>
                </a:cubicBezTo>
                <a:cubicBezTo>
                  <a:pt x="1083213" y="507485"/>
                  <a:pt x="1101028" y="559547"/>
                  <a:pt x="1118203" y="612341"/>
                </a:cubicBezTo>
                <a:cubicBezTo>
                  <a:pt x="1123711" y="638371"/>
                  <a:pt x="1076601" y="639834"/>
                  <a:pt x="1060530" y="648419"/>
                </a:cubicBezTo>
                <a:cubicBezTo>
                  <a:pt x="1089000" y="751632"/>
                  <a:pt x="1078529" y="865622"/>
                  <a:pt x="1110580" y="967006"/>
                </a:cubicBezTo>
                <a:lnTo>
                  <a:pt x="1110580" y="967006"/>
                </a:lnTo>
                <a:cubicBezTo>
                  <a:pt x="1112967" y="984087"/>
                  <a:pt x="1127018" y="1000437"/>
                  <a:pt x="1122610" y="1017882"/>
                </a:cubicBezTo>
                <a:cubicBezTo>
                  <a:pt x="1118938" y="1030670"/>
                  <a:pt x="1097264" y="1033226"/>
                  <a:pt x="1094784" y="1018522"/>
                </a:cubicBezTo>
                <a:cubicBezTo>
                  <a:pt x="1069438" y="948738"/>
                  <a:pt x="1056306" y="875576"/>
                  <a:pt x="1053643" y="801228"/>
                </a:cubicBezTo>
                <a:cubicBezTo>
                  <a:pt x="1049878" y="747794"/>
                  <a:pt x="1047490" y="699750"/>
                  <a:pt x="1051531" y="651251"/>
                </a:cubicBezTo>
                <a:cubicBezTo>
                  <a:pt x="1041336" y="654355"/>
                  <a:pt x="1032244" y="657187"/>
                  <a:pt x="1022144" y="659745"/>
                </a:cubicBezTo>
                <a:cubicBezTo>
                  <a:pt x="1017001" y="661297"/>
                  <a:pt x="1011765" y="662943"/>
                  <a:pt x="1006349" y="662943"/>
                </a:cubicBezTo>
                <a:cubicBezTo>
                  <a:pt x="998266" y="664220"/>
                  <a:pt x="990094" y="664952"/>
                  <a:pt x="982011" y="665043"/>
                </a:cubicBezTo>
                <a:cubicBezTo>
                  <a:pt x="987890" y="790542"/>
                  <a:pt x="1004237" y="908550"/>
                  <a:pt x="1018929" y="1028568"/>
                </a:cubicBezTo>
                <a:cubicBezTo>
                  <a:pt x="1018929" y="1028568"/>
                  <a:pt x="1018929" y="1028568"/>
                  <a:pt x="1018837" y="1028568"/>
                </a:cubicBezTo>
                <a:cubicBezTo>
                  <a:pt x="1016449" y="1039985"/>
                  <a:pt x="999185" y="1040716"/>
                  <a:pt x="995143" y="1030030"/>
                </a:cubicBezTo>
                <a:cubicBezTo>
                  <a:pt x="989542" y="1033866"/>
                  <a:pt x="928655" y="1031948"/>
                  <a:pt x="921034" y="1032680"/>
                </a:cubicBezTo>
                <a:cubicBezTo>
                  <a:pt x="868045" y="1033226"/>
                  <a:pt x="805781" y="1034140"/>
                  <a:pt x="751416" y="1034963"/>
                </a:cubicBezTo>
                <a:cubicBezTo>
                  <a:pt x="582991" y="1038067"/>
                  <a:pt x="410525" y="1039985"/>
                  <a:pt x="242375" y="1038250"/>
                </a:cubicBezTo>
                <a:cubicBezTo>
                  <a:pt x="241183" y="1040899"/>
                  <a:pt x="238611" y="1042543"/>
                  <a:pt x="235672" y="1042634"/>
                </a:cubicBezTo>
                <a:close/>
                <a:moveTo>
                  <a:pt x="459841" y="139849"/>
                </a:moveTo>
                <a:cubicBezTo>
                  <a:pt x="446158" y="139483"/>
                  <a:pt x="440739" y="116283"/>
                  <a:pt x="455249" y="112539"/>
                </a:cubicBezTo>
                <a:cubicBezTo>
                  <a:pt x="489687" y="94362"/>
                  <a:pt x="510350" y="57553"/>
                  <a:pt x="520910" y="21383"/>
                </a:cubicBezTo>
                <a:lnTo>
                  <a:pt x="520910" y="21383"/>
                </a:lnTo>
                <a:cubicBezTo>
                  <a:pt x="522930" y="15628"/>
                  <a:pt x="523942" y="8503"/>
                  <a:pt x="527246" y="3479"/>
                </a:cubicBezTo>
                <a:cubicBezTo>
                  <a:pt x="533674" y="14441"/>
                  <a:pt x="533858" y="28688"/>
                  <a:pt x="532390" y="41203"/>
                </a:cubicBezTo>
                <a:cubicBezTo>
                  <a:pt x="526421" y="82214"/>
                  <a:pt x="497676" y="122676"/>
                  <a:pt x="459841" y="139849"/>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85" name="Freeform: Shape 189">
            <a:extLst>
              <a:ext uri="{FF2B5EF4-FFF2-40B4-BE49-F238E27FC236}">
                <a16:creationId xmlns:a16="http://schemas.microsoft.com/office/drawing/2014/main" id="{94524DF3-42E2-A564-A945-B9BF7DD5FF02}"/>
              </a:ext>
            </a:extLst>
          </p:cNvPr>
          <p:cNvSpPr/>
          <p:nvPr/>
        </p:nvSpPr>
        <p:spPr>
          <a:xfrm>
            <a:off x="6822141" y="10659088"/>
            <a:ext cx="39237" cy="47093"/>
          </a:xfrm>
          <a:custGeom>
            <a:avLst/>
            <a:gdLst>
              <a:gd name="connsiteX0" fmla="*/ 18902 w 39237"/>
              <a:gd name="connsiteY0" fmla="*/ 21350 h 47093"/>
              <a:gd name="connsiteX1" fmla="*/ 30216 w 39237"/>
              <a:gd name="connsiteY1" fmla="*/ 43892 h 47093"/>
              <a:gd name="connsiteX2" fmla="*/ 39161 w 39237"/>
              <a:gd name="connsiteY2" fmla="*/ 42687 h 47093"/>
              <a:gd name="connsiteX3" fmla="*/ 4567 w 39237"/>
              <a:gd name="connsiteY3" fmla="*/ 205 h 47093"/>
              <a:gd name="connsiteX4" fmla="*/ 1077 w 39237"/>
              <a:gd name="connsiteY4" fmla="*/ 6161 h 47093"/>
              <a:gd name="connsiteX5" fmla="*/ 18902 w 39237"/>
              <a:gd name="connsiteY5" fmla="*/ 21350 h 4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237" h="47093">
                <a:moveTo>
                  <a:pt x="18902" y="21350"/>
                </a:moveTo>
                <a:cubicBezTo>
                  <a:pt x="25046" y="27908"/>
                  <a:pt x="27204" y="35718"/>
                  <a:pt x="30216" y="43892"/>
                </a:cubicBezTo>
                <a:cubicBezTo>
                  <a:pt x="32007" y="48742"/>
                  <a:pt x="38757" y="47875"/>
                  <a:pt x="39161" y="42687"/>
                </a:cubicBezTo>
                <a:cubicBezTo>
                  <a:pt x="40630" y="23698"/>
                  <a:pt x="20776" y="6499"/>
                  <a:pt x="4567" y="205"/>
                </a:cubicBezTo>
                <a:cubicBezTo>
                  <a:pt x="1279" y="-1073"/>
                  <a:pt x="-1650" y="3950"/>
                  <a:pt x="1077" y="6161"/>
                </a:cubicBezTo>
                <a:cubicBezTo>
                  <a:pt x="7221" y="11129"/>
                  <a:pt x="13465" y="15550"/>
                  <a:pt x="18902" y="21350"/>
                </a:cubicBezTo>
                <a:close/>
              </a:path>
            </a:pathLst>
          </a:custGeom>
          <a:solidFill>
            <a:srgbClr val="16180A"/>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486" name="Freeform: Shape 184">
            <a:extLst>
              <a:ext uri="{FF2B5EF4-FFF2-40B4-BE49-F238E27FC236}">
                <a16:creationId xmlns:a16="http://schemas.microsoft.com/office/drawing/2014/main" id="{5FC692B7-5226-D7E5-C367-E1386347409F}"/>
              </a:ext>
            </a:extLst>
          </p:cNvPr>
          <p:cNvSpPr/>
          <p:nvPr/>
        </p:nvSpPr>
        <p:spPr>
          <a:xfrm>
            <a:off x="7099930" y="10671548"/>
            <a:ext cx="58539" cy="71856"/>
          </a:xfrm>
          <a:custGeom>
            <a:avLst/>
            <a:gdLst>
              <a:gd name="connsiteX0" fmla="*/ 4182 w 58539"/>
              <a:gd name="connsiteY0" fmla="*/ 66306 h 71856"/>
              <a:gd name="connsiteX1" fmla="*/ 57097 w 58539"/>
              <a:gd name="connsiteY1" fmla="*/ 55857 h 71856"/>
              <a:gd name="connsiteX2" fmla="*/ 54847 w 58539"/>
              <a:gd name="connsiteY2" fmla="*/ 41773 h 71856"/>
              <a:gd name="connsiteX3" fmla="*/ 46527 w 58539"/>
              <a:gd name="connsiteY3" fmla="*/ 26218 h 71856"/>
              <a:gd name="connsiteX4" fmla="*/ 33091 w 58539"/>
              <a:gd name="connsiteY4" fmla="*/ 1401 h 71856"/>
              <a:gd name="connsiteX5" fmla="*/ 28013 w 58539"/>
              <a:gd name="connsiteY5" fmla="*/ 1401 h 71856"/>
              <a:gd name="connsiteX6" fmla="*/ 29785 w 58539"/>
              <a:gd name="connsiteY6" fmla="*/ 17184 h 71856"/>
              <a:gd name="connsiteX7" fmla="*/ 41503 w 58539"/>
              <a:gd name="connsiteY7" fmla="*/ 40786 h 71856"/>
              <a:gd name="connsiteX8" fmla="*/ 41265 w 58539"/>
              <a:gd name="connsiteY8" fmla="*/ 48760 h 71856"/>
              <a:gd name="connsiteX9" fmla="*/ 32963 w 58539"/>
              <a:gd name="connsiteY9" fmla="*/ 53345 h 71856"/>
              <a:gd name="connsiteX10" fmla="*/ 12869 w 58539"/>
              <a:gd name="connsiteY10" fmla="*/ 51518 h 71856"/>
              <a:gd name="connsiteX11" fmla="*/ 4182 w 58539"/>
              <a:gd name="connsiteY11" fmla="*/ 66306 h 71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39" h="71856">
                <a:moveTo>
                  <a:pt x="4182" y="66306"/>
                </a:moveTo>
                <a:cubicBezTo>
                  <a:pt x="20170" y="75595"/>
                  <a:pt x="47399" y="73942"/>
                  <a:pt x="57097" y="55857"/>
                </a:cubicBezTo>
                <a:cubicBezTo>
                  <a:pt x="60017" y="50413"/>
                  <a:pt x="58116" y="46303"/>
                  <a:pt x="54847" y="41773"/>
                </a:cubicBezTo>
                <a:cubicBezTo>
                  <a:pt x="51412" y="37014"/>
                  <a:pt x="49006" y="31497"/>
                  <a:pt x="46527" y="26218"/>
                </a:cubicBezTo>
                <a:cubicBezTo>
                  <a:pt x="42532" y="17678"/>
                  <a:pt x="38390" y="8827"/>
                  <a:pt x="33091" y="1401"/>
                </a:cubicBezTo>
                <a:cubicBezTo>
                  <a:pt x="31723" y="-517"/>
                  <a:pt x="29400" y="-416"/>
                  <a:pt x="28013" y="1401"/>
                </a:cubicBezTo>
                <a:cubicBezTo>
                  <a:pt x="24101" y="6516"/>
                  <a:pt x="27324" y="11905"/>
                  <a:pt x="29785" y="17184"/>
                </a:cubicBezTo>
                <a:cubicBezTo>
                  <a:pt x="33486" y="25149"/>
                  <a:pt x="37959" y="32748"/>
                  <a:pt x="41503" y="40786"/>
                </a:cubicBezTo>
                <a:cubicBezTo>
                  <a:pt x="43285" y="44842"/>
                  <a:pt x="44773" y="45983"/>
                  <a:pt x="41265" y="48760"/>
                </a:cubicBezTo>
                <a:cubicBezTo>
                  <a:pt x="38767" y="50733"/>
                  <a:pt x="36003" y="52359"/>
                  <a:pt x="32963" y="53345"/>
                </a:cubicBezTo>
                <a:cubicBezTo>
                  <a:pt x="26176" y="55537"/>
                  <a:pt x="19087" y="55008"/>
                  <a:pt x="12869" y="51518"/>
                </a:cubicBezTo>
                <a:cubicBezTo>
                  <a:pt x="3199" y="46111"/>
                  <a:pt x="-5406" y="60744"/>
                  <a:pt x="4182" y="66306"/>
                </a:cubicBezTo>
                <a:close/>
              </a:path>
            </a:pathLst>
          </a:custGeom>
          <a:solidFill>
            <a:srgbClr val="16180A"/>
          </a:solidFill>
          <a:ln w="9164" cap="flat">
            <a:noFill/>
            <a:prstDash val="solid"/>
            <a:miter/>
          </a:ln>
        </p:spPr>
        <p:txBody>
          <a:bodyPr rtlCol="0" anchor="ctr"/>
          <a:lstStyle/>
          <a:p>
            <a:endParaRPr lang="en-GB">
              <a:solidFill>
                <a:schemeClr val="bg1"/>
              </a:solidFill>
            </a:endParaRPr>
          </a:p>
        </p:txBody>
      </p:sp>
      <p:sp>
        <p:nvSpPr>
          <p:cNvPr id="487" name="Freeform: Shape 185">
            <a:extLst>
              <a:ext uri="{FF2B5EF4-FFF2-40B4-BE49-F238E27FC236}">
                <a16:creationId xmlns:a16="http://schemas.microsoft.com/office/drawing/2014/main" id="{8D45A0DC-7E1E-F11A-8B1C-53559285A633}"/>
              </a:ext>
            </a:extLst>
          </p:cNvPr>
          <p:cNvSpPr/>
          <p:nvPr/>
        </p:nvSpPr>
        <p:spPr>
          <a:xfrm>
            <a:off x="6978119" y="10576630"/>
            <a:ext cx="90248" cy="35029"/>
          </a:xfrm>
          <a:custGeom>
            <a:avLst/>
            <a:gdLst>
              <a:gd name="connsiteX0" fmla="*/ 8785 w 90248"/>
              <a:gd name="connsiteY0" fmla="*/ 33688 h 35029"/>
              <a:gd name="connsiteX1" fmla="*/ 50092 w 90248"/>
              <a:gd name="connsiteY1" fmla="*/ 12333 h 35029"/>
              <a:gd name="connsiteX2" fmla="*/ 70452 w 90248"/>
              <a:gd name="connsiteY2" fmla="*/ 15850 h 35029"/>
              <a:gd name="connsiteX3" fmla="*/ 82620 w 90248"/>
              <a:gd name="connsiteY3" fmla="*/ 27888 h 35029"/>
              <a:gd name="connsiteX4" fmla="*/ 89590 w 90248"/>
              <a:gd name="connsiteY4" fmla="*/ 25066 h 35029"/>
              <a:gd name="connsiteX5" fmla="*/ 80003 w 90248"/>
              <a:gd name="connsiteY5" fmla="*/ 7273 h 35029"/>
              <a:gd name="connsiteX6" fmla="*/ 53655 w 90248"/>
              <a:gd name="connsiteY6" fmla="*/ 48 h 35029"/>
              <a:gd name="connsiteX7" fmla="*/ 1585 w 90248"/>
              <a:gd name="connsiteY7" fmla="*/ 26527 h 35029"/>
              <a:gd name="connsiteX8" fmla="*/ 8785 w 90248"/>
              <a:gd name="connsiteY8" fmla="*/ 33688 h 3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248" h="35029">
                <a:moveTo>
                  <a:pt x="8785" y="33688"/>
                </a:moveTo>
                <a:cubicBezTo>
                  <a:pt x="20558" y="23367"/>
                  <a:pt x="33911" y="13657"/>
                  <a:pt x="50092" y="12333"/>
                </a:cubicBezTo>
                <a:cubicBezTo>
                  <a:pt x="56998" y="11776"/>
                  <a:pt x="64280" y="12516"/>
                  <a:pt x="70452" y="15850"/>
                </a:cubicBezTo>
                <a:cubicBezTo>
                  <a:pt x="76026" y="18864"/>
                  <a:pt x="77734" y="24481"/>
                  <a:pt x="82620" y="27888"/>
                </a:cubicBezTo>
                <a:cubicBezTo>
                  <a:pt x="85412" y="29833"/>
                  <a:pt x="88516" y="27614"/>
                  <a:pt x="89590" y="25066"/>
                </a:cubicBezTo>
                <a:cubicBezTo>
                  <a:pt x="92492" y="18170"/>
                  <a:pt x="85164" y="10890"/>
                  <a:pt x="80003" y="7273"/>
                </a:cubicBezTo>
                <a:cubicBezTo>
                  <a:pt x="72417" y="1957"/>
                  <a:pt x="62857" y="-372"/>
                  <a:pt x="53655" y="48"/>
                </a:cubicBezTo>
                <a:cubicBezTo>
                  <a:pt x="32891" y="1007"/>
                  <a:pt x="16168" y="12808"/>
                  <a:pt x="1585" y="26527"/>
                </a:cubicBezTo>
                <a:cubicBezTo>
                  <a:pt x="-3200" y="31048"/>
                  <a:pt x="3918" y="37963"/>
                  <a:pt x="8785" y="33688"/>
                </a:cubicBezTo>
                <a:close/>
              </a:path>
            </a:pathLst>
          </a:custGeom>
          <a:solidFill>
            <a:srgbClr val="16180A"/>
          </a:solidFill>
          <a:ln w="9164" cap="flat">
            <a:noFill/>
            <a:prstDash val="solid"/>
            <a:miter/>
          </a:ln>
        </p:spPr>
        <p:txBody>
          <a:bodyPr rtlCol="0" anchor="ctr"/>
          <a:lstStyle/>
          <a:p>
            <a:endParaRPr lang="en-GB">
              <a:solidFill>
                <a:schemeClr val="bg1"/>
              </a:solidFill>
            </a:endParaRPr>
          </a:p>
        </p:txBody>
      </p:sp>
      <p:sp>
        <p:nvSpPr>
          <p:cNvPr id="488" name="Freeform: Shape 186">
            <a:extLst>
              <a:ext uri="{FF2B5EF4-FFF2-40B4-BE49-F238E27FC236}">
                <a16:creationId xmlns:a16="http://schemas.microsoft.com/office/drawing/2014/main" id="{74F60D0F-E8C4-F580-3790-D6FB78C3969B}"/>
              </a:ext>
            </a:extLst>
          </p:cNvPr>
          <p:cNvSpPr/>
          <p:nvPr/>
        </p:nvSpPr>
        <p:spPr>
          <a:xfrm>
            <a:off x="7146490" y="10576561"/>
            <a:ext cx="78640" cy="45409"/>
          </a:xfrm>
          <a:custGeom>
            <a:avLst/>
            <a:gdLst>
              <a:gd name="connsiteX0" fmla="*/ 7506 w 78640"/>
              <a:gd name="connsiteY0" fmla="*/ 19801 h 45409"/>
              <a:gd name="connsiteX1" fmla="*/ 47023 w 78640"/>
              <a:gd name="connsiteY1" fmla="*/ 15682 h 45409"/>
              <a:gd name="connsiteX2" fmla="*/ 62524 w 78640"/>
              <a:gd name="connsiteY2" fmla="*/ 28350 h 45409"/>
              <a:gd name="connsiteX3" fmla="*/ 71451 w 78640"/>
              <a:gd name="connsiteY3" fmla="*/ 44864 h 45409"/>
              <a:gd name="connsiteX4" fmla="*/ 76557 w 78640"/>
              <a:gd name="connsiteY4" fmla="*/ 43531 h 45409"/>
              <a:gd name="connsiteX5" fmla="*/ 70615 w 78640"/>
              <a:gd name="connsiteY5" fmla="*/ 18239 h 45409"/>
              <a:gd name="connsiteX6" fmla="*/ 49153 w 78640"/>
              <a:gd name="connsiteY6" fmla="*/ 3260 h 45409"/>
              <a:gd name="connsiteX7" fmla="*/ 518 w 78640"/>
              <a:gd name="connsiteY7" fmla="*/ 14421 h 45409"/>
              <a:gd name="connsiteX8" fmla="*/ 7506 w 78640"/>
              <a:gd name="connsiteY8" fmla="*/ 19801 h 4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40" h="45409">
                <a:moveTo>
                  <a:pt x="7506" y="19801"/>
                </a:moveTo>
                <a:cubicBezTo>
                  <a:pt x="15680" y="9443"/>
                  <a:pt x="36269" y="11151"/>
                  <a:pt x="47023" y="15682"/>
                </a:cubicBezTo>
                <a:cubicBezTo>
                  <a:pt x="53332" y="18340"/>
                  <a:pt x="58897" y="22486"/>
                  <a:pt x="62524" y="28350"/>
                </a:cubicBezTo>
                <a:cubicBezTo>
                  <a:pt x="65941" y="33876"/>
                  <a:pt x="65830" y="40946"/>
                  <a:pt x="71451" y="44864"/>
                </a:cubicBezTo>
                <a:cubicBezTo>
                  <a:pt x="73242" y="46116"/>
                  <a:pt x="75418" y="45020"/>
                  <a:pt x="76557" y="43531"/>
                </a:cubicBezTo>
                <a:cubicBezTo>
                  <a:pt x="82113" y="36278"/>
                  <a:pt x="75317" y="24341"/>
                  <a:pt x="70615" y="18239"/>
                </a:cubicBezTo>
                <a:cubicBezTo>
                  <a:pt x="65160" y="11179"/>
                  <a:pt x="57510" y="6292"/>
                  <a:pt x="49153" y="3260"/>
                </a:cubicBezTo>
                <a:cubicBezTo>
                  <a:pt x="33688" y="-2358"/>
                  <a:pt x="9518" y="-1947"/>
                  <a:pt x="518" y="14421"/>
                </a:cubicBezTo>
                <a:cubicBezTo>
                  <a:pt x="-1806" y="18641"/>
                  <a:pt x="4255" y="23911"/>
                  <a:pt x="7506" y="19801"/>
                </a:cubicBezTo>
                <a:close/>
              </a:path>
            </a:pathLst>
          </a:custGeom>
          <a:solidFill>
            <a:srgbClr val="16180A"/>
          </a:solidFill>
          <a:ln w="9164" cap="flat">
            <a:noFill/>
            <a:prstDash val="solid"/>
            <a:miter/>
          </a:ln>
        </p:spPr>
        <p:txBody>
          <a:bodyPr rtlCol="0" anchor="ctr"/>
          <a:lstStyle/>
          <a:p>
            <a:endParaRPr lang="en-GB">
              <a:solidFill>
                <a:schemeClr val="bg1"/>
              </a:solidFill>
            </a:endParaRPr>
          </a:p>
        </p:txBody>
      </p:sp>
      <p:sp>
        <p:nvSpPr>
          <p:cNvPr id="489" name="TextBox 488">
            <a:extLst>
              <a:ext uri="{FF2B5EF4-FFF2-40B4-BE49-F238E27FC236}">
                <a16:creationId xmlns:a16="http://schemas.microsoft.com/office/drawing/2014/main" id="{1E9F0080-46A1-83F2-65FD-3F2AF23C2266}"/>
              </a:ext>
            </a:extLst>
          </p:cNvPr>
          <p:cNvSpPr txBox="1"/>
          <p:nvPr/>
        </p:nvSpPr>
        <p:spPr>
          <a:xfrm>
            <a:off x="482640" y="8539911"/>
            <a:ext cx="4256528" cy="1030410"/>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Success is a team effort! </a:t>
            </a:r>
          </a:p>
        </p:txBody>
      </p:sp>
      <p:sp>
        <p:nvSpPr>
          <p:cNvPr id="490" name="Freeform: Shape 114">
            <a:extLst>
              <a:ext uri="{FF2B5EF4-FFF2-40B4-BE49-F238E27FC236}">
                <a16:creationId xmlns:a16="http://schemas.microsoft.com/office/drawing/2014/main" id="{29C81DB0-54D7-F4FB-718A-772280B7DB23}"/>
              </a:ext>
            </a:extLst>
          </p:cNvPr>
          <p:cNvSpPr/>
          <p:nvPr/>
        </p:nvSpPr>
        <p:spPr>
          <a:xfrm>
            <a:off x="7070357" y="10779045"/>
            <a:ext cx="95290" cy="46830"/>
          </a:xfrm>
          <a:custGeom>
            <a:avLst/>
            <a:gdLst>
              <a:gd name="connsiteX0" fmla="*/ 49861 w 95290"/>
              <a:gd name="connsiteY0" fmla="*/ 48066 h 46830"/>
              <a:gd name="connsiteX1" fmla="*/ 9881 w 95290"/>
              <a:gd name="connsiteY1" fmla="*/ 29602 h 46830"/>
              <a:gd name="connsiteX2" fmla="*/ 4559 w 95290"/>
              <a:gd name="connsiteY2" fmla="*/ 1239 h 46830"/>
              <a:gd name="connsiteX3" fmla="*/ 8104 w 95290"/>
              <a:gd name="connsiteY3" fmla="*/ 3380 h 46830"/>
              <a:gd name="connsiteX4" fmla="*/ 77080 w 95290"/>
              <a:gd name="connsiteY4" fmla="*/ 14350 h 46830"/>
              <a:gd name="connsiteX5" fmla="*/ 84171 w 95290"/>
              <a:gd name="connsiteY5" fmla="*/ 10872 h 46830"/>
              <a:gd name="connsiteX6" fmla="*/ 84234 w 95290"/>
              <a:gd name="connsiteY6" fmla="*/ 10872 h 46830"/>
              <a:gd name="connsiteX7" fmla="*/ 91771 w 95290"/>
              <a:gd name="connsiteY7" fmla="*/ 14261 h 46830"/>
              <a:gd name="connsiteX8" fmla="*/ 95289 w 95290"/>
              <a:gd name="connsiteY8" fmla="*/ 21842 h 46830"/>
              <a:gd name="connsiteX9" fmla="*/ 92369 w 95290"/>
              <a:gd name="connsiteY9" fmla="*/ 29425 h 46830"/>
              <a:gd name="connsiteX10" fmla="*/ 49861 w 95290"/>
              <a:gd name="connsiteY10" fmla="*/ 48066 h 46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90" h="46830">
                <a:moveTo>
                  <a:pt x="49861" y="48066"/>
                </a:moveTo>
                <a:cubicBezTo>
                  <a:pt x="34609" y="48245"/>
                  <a:pt x="19811" y="41109"/>
                  <a:pt x="9881" y="29602"/>
                </a:cubicBezTo>
                <a:cubicBezTo>
                  <a:pt x="4425" y="24072"/>
                  <a:pt x="-6023" y="2844"/>
                  <a:pt x="4559" y="1239"/>
                </a:cubicBezTo>
                <a:cubicBezTo>
                  <a:pt x="6032" y="1239"/>
                  <a:pt x="7488" y="2041"/>
                  <a:pt x="8104" y="3380"/>
                </a:cubicBezTo>
                <a:cubicBezTo>
                  <a:pt x="24464" y="28978"/>
                  <a:pt x="55559" y="39325"/>
                  <a:pt x="77080" y="14350"/>
                </a:cubicBezTo>
                <a:cubicBezTo>
                  <a:pt x="78804" y="12210"/>
                  <a:pt x="81403" y="10961"/>
                  <a:pt x="84171" y="10872"/>
                </a:cubicBezTo>
                <a:lnTo>
                  <a:pt x="84234" y="10872"/>
                </a:lnTo>
                <a:cubicBezTo>
                  <a:pt x="87082" y="10961"/>
                  <a:pt x="89797" y="12120"/>
                  <a:pt x="91771" y="14261"/>
                </a:cubicBezTo>
                <a:cubicBezTo>
                  <a:pt x="93851" y="16223"/>
                  <a:pt x="95110" y="18989"/>
                  <a:pt x="95289" y="21842"/>
                </a:cubicBezTo>
                <a:cubicBezTo>
                  <a:pt x="95387" y="24697"/>
                  <a:pt x="94334" y="27372"/>
                  <a:pt x="92369" y="29425"/>
                </a:cubicBezTo>
                <a:cubicBezTo>
                  <a:pt x="81537" y="41019"/>
                  <a:pt x="65811" y="48066"/>
                  <a:pt x="49861" y="48066"/>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491" name="Freeform: Shape 64">
            <a:extLst>
              <a:ext uri="{FF2B5EF4-FFF2-40B4-BE49-F238E27FC236}">
                <a16:creationId xmlns:a16="http://schemas.microsoft.com/office/drawing/2014/main" id="{508E0CE7-A19A-0BE9-EC7E-B5830DD18A49}"/>
              </a:ext>
            </a:extLst>
          </p:cNvPr>
          <p:cNvSpPr/>
          <p:nvPr/>
        </p:nvSpPr>
        <p:spPr>
          <a:xfrm>
            <a:off x="7009267" y="10625966"/>
            <a:ext cx="68524" cy="50331"/>
          </a:xfrm>
          <a:custGeom>
            <a:avLst/>
            <a:gdLst>
              <a:gd name="connsiteX0" fmla="*/ 5910 w 68524"/>
              <a:gd name="connsiteY0" fmla="*/ 51570 h 50331"/>
              <a:gd name="connsiteX1" fmla="*/ 4083 w 68524"/>
              <a:gd name="connsiteY1" fmla="*/ 51391 h 50331"/>
              <a:gd name="connsiteX2" fmla="*/ 1573 w 68524"/>
              <a:gd name="connsiteY2" fmla="*/ 49225 h 50331"/>
              <a:gd name="connsiteX3" fmla="*/ 3112 w 68524"/>
              <a:gd name="connsiteY3" fmla="*/ 26027 h 50331"/>
              <a:gd name="connsiteX4" fmla="*/ 63777 w 68524"/>
              <a:gd name="connsiteY4" fmla="*/ 21785 h 50331"/>
              <a:gd name="connsiteX5" fmla="*/ 66701 w 68524"/>
              <a:gd name="connsiteY5" fmla="*/ 26027 h 50331"/>
              <a:gd name="connsiteX6" fmla="*/ 68123 w 68524"/>
              <a:gd name="connsiteY6" fmla="*/ 33880 h 50331"/>
              <a:gd name="connsiteX7" fmla="*/ 62374 w 68524"/>
              <a:gd name="connsiteY7" fmla="*/ 39837 h 50331"/>
              <a:gd name="connsiteX8" fmla="*/ 48905 w 68524"/>
              <a:gd name="connsiteY8" fmla="*/ 34151 h 50331"/>
              <a:gd name="connsiteX9" fmla="*/ 38514 w 68524"/>
              <a:gd name="connsiteY9" fmla="*/ 20341 h 50331"/>
              <a:gd name="connsiteX10" fmla="*/ 27367 w 68524"/>
              <a:gd name="connsiteY10" fmla="*/ 19438 h 50331"/>
              <a:gd name="connsiteX11" fmla="*/ 14403 w 68524"/>
              <a:gd name="connsiteY11" fmla="*/ 32435 h 50331"/>
              <a:gd name="connsiteX12" fmla="*/ 10147 w 68524"/>
              <a:gd name="connsiteY12" fmla="*/ 47599 h 50331"/>
              <a:gd name="connsiteX13" fmla="*/ 6630 w 68524"/>
              <a:gd name="connsiteY13" fmla="*/ 51570 h 50331"/>
              <a:gd name="connsiteX14" fmla="*/ 5910 w 68524"/>
              <a:gd name="connsiteY14" fmla="*/ 51570 h 50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24" h="50331">
                <a:moveTo>
                  <a:pt x="5910" y="51570"/>
                </a:moveTo>
                <a:cubicBezTo>
                  <a:pt x="5289" y="51570"/>
                  <a:pt x="4677" y="51481"/>
                  <a:pt x="4083" y="51391"/>
                </a:cubicBezTo>
                <a:cubicBezTo>
                  <a:pt x="2959" y="51029"/>
                  <a:pt x="2032" y="50308"/>
                  <a:pt x="1573" y="49225"/>
                </a:cubicBezTo>
                <a:cubicBezTo>
                  <a:pt x="-1612" y="40649"/>
                  <a:pt x="647" y="31894"/>
                  <a:pt x="3112" y="26027"/>
                </a:cubicBezTo>
                <a:cubicBezTo>
                  <a:pt x="16310" y="-6466"/>
                  <a:pt x="48204" y="-6105"/>
                  <a:pt x="63777" y="21785"/>
                </a:cubicBezTo>
                <a:cubicBezTo>
                  <a:pt x="64722" y="23230"/>
                  <a:pt x="65702" y="24583"/>
                  <a:pt x="66701" y="26027"/>
                </a:cubicBezTo>
                <a:cubicBezTo>
                  <a:pt x="68456" y="28193"/>
                  <a:pt x="68986" y="31173"/>
                  <a:pt x="68123" y="33880"/>
                </a:cubicBezTo>
                <a:cubicBezTo>
                  <a:pt x="67133" y="36588"/>
                  <a:pt x="65046" y="38754"/>
                  <a:pt x="62374" y="39837"/>
                </a:cubicBezTo>
                <a:cubicBezTo>
                  <a:pt x="57245" y="42184"/>
                  <a:pt x="50759" y="39566"/>
                  <a:pt x="48905" y="34151"/>
                </a:cubicBezTo>
                <a:cubicBezTo>
                  <a:pt x="46332" y="27922"/>
                  <a:pt x="42545" y="22959"/>
                  <a:pt x="38514" y="20341"/>
                </a:cubicBezTo>
                <a:cubicBezTo>
                  <a:pt x="35221" y="18084"/>
                  <a:pt x="30966" y="17723"/>
                  <a:pt x="27367" y="19438"/>
                </a:cubicBezTo>
                <a:cubicBezTo>
                  <a:pt x="23975" y="21062"/>
                  <a:pt x="18280" y="26117"/>
                  <a:pt x="14403" y="32435"/>
                </a:cubicBezTo>
                <a:cubicBezTo>
                  <a:pt x="11425" y="36948"/>
                  <a:pt x="9931" y="42184"/>
                  <a:pt x="10147" y="47599"/>
                </a:cubicBezTo>
                <a:cubicBezTo>
                  <a:pt x="10399" y="49675"/>
                  <a:pt x="8600" y="51391"/>
                  <a:pt x="6630" y="51570"/>
                </a:cubicBezTo>
                <a:cubicBezTo>
                  <a:pt x="6378" y="51570"/>
                  <a:pt x="6144" y="51570"/>
                  <a:pt x="5910" y="51570"/>
                </a:cubicBezTo>
                <a:close/>
              </a:path>
            </a:pathLst>
          </a:custGeom>
          <a:solidFill>
            <a:srgbClr val="16180A"/>
          </a:solidFill>
          <a:ln w="8956" cap="flat">
            <a:noFill/>
            <a:prstDash val="solid"/>
            <a:miter/>
          </a:ln>
        </p:spPr>
        <p:txBody>
          <a:bodyPr rtlCol="0" anchor="ctr"/>
          <a:lstStyle/>
          <a:p>
            <a:endParaRPr lang="en-GB">
              <a:solidFill>
                <a:schemeClr val="bg1"/>
              </a:solidFill>
            </a:endParaRPr>
          </a:p>
        </p:txBody>
      </p:sp>
      <p:sp>
        <p:nvSpPr>
          <p:cNvPr id="492" name="Freeform: Shape 65">
            <a:extLst>
              <a:ext uri="{FF2B5EF4-FFF2-40B4-BE49-F238E27FC236}">
                <a16:creationId xmlns:a16="http://schemas.microsoft.com/office/drawing/2014/main" id="{B80A35B0-265D-5E85-CDF7-B675B6FA0DD4}"/>
              </a:ext>
            </a:extLst>
          </p:cNvPr>
          <p:cNvSpPr/>
          <p:nvPr/>
        </p:nvSpPr>
        <p:spPr>
          <a:xfrm>
            <a:off x="7161755" y="10624168"/>
            <a:ext cx="52795" cy="33536"/>
          </a:xfrm>
          <a:custGeom>
            <a:avLst/>
            <a:gdLst>
              <a:gd name="connsiteX0" fmla="*/ 44693 w 52795"/>
              <a:gd name="connsiteY0" fmla="*/ 34776 h 33536"/>
              <a:gd name="connsiteX1" fmla="*/ 36533 w 52795"/>
              <a:gd name="connsiteY1" fmla="*/ 28368 h 33536"/>
              <a:gd name="connsiteX2" fmla="*/ 22579 w 52795"/>
              <a:gd name="connsiteY2" fmla="*/ 17176 h 33536"/>
              <a:gd name="connsiteX3" fmla="*/ 11414 w 52795"/>
              <a:gd name="connsiteY3" fmla="*/ 25479 h 33536"/>
              <a:gd name="connsiteX4" fmla="*/ 11360 w 52795"/>
              <a:gd name="connsiteY4" fmla="*/ 25569 h 33536"/>
              <a:gd name="connsiteX5" fmla="*/ 7537 w 52795"/>
              <a:gd name="connsiteY5" fmla="*/ 30624 h 33536"/>
              <a:gd name="connsiteX6" fmla="*/ 4109 w 52795"/>
              <a:gd name="connsiteY6" fmla="*/ 31436 h 33536"/>
              <a:gd name="connsiteX7" fmla="*/ 15 w 52795"/>
              <a:gd name="connsiteY7" fmla="*/ 22501 h 33536"/>
              <a:gd name="connsiteX8" fmla="*/ 3011 w 52795"/>
              <a:gd name="connsiteY8" fmla="*/ 14196 h 33536"/>
              <a:gd name="connsiteX9" fmla="*/ 40816 w 52795"/>
              <a:gd name="connsiteY9" fmla="*/ 6163 h 33536"/>
              <a:gd name="connsiteX10" fmla="*/ 48652 w 52795"/>
              <a:gd name="connsiteY10" fmla="*/ 33602 h 33536"/>
              <a:gd name="connsiteX11" fmla="*/ 44693 w 52795"/>
              <a:gd name="connsiteY11" fmla="*/ 34776 h 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795" h="33536">
                <a:moveTo>
                  <a:pt x="44693" y="34776"/>
                </a:moveTo>
                <a:cubicBezTo>
                  <a:pt x="41014" y="34685"/>
                  <a:pt x="37307" y="32068"/>
                  <a:pt x="36533" y="28368"/>
                </a:cubicBezTo>
                <a:cubicBezTo>
                  <a:pt x="35364" y="21958"/>
                  <a:pt x="29453" y="15821"/>
                  <a:pt x="22579" y="17176"/>
                </a:cubicBezTo>
                <a:cubicBezTo>
                  <a:pt x="17829" y="18078"/>
                  <a:pt x="13736" y="21237"/>
                  <a:pt x="11414" y="25479"/>
                </a:cubicBezTo>
                <a:lnTo>
                  <a:pt x="11360" y="25569"/>
                </a:lnTo>
                <a:cubicBezTo>
                  <a:pt x="10353" y="27464"/>
                  <a:pt x="9057" y="29180"/>
                  <a:pt x="7537" y="30624"/>
                </a:cubicBezTo>
                <a:cubicBezTo>
                  <a:pt x="6610" y="31436"/>
                  <a:pt x="5279" y="31798"/>
                  <a:pt x="4109" y="31436"/>
                </a:cubicBezTo>
                <a:cubicBezTo>
                  <a:pt x="348" y="27555"/>
                  <a:pt x="-75" y="24847"/>
                  <a:pt x="15" y="22501"/>
                </a:cubicBezTo>
                <a:cubicBezTo>
                  <a:pt x="240" y="19521"/>
                  <a:pt x="1275" y="16633"/>
                  <a:pt x="3011" y="14196"/>
                </a:cubicBezTo>
                <a:cubicBezTo>
                  <a:pt x="12449" y="928"/>
                  <a:pt x="28247" y="-2863"/>
                  <a:pt x="40816" y="6163"/>
                </a:cubicBezTo>
                <a:cubicBezTo>
                  <a:pt x="48310" y="11489"/>
                  <a:pt x="58684" y="26381"/>
                  <a:pt x="48652" y="33602"/>
                </a:cubicBezTo>
                <a:cubicBezTo>
                  <a:pt x="47456" y="34324"/>
                  <a:pt x="46088" y="34685"/>
                  <a:pt x="44693" y="34776"/>
                </a:cubicBezTo>
                <a:close/>
              </a:path>
            </a:pathLst>
          </a:custGeom>
          <a:solidFill>
            <a:srgbClr val="16180A"/>
          </a:solidFill>
          <a:ln w="8956" cap="flat">
            <a:noFill/>
            <a:prstDash val="solid"/>
            <a:miter/>
          </a:ln>
        </p:spPr>
        <p:txBody>
          <a:bodyPr rtlCol="0" anchor="ctr"/>
          <a:lstStyle/>
          <a:p>
            <a:endParaRPr lang="en-GB">
              <a:solidFill>
                <a:schemeClr val="bg1"/>
              </a:solidFill>
            </a:endParaRPr>
          </a:p>
        </p:txBody>
      </p:sp>
    </p:spTree>
    <p:extLst>
      <p:ext uri="{BB962C8B-B14F-4D97-AF65-F5344CB8AC3E}">
        <p14:creationId xmlns:p14="http://schemas.microsoft.com/office/powerpoint/2010/main" val="3234984323"/>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49201F-4C62-73C1-5D02-47FC1133D852}"/>
              </a:ext>
            </a:extLst>
          </p:cNvPr>
          <p:cNvSpPr txBox="1"/>
          <p:nvPr/>
        </p:nvSpPr>
        <p:spPr>
          <a:xfrm>
            <a:off x="299484" y="407551"/>
            <a:ext cx="815929" cy="185115"/>
          </a:xfrm>
          <a:prstGeom prst="rect">
            <a:avLst/>
          </a:prstGeom>
          <a:noFill/>
        </p:spPr>
        <p:txBody>
          <a:bodyPr wrap="none" lIns="0" tIns="0" rIns="0" bIns="0" rtlCol="0">
            <a:spAutoFit/>
          </a:bodyPr>
          <a:lstStyle/>
          <a:p>
            <a:pPr marL="0" marR="0" lvl="0" indent="0" defTabSz="914400" rtl="0" eaLnBrk="1" fontAlgn="auto" latinLnBrk="0" hangingPunct="1">
              <a:lnSpc>
                <a:spcPct val="6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Darker Grotesque" pitchFamily="2" charset="0"/>
              </a:rPr>
              <a:t>Our Team</a:t>
            </a:r>
          </a:p>
        </p:txBody>
      </p:sp>
      <p:sp>
        <p:nvSpPr>
          <p:cNvPr id="8" name="Freeform: Shape 60">
            <a:extLst>
              <a:ext uri="{FF2B5EF4-FFF2-40B4-BE49-F238E27FC236}">
                <a16:creationId xmlns:a16="http://schemas.microsoft.com/office/drawing/2014/main" id="{3EB79F44-700A-65A4-5B9C-462DCECB8D6F}"/>
              </a:ext>
            </a:extLst>
          </p:cNvPr>
          <p:cNvSpPr/>
          <p:nvPr/>
        </p:nvSpPr>
        <p:spPr>
          <a:xfrm>
            <a:off x="6577253" y="2926009"/>
            <a:ext cx="483411" cy="589426"/>
          </a:xfrm>
          <a:custGeom>
            <a:avLst/>
            <a:gdLst>
              <a:gd name="connsiteX0" fmla="*/ 389441 w 483411"/>
              <a:gd name="connsiteY0" fmla="*/ 34142 h 589426"/>
              <a:gd name="connsiteX1" fmla="*/ 70955 w 483411"/>
              <a:gd name="connsiteY1" fmla="*/ 85409 h 589426"/>
              <a:gd name="connsiteX2" fmla="*/ 42884 w 483411"/>
              <a:gd name="connsiteY2" fmla="*/ 144439 h 589426"/>
              <a:gd name="connsiteX3" fmla="*/ 21025 w 483411"/>
              <a:gd name="connsiteY3" fmla="*/ 248328 h 589426"/>
              <a:gd name="connsiteX4" fmla="*/ 22641 w 483411"/>
              <a:gd name="connsiteY4" fmla="*/ 303658 h 589426"/>
              <a:gd name="connsiteX5" fmla="*/ 29029 w 483411"/>
              <a:gd name="connsiteY5" fmla="*/ 314940 h 589426"/>
              <a:gd name="connsiteX6" fmla="*/ 4920 w 483411"/>
              <a:gd name="connsiteY6" fmla="*/ 345358 h 589426"/>
              <a:gd name="connsiteX7" fmla="*/ 19852 w 483411"/>
              <a:gd name="connsiteY7" fmla="*/ 399874 h 589426"/>
              <a:gd name="connsiteX8" fmla="*/ 27772 w 483411"/>
              <a:gd name="connsiteY8" fmla="*/ 430112 h 589426"/>
              <a:gd name="connsiteX9" fmla="*/ 77790 w 483411"/>
              <a:gd name="connsiteY9" fmla="*/ 463056 h 589426"/>
              <a:gd name="connsiteX10" fmla="*/ 120978 w 483411"/>
              <a:gd name="connsiteY10" fmla="*/ 512610 h 589426"/>
              <a:gd name="connsiteX11" fmla="*/ 332222 w 483411"/>
              <a:gd name="connsiteY11" fmla="*/ 590233 h 589426"/>
              <a:gd name="connsiteX12" fmla="*/ 461055 w 483411"/>
              <a:gd name="connsiteY12" fmla="*/ 476595 h 589426"/>
              <a:gd name="connsiteX13" fmla="*/ 484537 w 483411"/>
              <a:gd name="connsiteY13" fmla="*/ 175307 h 589426"/>
              <a:gd name="connsiteX14" fmla="*/ 389441 w 483411"/>
              <a:gd name="connsiteY14" fmla="*/ 34142 h 58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3411" h="589426">
                <a:moveTo>
                  <a:pt x="389441" y="34142"/>
                </a:moveTo>
                <a:cubicBezTo>
                  <a:pt x="289668" y="-17125"/>
                  <a:pt x="141128" y="-11621"/>
                  <a:pt x="70955" y="85409"/>
                </a:cubicBezTo>
                <a:cubicBezTo>
                  <a:pt x="59709" y="103822"/>
                  <a:pt x="48463" y="123950"/>
                  <a:pt x="42884" y="144439"/>
                </a:cubicBezTo>
                <a:cubicBezTo>
                  <a:pt x="36049" y="170975"/>
                  <a:pt x="23810" y="210239"/>
                  <a:pt x="21025" y="248328"/>
                </a:cubicBezTo>
                <a:cubicBezTo>
                  <a:pt x="19584" y="267643"/>
                  <a:pt x="21205" y="285605"/>
                  <a:pt x="22641" y="303658"/>
                </a:cubicBezTo>
                <a:cubicBezTo>
                  <a:pt x="23182" y="310066"/>
                  <a:pt x="29209" y="312593"/>
                  <a:pt x="29029" y="314940"/>
                </a:cubicBezTo>
                <a:cubicBezTo>
                  <a:pt x="27412" y="330013"/>
                  <a:pt x="11575" y="326403"/>
                  <a:pt x="4920" y="345358"/>
                </a:cubicBezTo>
                <a:cubicBezTo>
                  <a:pt x="2130" y="356640"/>
                  <a:pt x="7437" y="383357"/>
                  <a:pt x="19852" y="399874"/>
                </a:cubicBezTo>
                <a:cubicBezTo>
                  <a:pt x="25791" y="407817"/>
                  <a:pt x="20124" y="426682"/>
                  <a:pt x="27772" y="430112"/>
                </a:cubicBezTo>
                <a:cubicBezTo>
                  <a:pt x="45313" y="440040"/>
                  <a:pt x="58808" y="438235"/>
                  <a:pt x="77790" y="463056"/>
                </a:cubicBezTo>
                <a:cubicBezTo>
                  <a:pt x="91558" y="480115"/>
                  <a:pt x="103524" y="498980"/>
                  <a:pt x="120978" y="512610"/>
                </a:cubicBezTo>
                <a:cubicBezTo>
                  <a:pt x="157505" y="581026"/>
                  <a:pt x="261869" y="596551"/>
                  <a:pt x="332222" y="590233"/>
                </a:cubicBezTo>
                <a:cubicBezTo>
                  <a:pt x="397629" y="579763"/>
                  <a:pt x="437214" y="535084"/>
                  <a:pt x="461055" y="476595"/>
                </a:cubicBezTo>
                <a:cubicBezTo>
                  <a:pt x="498213" y="385342"/>
                  <a:pt x="485976" y="255821"/>
                  <a:pt x="484537" y="175307"/>
                </a:cubicBezTo>
                <a:cubicBezTo>
                  <a:pt x="485258" y="107703"/>
                  <a:pt x="446659" y="62302"/>
                  <a:pt x="389441" y="34142"/>
                </a:cubicBezTo>
                <a:close/>
              </a:path>
            </a:pathLst>
          </a:custGeom>
          <a:solidFill>
            <a:srgbClr val="FFFFFF"/>
          </a:solidFill>
          <a:ln w="8956" cap="flat">
            <a:noFill/>
            <a:prstDash val="solid"/>
            <a:miter/>
          </a:ln>
        </p:spPr>
        <p:txBody>
          <a:bodyPr rtlCol="0" anchor="ctr"/>
          <a:lstStyle/>
          <a:p>
            <a:endParaRPr lang="en-GB">
              <a:solidFill>
                <a:schemeClr val="bg1"/>
              </a:solidFill>
            </a:endParaRPr>
          </a:p>
        </p:txBody>
      </p:sp>
      <p:sp>
        <p:nvSpPr>
          <p:cNvPr id="9" name="Freeform: Shape 61">
            <a:extLst>
              <a:ext uri="{FF2B5EF4-FFF2-40B4-BE49-F238E27FC236}">
                <a16:creationId xmlns:a16="http://schemas.microsoft.com/office/drawing/2014/main" id="{26ED6135-CD53-DE59-EABE-73B654DEDB76}"/>
              </a:ext>
            </a:extLst>
          </p:cNvPr>
          <p:cNvSpPr/>
          <p:nvPr/>
        </p:nvSpPr>
        <p:spPr>
          <a:xfrm>
            <a:off x="6569129" y="2840718"/>
            <a:ext cx="570165" cy="690667"/>
          </a:xfrm>
          <a:custGeom>
            <a:avLst/>
            <a:gdLst>
              <a:gd name="connsiteX0" fmla="*/ 288435 w 570165"/>
              <a:gd name="connsiteY0" fmla="*/ 689333 h 690667"/>
              <a:gd name="connsiteX1" fmla="*/ 261532 w 570165"/>
              <a:gd name="connsiteY1" fmla="*/ 681571 h 690667"/>
              <a:gd name="connsiteX2" fmla="*/ 235082 w 570165"/>
              <a:gd name="connsiteY2" fmla="*/ 666227 h 690667"/>
              <a:gd name="connsiteX3" fmla="*/ 235535 w 570165"/>
              <a:gd name="connsiteY3" fmla="*/ 650702 h 690667"/>
              <a:gd name="connsiteX4" fmla="*/ 245608 w 570165"/>
              <a:gd name="connsiteY4" fmla="*/ 647994 h 690667"/>
              <a:gd name="connsiteX5" fmla="*/ 274579 w 570165"/>
              <a:gd name="connsiteY5" fmla="*/ 659367 h 690667"/>
              <a:gd name="connsiteX6" fmla="*/ 302830 w 570165"/>
              <a:gd name="connsiteY6" fmla="*/ 666227 h 690667"/>
              <a:gd name="connsiteX7" fmla="*/ 360317 w 570165"/>
              <a:gd name="connsiteY7" fmla="*/ 661172 h 690667"/>
              <a:gd name="connsiteX8" fmla="*/ 436341 w 570165"/>
              <a:gd name="connsiteY8" fmla="*/ 607377 h 690667"/>
              <a:gd name="connsiteX9" fmla="*/ 468999 w 570165"/>
              <a:gd name="connsiteY9" fmla="*/ 507099 h 690667"/>
              <a:gd name="connsiteX10" fmla="*/ 471520 w 570165"/>
              <a:gd name="connsiteY10" fmla="*/ 383803 h 690667"/>
              <a:gd name="connsiteX11" fmla="*/ 471698 w 570165"/>
              <a:gd name="connsiteY11" fmla="*/ 318996 h 690667"/>
              <a:gd name="connsiteX12" fmla="*/ 472599 w 570165"/>
              <a:gd name="connsiteY12" fmla="*/ 257260 h 690667"/>
              <a:gd name="connsiteX13" fmla="*/ 469719 w 570165"/>
              <a:gd name="connsiteY13" fmla="*/ 255995 h 690667"/>
              <a:gd name="connsiteX14" fmla="*/ 443181 w 570165"/>
              <a:gd name="connsiteY14" fmla="*/ 231173 h 690667"/>
              <a:gd name="connsiteX15" fmla="*/ 413041 w 570165"/>
              <a:gd name="connsiteY15" fmla="*/ 210413 h 690667"/>
              <a:gd name="connsiteX16" fmla="*/ 282407 w 570165"/>
              <a:gd name="connsiteY16" fmla="*/ 178912 h 690667"/>
              <a:gd name="connsiteX17" fmla="*/ 208632 w 570165"/>
              <a:gd name="connsiteY17" fmla="*/ 187760 h 690667"/>
              <a:gd name="connsiteX18" fmla="*/ 133148 w 570165"/>
              <a:gd name="connsiteY18" fmla="*/ 207978 h 690667"/>
              <a:gd name="connsiteX19" fmla="*/ 83037 w 570165"/>
              <a:gd name="connsiteY19" fmla="*/ 181621 h 690667"/>
              <a:gd name="connsiteX20" fmla="*/ 72960 w 570165"/>
              <a:gd name="connsiteY20" fmla="*/ 201658 h 690667"/>
              <a:gd name="connsiteX21" fmla="*/ 61534 w 570165"/>
              <a:gd name="connsiteY21" fmla="*/ 227112 h 690667"/>
              <a:gd name="connsiteX22" fmla="*/ 45073 w 570165"/>
              <a:gd name="connsiteY22" fmla="*/ 280726 h 690667"/>
              <a:gd name="connsiteX23" fmla="*/ 36164 w 570165"/>
              <a:gd name="connsiteY23" fmla="*/ 337319 h 690667"/>
              <a:gd name="connsiteX24" fmla="*/ 33195 w 570165"/>
              <a:gd name="connsiteY24" fmla="*/ 365391 h 690667"/>
              <a:gd name="connsiteX25" fmla="*/ 32927 w 570165"/>
              <a:gd name="connsiteY25" fmla="*/ 380644 h 690667"/>
              <a:gd name="connsiteX26" fmla="*/ 34723 w 570165"/>
              <a:gd name="connsiteY26" fmla="*/ 394635 h 690667"/>
              <a:gd name="connsiteX27" fmla="*/ 35536 w 570165"/>
              <a:gd name="connsiteY27" fmla="*/ 395266 h 690667"/>
              <a:gd name="connsiteX28" fmla="*/ 78091 w 570165"/>
              <a:gd name="connsiteY28" fmla="*/ 412506 h 690667"/>
              <a:gd name="connsiteX29" fmla="*/ 77638 w 570165"/>
              <a:gd name="connsiteY29" fmla="*/ 413951 h 690667"/>
              <a:gd name="connsiteX30" fmla="*/ 76470 w 570165"/>
              <a:gd name="connsiteY30" fmla="*/ 413770 h 690667"/>
              <a:gd name="connsiteX31" fmla="*/ 26539 w 570165"/>
              <a:gd name="connsiteY31" fmla="*/ 425594 h 690667"/>
              <a:gd name="connsiteX32" fmla="*/ 24110 w 570165"/>
              <a:gd name="connsiteY32" fmla="*/ 452131 h 690667"/>
              <a:gd name="connsiteX33" fmla="*/ 36705 w 570165"/>
              <a:gd name="connsiteY33" fmla="*/ 480382 h 690667"/>
              <a:gd name="connsiteX34" fmla="*/ 40843 w 570165"/>
              <a:gd name="connsiteY34" fmla="*/ 496809 h 690667"/>
              <a:gd name="connsiteX35" fmla="*/ 44173 w 570165"/>
              <a:gd name="connsiteY35" fmla="*/ 508091 h 690667"/>
              <a:gd name="connsiteX36" fmla="*/ 55867 w 570165"/>
              <a:gd name="connsiteY36" fmla="*/ 512243 h 690667"/>
              <a:gd name="connsiteX37" fmla="*/ 70530 w 570165"/>
              <a:gd name="connsiteY37" fmla="*/ 517208 h 690667"/>
              <a:gd name="connsiteX38" fmla="*/ 110748 w 570165"/>
              <a:gd name="connsiteY38" fmla="*/ 563963 h 690667"/>
              <a:gd name="connsiteX39" fmla="*/ 134861 w 570165"/>
              <a:gd name="connsiteY39" fmla="*/ 588152 h 690667"/>
              <a:gd name="connsiteX40" fmla="*/ 157353 w 570165"/>
              <a:gd name="connsiteY40" fmla="*/ 613064 h 690667"/>
              <a:gd name="connsiteX41" fmla="*/ 150693 w 570165"/>
              <a:gd name="connsiteY41" fmla="*/ 621819 h 690667"/>
              <a:gd name="connsiteX42" fmla="*/ 129190 w 570165"/>
              <a:gd name="connsiteY42" fmla="*/ 613064 h 690667"/>
              <a:gd name="connsiteX43" fmla="*/ 112009 w 570165"/>
              <a:gd name="connsiteY43" fmla="*/ 598171 h 690667"/>
              <a:gd name="connsiteX44" fmla="*/ 82677 w 570165"/>
              <a:gd name="connsiteY44" fmla="*/ 564053 h 690667"/>
              <a:gd name="connsiteX45" fmla="*/ 61986 w 570165"/>
              <a:gd name="connsiteY45" fmla="*/ 537426 h 690667"/>
              <a:gd name="connsiteX46" fmla="*/ 31126 w 570165"/>
              <a:gd name="connsiteY46" fmla="*/ 525060 h 690667"/>
              <a:gd name="connsiteX47" fmla="*/ 19159 w 570165"/>
              <a:gd name="connsiteY47" fmla="*/ 491213 h 690667"/>
              <a:gd name="connsiteX48" fmla="*/ 5484 w 570165"/>
              <a:gd name="connsiteY48" fmla="*/ 457275 h 690667"/>
              <a:gd name="connsiteX49" fmla="*/ 28969 w 570165"/>
              <a:gd name="connsiteY49" fmla="*/ 397884 h 690667"/>
              <a:gd name="connsiteX50" fmla="*/ 32927 w 570165"/>
              <a:gd name="connsiteY50" fmla="*/ 396169 h 690667"/>
              <a:gd name="connsiteX51" fmla="*/ 31758 w 570165"/>
              <a:gd name="connsiteY51" fmla="*/ 395176 h 690667"/>
              <a:gd name="connsiteX52" fmla="*/ 27616 w 570165"/>
              <a:gd name="connsiteY52" fmla="*/ 384796 h 690667"/>
              <a:gd name="connsiteX53" fmla="*/ 22401 w 570165"/>
              <a:gd name="connsiteY53" fmla="*/ 353024 h 690667"/>
              <a:gd name="connsiteX54" fmla="*/ 24470 w 570165"/>
              <a:gd name="connsiteY54" fmla="*/ 288399 h 690667"/>
              <a:gd name="connsiteX55" fmla="*/ 39674 w 570165"/>
              <a:gd name="connsiteY55" fmla="*/ 229459 h 690667"/>
              <a:gd name="connsiteX56" fmla="*/ 34275 w 570165"/>
              <a:gd name="connsiteY56" fmla="*/ 222238 h 690667"/>
              <a:gd name="connsiteX57" fmla="*/ 35356 w 570165"/>
              <a:gd name="connsiteY57" fmla="*/ 202110 h 690667"/>
              <a:gd name="connsiteX58" fmla="*/ 36705 w 570165"/>
              <a:gd name="connsiteY58" fmla="*/ 195973 h 690667"/>
              <a:gd name="connsiteX59" fmla="*/ 145206 w 570165"/>
              <a:gd name="connsiteY59" fmla="*/ 44787 h 690667"/>
              <a:gd name="connsiteX60" fmla="*/ 347902 w 570165"/>
              <a:gd name="connsiteY60" fmla="*/ 4080 h 690667"/>
              <a:gd name="connsiteX61" fmla="*/ 447499 w 570165"/>
              <a:gd name="connsiteY61" fmla="*/ 34137 h 690667"/>
              <a:gd name="connsiteX62" fmla="*/ 512904 w 570165"/>
              <a:gd name="connsiteY62" fmla="*/ 102101 h 690667"/>
              <a:gd name="connsiteX63" fmla="*/ 535036 w 570165"/>
              <a:gd name="connsiteY63" fmla="*/ 190647 h 690667"/>
              <a:gd name="connsiteX64" fmla="*/ 530988 w 570165"/>
              <a:gd name="connsiteY64" fmla="*/ 236590 h 690667"/>
              <a:gd name="connsiteX65" fmla="*/ 529099 w 570165"/>
              <a:gd name="connsiteY65" fmla="*/ 260237 h 690667"/>
              <a:gd name="connsiteX66" fmla="*/ 542954 w 570165"/>
              <a:gd name="connsiteY66" fmla="*/ 276755 h 690667"/>
              <a:gd name="connsiteX67" fmla="*/ 573452 w 570165"/>
              <a:gd name="connsiteY67" fmla="*/ 364668 h 690667"/>
              <a:gd name="connsiteX68" fmla="*/ 528649 w 570165"/>
              <a:gd name="connsiteY68" fmla="*/ 435522 h 690667"/>
              <a:gd name="connsiteX69" fmla="*/ 537105 w 570165"/>
              <a:gd name="connsiteY69" fmla="*/ 449874 h 690667"/>
              <a:gd name="connsiteX70" fmla="*/ 536297 w 570165"/>
              <a:gd name="connsiteY70" fmla="*/ 487242 h 690667"/>
              <a:gd name="connsiteX71" fmla="*/ 508406 w 570165"/>
              <a:gd name="connsiteY71" fmla="*/ 520818 h 690667"/>
              <a:gd name="connsiteX72" fmla="*/ 489064 w 570165"/>
              <a:gd name="connsiteY72" fmla="*/ 523075 h 690667"/>
              <a:gd name="connsiteX73" fmla="*/ 442368 w 570165"/>
              <a:gd name="connsiteY73" fmla="*/ 640774 h 690667"/>
              <a:gd name="connsiteX74" fmla="*/ 347634 w 570165"/>
              <a:gd name="connsiteY74" fmla="*/ 691139 h 690667"/>
              <a:gd name="connsiteX75" fmla="*/ 323881 w 570165"/>
              <a:gd name="connsiteY75" fmla="*/ 692763 h 690667"/>
              <a:gd name="connsiteX76" fmla="*/ 288435 w 570165"/>
              <a:gd name="connsiteY76" fmla="*/ 689333 h 690667"/>
              <a:gd name="connsiteX77" fmla="*/ 71163 w 570165"/>
              <a:gd name="connsiteY77" fmla="*/ 475146 h 690667"/>
              <a:gd name="connsiteX78" fmla="*/ 59557 w 570165"/>
              <a:gd name="connsiteY78" fmla="*/ 456914 h 690667"/>
              <a:gd name="connsiteX79" fmla="*/ 39674 w 570165"/>
              <a:gd name="connsiteY79" fmla="*/ 445090 h 690667"/>
              <a:gd name="connsiteX80" fmla="*/ 39134 w 570165"/>
              <a:gd name="connsiteY80" fmla="*/ 444007 h 690667"/>
              <a:gd name="connsiteX81" fmla="*/ 39854 w 570165"/>
              <a:gd name="connsiteY81" fmla="*/ 443465 h 690667"/>
              <a:gd name="connsiteX82" fmla="*/ 64863 w 570165"/>
              <a:gd name="connsiteY82" fmla="*/ 450055 h 690667"/>
              <a:gd name="connsiteX83" fmla="*/ 83217 w 570165"/>
              <a:gd name="connsiteY83" fmla="*/ 470092 h 690667"/>
              <a:gd name="connsiteX84" fmla="*/ 76470 w 570165"/>
              <a:gd name="connsiteY84" fmla="*/ 478306 h 690667"/>
              <a:gd name="connsiteX85" fmla="*/ 71163 w 570165"/>
              <a:gd name="connsiteY85" fmla="*/ 475146 h 69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70165" h="690667">
                <a:moveTo>
                  <a:pt x="288435" y="689333"/>
                </a:moveTo>
                <a:cubicBezTo>
                  <a:pt x="279258" y="687528"/>
                  <a:pt x="270261" y="685001"/>
                  <a:pt x="261532" y="681571"/>
                </a:cubicBezTo>
                <a:cubicBezTo>
                  <a:pt x="251819" y="677871"/>
                  <a:pt x="242102" y="674080"/>
                  <a:pt x="235082" y="666227"/>
                </a:cubicBezTo>
                <a:cubicBezTo>
                  <a:pt x="230944" y="661804"/>
                  <a:pt x="231124" y="654854"/>
                  <a:pt x="235535" y="650702"/>
                </a:cubicBezTo>
                <a:cubicBezTo>
                  <a:pt x="238232" y="648085"/>
                  <a:pt x="242010" y="647092"/>
                  <a:pt x="245608" y="647994"/>
                </a:cubicBezTo>
                <a:cubicBezTo>
                  <a:pt x="255777" y="650251"/>
                  <a:pt x="264682" y="655937"/>
                  <a:pt x="274579" y="659367"/>
                </a:cubicBezTo>
                <a:cubicBezTo>
                  <a:pt x="283756" y="662526"/>
                  <a:pt x="293201" y="664873"/>
                  <a:pt x="302830" y="666227"/>
                </a:cubicBezTo>
                <a:cubicBezTo>
                  <a:pt x="322173" y="668574"/>
                  <a:pt x="341695" y="666858"/>
                  <a:pt x="360317" y="661172"/>
                </a:cubicBezTo>
                <a:cubicBezTo>
                  <a:pt x="390817" y="652146"/>
                  <a:pt x="417539" y="633191"/>
                  <a:pt x="436341" y="607377"/>
                </a:cubicBezTo>
                <a:cubicBezTo>
                  <a:pt x="457305" y="577952"/>
                  <a:pt x="465853" y="542660"/>
                  <a:pt x="468999" y="507099"/>
                </a:cubicBezTo>
                <a:cubicBezTo>
                  <a:pt x="472599" y="466120"/>
                  <a:pt x="471160" y="424872"/>
                  <a:pt x="471520" y="383803"/>
                </a:cubicBezTo>
                <a:cubicBezTo>
                  <a:pt x="471698" y="362231"/>
                  <a:pt x="471520" y="340569"/>
                  <a:pt x="471698" y="318996"/>
                </a:cubicBezTo>
                <a:cubicBezTo>
                  <a:pt x="471788" y="298417"/>
                  <a:pt x="471250" y="277839"/>
                  <a:pt x="472599" y="257260"/>
                </a:cubicBezTo>
                <a:cubicBezTo>
                  <a:pt x="471520" y="257079"/>
                  <a:pt x="470620" y="256627"/>
                  <a:pt x="469719" y="255995"/>
                </a:cubicBezTo>
                <a:cubicBezTo>
                  <a:pt x="460094" y="248954"/>
                  <a:pt x="452446" y="238937"/>
                  <a:pt x="443181" y="231173"/>
                </a:cubicBezTo>
                <a:cubicBezTo>
                  <a:pt x="433732" y="223412"/>
                  <a:pt x="423654" y="216462"/>
                  <a:pt x="413041" y="210413"/>
                </a:cubicBezTo>
                <a:cubicBezTo>
                  <a:pt x="373456" y="187848"/>
                  <a:pt x="327752" y="178102"/>
                  <a:pt x="282407" y="178912"/>
                </a:cubicBezTo>
                <a:cubicBezTo>
                  <a:pt x="257574" y="179455"/>
                  <a:pt x="232925" y="182434"/>
                  <a:pt x="208632" y="187760"/>
                </a:cubicBezTo>
                <a:lnTo>
                  <a:pt x="133148" y="207978"/>
                </a:lnTo>
                <a:cubicBezTo>
                  <a:pt x="117676" y="197235"/>
                  <a:pt x="100130" y="189565"/>
                  <a:pt x="83037" y="181621"/>
                </a:cubicBezTo>
                <a:cubicBezTo>
                  <a:pt x="81240" y="188661"/>
                  <a:pt x="76109" y="195431"/>
                  <a:pt x="72960" y="201658"/>
                </a:cubicBezTo>
                <a:cubicBezTo>
                  <a:pt x="68822" y="209964"/>
                  <a:pt x="64956" y="218447"/>
                  <a:pt x="61534" y="227112"/>
                </a:cubicBezTo>
                <a:cubicBezTo>
                  <a:pt x="54698" y="244532"/>
                  <a:pt x="49211" y="262493"/>
                  <a:pt x="45073" y="280726"/>
                </a:cubicBezTo>
                <a:cubicBezTo>
                  <a:pt x="40843" y="299410"/>
                  <a:pt x="38506" y="318366"/>
                  <a:pt x="36164" y="337319"/>
                </a:cubicBezTo>
                <a:cubicBezTo>
                  <a:pt x="34996" y="346706"/>
                  <a:pt x="33735" y="356094"/>
                  <a:pt x="33195" y="365391"/>
                </a:cubicBezTo>
                <a:cubicBezTo>
                  <a:pt x="32927" y="370446"/>
                  <a:pt x="33014" y="375589"/>
                  <a:pt x="32927" y="380644"/>
                </a:cubicBezTo>
                <a:cubicBezTo>
                  <a:pt x="32834" y="384074"/>
                  <a:pt x="31758" y="391386"/>
                  <a:pt x="34723" y="394635"/>
                </a:cubicBezTo>
                <a:cubicBezTo>
                  <a:pt x="34996" y="394905"/>
                  <a:pt x="35264" y="395086"/>
                  <a:pt x="35536" y="395266"/>
                </a:cubicBezTo>
                <a:cubicBezTo>
                  <a:pt x="51821" y="390303"/>
                  <a:pt x="70623" y="395808"/>
                  <a:pt x="78091" y="412506"/>
                </a:cubicBezTo>
                <a:cubicBezTo>
                  <a:pt x="78359" y="413047"/>
                  <a:pt x="78179" y="413680"/>
                  <a:pt x="77638" y="413951"/>
                </a:cubicBezTo>
                <a:cubicBezTo>
                  <a:pt x="77278" y="414130"/>
                  <a:pt x="76742" y="414040"/>
                  <a:pt x="76470" y="413770"/>
                </a:cubicBezTo>
                <a:cubicBezTo>
                  <a:pt x="61266" y="400953"/>
                  <a:pt x="34903" y="408264"/>
                  <a:pt x="26539" y="425594"/>
                </a:cubicBezTo>
                <a:cubicBezTo>
                  <a:pt x="22849" y="433988"/>
                  <a:pt x="21949" y="443285"/>
                  <a:pt x="24110" y="452131"/>
                </a:cubicBezTo>
                <a:cubicBezTo>
                  <a:pt x="26447" y="462330"/>
                  <a:pt x="32747" y="470814"/>
                  <a:pt x="36705" y="480382"/>
                </a:cubicBezTo>
                <a:cubicBezTo>
                  <a:pt x="38774" y="485707"/>
                  <a:pt x="40122" y="491213"/>
                  <a:pt x="40843" y="496809"/>
                </a:cubicBezTo>
                <a:cubicBezTo>
                  <a:pt x="41383" y="500329"/>
                  <a:pt x="41563" y="505384"/>
                  <a:pt x="44173" y="508091"/>
                </a:cubicBezTo>
                <a:cubicBezTo>
                  <a:pt x="46870" y="510980"/>
                  <a:pt x="52177" y="511431"/>
                  <a:pt x="55867" y="512243"/>
                </a:cubicBezTo>
                <a:cubicBezTo>
                  <a:pt x="60905" y="513237"/>
                  <a:pt x="65852" y="514861"/>
                  <a:pt x="70530" y="517208"/>
                </a:cubicBezTo>
                <a:cubicBezTo>
                  <a:pt x="88616" y="526685"/>
                  <a:pt x="97881" y="548889"/>
                  <a:pt x="110748" y="563963"/>
                </a:cubicBezTo>
                <a:cubicBezTo>
                  <a:pt x="118216" y="572627"/>
                  <a:pt x="126224" y="580751"/>
                  <a:pt x="134861" y="588152"/>
                </a:cubicBezTo>
                <a:cubicBezTo>
                  <a:pt x="143045" y="595373"/>
                  <a:pt x="156272" y="601240"/>
                  <a:pt x="157353" y="613064"/>
                </a:cubicBezTo>
                <a:cubicBezTo>
                  <a:pt x="157713" y="616945"/>
                  <a:pt x="154291" y="620826"/>
                  <a:pt x="150693" y="621819"/>
                </a:cubicBezTo>
                <a:cubicBezTo>
                  <a:pt x="141969" y="624256"/>
                  <a:pt x="135669" y="618209"/>
                  <a:pt x="129190" y="613064"/>
                </a:cubicBezTo>
                <a:cubicBezTo>
                  <a:pt x="123255" y="608370"/>
                  <a:pt x="117496" y="603406"/>
                  <a:pt x="112009" y="598171"/>
                </a:cubicBezTo>
                <a:cubicBezTo>
                  <a:pt x="101211" y="587701"/>
                  <a:pt x="91406" y="576328"/>
                  <a:pt x="82677" y="564053"/>
                </a:cubicBezTo>
                <a:cubicBezTo>
                  <a:pt x="76382" y="555207"/>
                  <a:pt x="71071" y="543834"/>
                  <a:pt x="61986" y="537426"/>
                </a:cubicBezTo>
                <a:cubicBezTo>
                  <a:pt x="52717" y="531018"/>
                  <a:pt x="40215" y="532642"/>
                  <a:pt x="31126" y="525060"/>
                </a:cubicBezTo>
                <a:cubicBezTo>
                  <a:pt x="20152" y="516034"/>
                  <a:pt x="22401" y="503578"/>
                  <a:pt x="19159" y="491213"/>
                </a:cubicBezTo>
                <a:cubicBezTo>
                  <a:pt x="16102" y="479389"/>
                  <a:pt x="8005" y="469550"/>
                  <a:pt x="5484" y="457275"/>
                </a:cubicBezTo>
                <a:cubicBezTo>
                  <a:pt x="1078" y="435433"/>
                  <a:pt x="7733" y="408715"/>
                  <a:pt x="28969" y="397884"/>
                </a:cubicBezTo>
                <a:cubicBezTo>
                  <a:pt x="30225" y="397252"/>
                  <a:pt x="31578" y="396711"/>
                  <a:pt x="32927" y="396169"/>
                </a:cubicBezTo>
                <a:cubicBezTo>
                  <a:pt x="32474" y="395899"/>
                  <a:pt x="32114" y="395537"/>
                  <a:pt x="31758" y="395176"/>
                </a:cubicBezTo>
                <a:cubicBezTo>
                  <a:pt x="29417" y="392559"/>
                  <a:pt x="28428" y="388135"/>
                  <a:pt x="27616" y="384796"/>
                </a:cubicBezTo>
                <a:cubicBezTo>
                  <a:pt x="25186" y="374417"/>
                  <a:pt x="23838" y="363586"/>
                  <a:pt x="22401" y="353024"/>
                </a:cubicBezTo>
                <a:cubicBezTo>
                  <a:pt x="19519" y="331543"/>
                  <a:pt x="21048" y="309699"/>
                  <a:pt x="24470" y="288399"/>
                </a:cubicBezTo>
                <a:cubicBezTo>
                  <a:pt x="27708" y="268271"/>
                  <a:pt x="32747" y="248595"/>
                  <a:pt x="39674" y="229459"/>
                </a:cubicBezTo>
                <a:cubicBezTo>
                  <a:pt x="37153" y="227744"/>
                  <a:pt x="35264" y="225127"/>
                  <a:pt x="34275" y="222238"/>
                </a:cubicBezTo>
                <a:cubicBezTo>
                  <a:pt x="32026" y="215559"/>
                  <a:pt x="34095" y="208789"/>
                  <a:pt x="35356" y="202110"/>
                </a:cubicBezTo>
                <a:cubicBezTo>
                  <a:pt x="35804" y="200034"/>
                  <a:pt x="36256" y="198049"/>
                  <a:pt x="36705" y="195973"/>
                </a:cubicBezTo>
                <a:cubicBezTo>
                  <a:pt x="35624" y="129902"/>
                  <a:pt x="90953" y="75113"/>
                  <a:pt x="145206" y="44787"/>
                </a:cubicBezTo>
                <a:cubicBezTo>
                  <a:pt x="206115" y="10759"/>
                  <a:pt x="278717" y="-3503"/>
                  <a:pt x="347902" y="4080"/>
                </a:cubicBezTo>
                <a:cubicBezTo>
                  <a:pt x="382633" y="7870"/>
                  <a:pt x="417179" y="16535"/>
                  <a:pt x="447499" y="34137"/>
                </a:cubicBezTo>
                <a:cubicBezTo>
                  <a:pt x="475298" y="50114"/>
                  <a:pt x="497880" y="73760"/>
                  <a:pt x="512904" y="102101"/>
                </a:cubicBezTo>
                <a:cubicBezTo>
                  <a:pt x="527030" y="129179"/>
                  <a:pt x="534228" y="160140"/>
                  <a:pt x="535036" y="190647"/>
                </a:cubicBezTo>
                <a:cubicBezTo>
                  <a:pt x="535396" y="206081"/>
                  <a:pt x="534047" y="221517"/>
                  <a:pt x="530988" y="236590"/>
                </a:cubicBezTo>
                <a:cubicBezTo>
                  <a:pt x="529549" y="244172"/>
                  <a:pt x="527300" y="252566"/>
                  <a:pt x="529099" y="260237"/>
                </a:cubicBezTo>
                <a:cubicBezTo>
                  <a:pt x="530808" y="267729"/>
                  <a:pt x="537735" y="271881"/>
                  <a:pt x="542954" y="276755"/>
                </a:cubicBezTo>
                <a:cubicBezTo>
                  <a:pt x="566525" y="299501"/>
                  <a:pt x="577771" y="332176"/>
                  <a:pt x="573452" y="364668"/>
                </a:cubicBezTo>
                <a:cubicBezTo>
                  <a:pt x="569584" y="392198"/>
                  <a:pt x="552939" y="420900"/>
                  <a:pt x="528649" y="435522"/>
                </a:cubicBezTo>
                <a:cubicBezTo>
                  <a:pt x="532249" y="439765"/>
                  <a:pt x="535126" y="444638"/>
                  <a:pt x="537105" y="449874"/>
                </a:cubicBezTo>
                <a:cubicBezTo>
                  <a:pt x="541874" y="461969"/>
                  <a:pt x="541513" y="475417"/>
                  <a:pt x="536297" y="487242"/>
                </a:cubicBezTo>
                <a:cubicBezTo>
                  <a:pt x="530988" y="499517"/>
                  <a:pt x="520462" y="514410"/>
                  <a:pt x="508406" y="520818"/>
                </a:cubicBezTo>
                <a:cubicBezTo>
                  <a:pt x="502559" y="524158"/>
                  <a:pt x="495541" y="524970"/>
                  <a:pt x="489064" y="523075"/>
                </a:cubicBezTo>
                <a:cubicBezTo>
                  <a:pt x="485103" y="566310"/>
                  <a:pt x="473229" y="607558"/>
                  <a:pt x="442368" y="640774"/>
                </a:cubicBezTo>
                <a:cubicBezTo>
                  <a:pt x="417627" y="667491"/>
                  <a:pt x="383801" y="685993"/>
                  <a:pt x="347634" y="691139"/>
                </a:cubicBezTo>
                <a:cubicBezTo>
                  <a:pt x="339806" y="692222"/>
                  <a:pt x="331798" y="692763"/>
                  <a:pt x="323881" y="692763"/>
                </a:cubicBezTo>
                <a:cubicBezTo>
                  <a:pt x="312007" y="692674"/>
                  <a:pt x="300041" y="691589"/>
                  <a:pt x="288435" y="689333"/>
                </a:cubicBezTo>
                <a:close/>
                <a:moveTo>
                  <a:pt x="71163" y="475146"/>
                </a:moveTo>
                <a:cubicBezTo>
                  <a:pt x="67745" y="468467"/>
                  <a:pt x="65136" y="462330"/>
                  <a:pt x="59557" y="456914"/>
                </a:cubicBezTo>
                <a:cubicBezTo>
                  <a:pt x="53890" y="451589"/>
                  <a:pt x="47050" y="447527"/>
                  <a:pt x="39674" y="445090"/>
                </a:cubicBezTo>
                <a:cubicBezTo>
                  <a:pt x="39222" y="444909"/>
                  <a:pt x="38954" y="444459"/>
                  <a:pt x="39134" y="444007"/>
                </a:cubicBezTo>
                <a:cubicBezTo>
                  <a:pt x="39222" y="443646"/>
                  <a:pt x="39494" y="443465"/>
                  <a:pt x="39854" y="443465"/>
                </a:cubicBezTo>
                <a:cubicBezTo>
                  <a:pt x="48671" y="443014"/>
                  <a:pt x="57395" y="445361"/>
                  <a:pt x="64863" y="450055"/>
                </a:cubicBezTo>
                <a:cubicBezTo>
                  <a:pt x="72599" y="454747"/>
                  <a:pt x="79707" y="461607"/>
                  <a:pt x="83217" y="470092"/>
                </a:cubicBezTo>
                <a:cubicBezTo>
                  <a:pt x="85106" y="474696"/>
                  <a:pt x="80700" y="478306"/>
                  <a:pt x="76470" y="478306"/>
                </a:cubicBezTo>
                <a:cubicBezTo>
                  <a:pt x="74313" y="478395"/>
                  <a:pt x="72151" y="477133"/>
                  <a:pt x="71163" y="475146"/>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stretch>
              <a:fillRect l="-212069" r="-6185"/>
            </a:stretch>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dirty="0">
              <a:solidFill>
                <a:schemeClr val="bg1"/>
              </a:solidFill>
              <a:cs typeface="Poppins SemiBold" panose="00000700000000000000" pitchFamily="2" charset="0"/>
            </a:endParaRPr>
          </a:p>
        </p:txBody>
      </p:sp>
      <p:sp>
        <p:nvSpPr>
          <p:cNvPr id="5" name="Freeform: Shape 129">
            <a:extLst>
              <a:ext uri="{FF2B5EF4-FFF2-40B4-BE49-F238E27FC236}">
                <a16:creationId xmlns:a16="http://schemas.microsoft.com/office/drawing/2014/main" id="{017027EC-CA7C-4B81-711A-39359E50F419}"/>
              </a:ext>
            </a:extLst>
          </p:cNvPr>
          <p:cNvSpPr/>
          <p:nvPr/>
        </p:nvSpPr>
        <p:spPr>
          <a:xfrm>
            <a:off x="4861338" y="3007822"/>
            <a:ext cx="494110" cy="496266"/>
          </a:xfrm>
          <a:custGeom>
            <a:avLst/>
            <a:gdLst>
              <a:gd name="connsiteX0" fmla="*/ 91211 w 494110"/>
              <a:gd name="connsiteY0" fmla="*/ 211457 h 496266"/>
              <a:gd name="connsiteX1" fmla="*/ 1348 w 494110"/>
              <a:gd name="connsiteY1" fmla="*/ 284795 h 496266"/>
              <a:gd name="connsiteX2" fmla="*/ 89747 w 494110"/>
              <a:gd name="connsiteY2" fmla="*/ 350489 h 496266"/>
              <a:gd name="connsiteX3" fmla="*/ 115816 w 494110"/>
              <a:gd name="connsiteY3" fmla="*/ 381128 h 496266"/>
              <a:gd name="connsiteX4" fmla="*/ 347574 w 494110"/>
              <a:gd name="connsiteY4" fmla="*/ 495886 h 496266"/>
              <a:gd name="connsiteX5" fmla="*/ 464095 w 494110"/>
              <a:gd name="connsiteY5" fmla="*/ 413791 h 496266"/>
              <a:gd name="connsiteX6" fmla="*/ 493878 w 494110"/>
              <a:gd name="connsiteY6" fmla="*/ 278439 h 496266"/>
              <a:gd name="connsiteX7" fmla="*/ 464284 w 494110"/>
              <a:gd name="connsiteY7" fmla="*/ 120983 h 496266"/>
              <a:gd name="connsiteX8" fmla="*/ 220184 w 494110"/>
              <a:gd name="connsiteY8" fmla="*/ 2073 h 496266"/>
              <a:gd name="connsiteX9" fmla="*/ 91211 w 494110"/>
              <a:gd name="connsiteY9" fmla="*/ 211457 h 49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4110" h="496266">
                <a:moveTo>
                  <a:pt x="91211" y="211457"/>
                </a:moveTo>
                <a:cubicBezTo>
                  <a:pt x="91211" y="211457"/>
                  <a:pt x="-12952" y="215652"/>
                  <a:pt x="1348" y="284795"/>
                </a:cubicBezTo>
                <a:cubicBezTo>
                  <a:pt x="17361" y="362198"/>
                  <a:pt x="89747" y="350489"/>
                  <a:pt x="89747" y="350489"/>
                </a:cubicBezTo>
                <a:lnTo>
                  <a:pt x="115816" y="381128"/>
                </a:lnTo>
                <a:cubicBezTo>
                  <a:pt x="115816" y="381128"/>
                  <a:pt x="204189" y="503949"/>
                  <a:pt x="347574" y="495886"/>
                </a:cubicBezTo>
                <a:cubicBezTo>
                  <a:pt x="347574" y="495886"/>
                  <a:pt x="421475" y="489959"/>
                  <a:pt x="464095" y="413791"/>
                </a:cubicBezTo>
                <a:cubicBezTo>
                  <a:pt x="491550" y="364728"/>
                  <a:pt x="495205" y="309755"/>
                  <a:pt x="493878" y="278439"/>
                </a:cubicBezTo>
                <a:cubicBezTo>
                  <a:pt x="490438" y="197459"/>
                  <a:pt x="464284" y="120983"/>
                  <a:pt x="464284" y="120983"/>
                </a:cubicBezTo>
                <a:cubicBezTo>
                  <a:pt x="464284" y="120983"/>
                  <a:pt x="390665" y="-18513"/>
                  <a:pt x="220184" y="2073"/>
                </a:cubicBezTo>
                <a:cubicBezTo>
                  <a:pt x="84655" y="18439"/>
                  <a:pt x="98477" y="166246"/>
                  <a:pt x="91211" y="211457"/>
                </a:cubicBezTo>
                <a:close/>
              </a:path>
            </a:pathLst>
          </a:custGeom>
          <a:solidFill>
            <a:srgbClr val="FFFFFF"/>
          </a:solidFill>
          <a:ln w="8552" cap="flat">
            <a:noFill/>
            <a:prstDash val="solid"/>
            <a:miter/>
          </a:ln>
        </p:spPr>
        <p:txBody>
          <a:bodyPr rtlCol="0" anchor="ctr"/>
          <a:lstStyle/>
          <a:p>
            <a:endParaRPr lang="en-GB" dirty="0">
              <a:solidFill>
                <a:schemeClr val="bg1"/>
              </a:solidFill>
            </a:endParaRPr>
          </a:p>
        </p:txBody>
      </p:sp>
      <p:cxnSp>
        <p:nvCxnSpPr>
          <p:cNvPr id="6" name="Straight Connector 5">
            <a:extLst>
              <a:ext uri="{FF2B5EF4-FFF2-40B4-BE49-F238E27FC236}">
                <a16:creationId xmlns:a16="http://schemas.microsoft.com/office/drawing/2014/main" id="{DAF469FA-AF7F-70C6-5D0C-057DB7FD6D02}"/>
              </a:ext>
            </a:extLst>
          </p:cNvPr>
          <p:cNvCxnSpPr/>
          <p:nvPr/>
        </p:nvCxnSpPr>
        <p:spPr>
          <a:xfrm>
            <a:off x="334409" y="617429"/>
            <a:ext cx="11644423" cy="0"/>
          </a:xfrm>
          <a:prstGeom prst="line">
            <a:avLst/>
          </a:prstGeom>
          <a:noFill/>
          <a:ln w="6350" cap="rnd">
            <a:solidFill>
              <a:schemeClr val="bg1">
                <a:alpha val="50000"/>
              </a:schemeClr>
            </a:solidFill>
            <a:round/>
          </a:ln>
        </p:spPr>
        <p:style>
          <a:lnRef idx="2">
            <a:schemeClr val="accent1">
              <a:shade val="50000"/>
            </a:schemeClr>
          </a:lnRef>
          <a:fillRef idx="1">
            <a:schemeClr val="accent1"/>
          </a:fillRef>
          <a:effectRef idx="0">
            <a:schemeClr val="accent1"/>
          </a:effectRef>
          <a:fontRef idx="minor">
            <a:schemeClr val="lt1"/>
          </a:fontRef>
        </p:style>
      </p:cxnSp>
      <p:sp useBgFill="1">
        <p:nvSpPr>
          <p:cNvPr id="51" name="Oval 50">
            <a:extLst>
              <a:ext uri="{FF2B5EF4-FFF2-40B4-BE49-F238E27FC236}">
                <a16:creationId xmlns:a16="http://schemas.microsoft.com/office/drawing/2014/main" id="{09683DC7-473B-6AA2-69C1-28122D7CF70F}"/>
              </a:ext>
            </a:extLst>
          </p:cNvPr>
          <p:cNvSpPr/>
          <p:nvPr/>
        </p:nvSpPr>
        <p:spPr>
          <a:xfrm>
            <a:off x="5877132" y="332523"/>
            <a:ext cx="507586" cy="507586"/>
          </a:xfrm>
          <a:prstGeom prst="ellipse">
            <a:avLst/>
          </a:prstGeom>
          <a:blipFill dpi="0" rotWithShape="0">
            <a:blip r:embed="rId4">
              <a:lum/>
            </a:blip>
            <a:srcRect/>
            <a:stretch>
              <a:fillRect l="-1922467" t="-367961" r="-379491" b="-883140"/>
            </a:stretch>
          </a:blipFill>
          <a:ln w="6350">
            <a:solidFill>
              <a:schemeClr val="bg1"/>
            </a:solidFill>
          </a:ln>
          <a:effectLst>
            <a:innerShdw blurRad="279400">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GB" dirty="0">
              <a:latin typeface="Darker Grotesque" pitchFamily="2" charset="0"/>
            </a:endParaRPr>
          </a:p>
        </p:txBody>
      </p:sp>
      <p:pic>
        <p:nvPicPr>
          <p:cNvPr id="52" name="Graphic 51">
            <a:extLst>
              <a:ext uri="{FF2B5EF4-FFF2-40B4-BE49-F238E27FC236}">
                <a16:creationId xmlns:a16="http://schemas.microsoft.com/office/drawing/2014/main" id="{31D8CC29-B332-A082-0B8B-3852195CB9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04925" y="460316"/>
            <a:ext cx="252000" cy="252000"/>
          </a:xfrm>
          <a:prstGeom prst="rect">
            <a:avLst/>
          </a:prstGeom>
        </p:spPr>
      </p:pic>
      <p:sp>
        <p:nvSpPr>
          <p:cNvPr id="107" name="Rounded Rectangle 16">
            <a:extLst>
              <a:ext uri="{FF2B5EF4-FFF2-40B4-BE49-F238E27FC236}">
                <a16:creationId xmlns:a16="http://schemas.microsoft.com/office/drawing/2014/main" id="{DF1368F0-C8E9-A8C9-68D1-18598C420CF5}"/>
              </a:ext>
            </a:extLst>
          </p:cNvPr>
          <p:cNvSpPr/>
          <p:nvPr/>
        </p:nvSpPr>
        <p:spPr>
          <a:xfrm>
            <a:off x="7740098" y="3259975"/>
            <a:ext cx="1336313" cy="1229408"/>
          </a:xfrm>
          <a:prstGeom prst="roundRect">
            <a:avLst/>
          </a:prstGeom>
          <a:solidFill>
            <a:schemeClr val="bg1">
              <a:alpha val="10000"/>
            </a:schemeClr>
          </a:solidFill>
          <a:ln w="6350" cap="rnd">
            <a:solidFill>
              <a:schemeClr val="bg1">
                <a:alpha val="5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LT" sz="1000" spc="30">
              <a:solidFill>
                <a:schemeClr val="bg1"/>
              </a:solidFill>
              <a:cs typeface="Poppins SemiBold" panose="00000700000000000000" pitchFamily="2" charset="0"/>
            </a:endParaRPr>
          </a:p>
        </p:txBody>
      </p:sp>
      <p:sp>
        <p:nvSpPr>
          <p:cNvPr id="109" name="TextBox 108">
            <a:extLst>
              <a:ext uri="{FF2B5EF4-FFF2-40B4-BE49-F238E27FC236}">
                <a16:creationId xmlns:a16="http://schemas.microsoft.com/office/drawing/2014/main" id="{0A4F91A5-E3F8-F325-A94A-41D1E60F00DE}"/>
              </a:ext>
            </a:extLst>
          </p:cNvPr>
          <p:cNvSpPr txBox="1"/>
          <p:nvPr/>
        </p:nvSpPr>
        <p:spPr>
          <a:xfrm>
            <a:off x="8069315" y="4701877"/>
            <a:ext cx="708272" cy="275717"/>
          </a:xfrm>
          <a:prstGeom prst="rect">
            <a:avLst/>
          </a:prstGeom>
          <a:noFill/>
        </p:spPr>
        <p:txBody>
          <a:bodyPr wrap="none" rtlCol="0">
            <a:spAutoFit/>
          </a:bodyPr>
          <a:lstStyle/>
          <a:p>
            <a:pPr algn="ctr">
              <a:lnSpc>
                <a:spcPct val="70000"/>
              </a:lnSpc>
            </a:pPr>
            <a:r>
              <a:rPr lang="en-US" sz="1600" dirty="0">
                <a:solidFill>
                  <a:schemeClr val="bg1"/>
                </a:solidFill>
                <a:latin typeface="+mj-lt"/>
              </a:rPr>
              <a:t>Angad</a:t>
            </a:r>
            <a:endParaRPr lang="en-GB" sz="1600" dirty="0">
              <a:solidFill>
                <a:schemeClr val="bg1"/>
              </a:solidFill>
              <a:latin typeface="+mj-lt"/>
            </a:endParaRPr>
          </a:p>
        </p:txBody>
      </p:sp>
      <p:sp>
        <p:nvSpPr>
          <p:cNvPr id="110" name="Freeform: Shape 109">
            <a:extLst>
              <a:ext uri="{FF2B5EF4-FFF2-40B4-BE49-F238E27FC236}">
                <a16:creationId xmlns:a16="http://schemas.microsoft.com/office/drawing/2014/main" id="{F224837E-4895-FAB0-5DCD-07FD0A0208C9}"/>
              </a:ext>
            </a:extLst>
          </p:cNvPr>
          <p:cNvSpPr/>
          <p:nvPr/>
        </p:nvSpPr>
        <p:spPr>
          <a:xfrm>
            <a:off x="7862416" y="3421391"/>
            <a:ext cx="1087969" cy="1058488"/>
          </a:xfrm>
          <a:custGeom>
            <a:avLst/>
            <a:gdLst>
              <a:gd name="connsiteX0" fmla="*/ 1071140 w 1087969"/>
              <a:gd name="connsiteY0" fmla="*/ 1036331 h 1058488"/>
              <a:gd name="connsiteX1" fmla="*/ 1085169 w 1087969"/>
              <a:gd name="connsiteY1" fmla="*/ 971399 h 1058488"/>
              <a:gd name="connsiteX2" fmla="*/ 1052101 w 1087969"/>
              <a:gd name="connsiteY2" fmla="*/ 767232 h 1058488"/>
              <a:gd name="connsiteX3" fmla="*/ 1043305 w 1087969"/>
              <a:gd name="connsiteY3" fmla="*/ 592055 h 1058488"/>
              <a:gd name="connsiteX4" fmla="*/ 972176 w 1087969"/>
              <a:gd name="connsiteY4" fmla="*/ 299853 h 1058488"/>
              <a:gd name="connsiteX5" fmla="*/ 852959 w 1087969"/>
              <a:gd name="connsiteY5" fmla="*/ 171679 h 1058488"/>
              <a:gd name="connsiteX6" fmla="*/ 748699 w 1087969"/>
              <a:gd name="connsiteY6" fmla="*/ 80880 h 1058488"/>
              <a:gd name="connsiteX7" fmla="*/ 744439 w 1087969"/>
              <a:gd name="connsiteY7" fmla="*/ 76956 h 1058488"/>
              <a:gd name="connsiteX8" fmla="*/ 594725 w 1087969"/>
              <a:gd name="connsiteY8" fmla="*/ 4350 h 1058488"/>
              <a:gd name="connsiteX9" fmla="*/ 519266 w 1087969"/>
              <a:gd name="connsiteY9" fmla="*/ 38066 h 1058488"/>
              <a:gd name="connsiteX10" fmla="*/ 360309 w 1087969"/>
              <a:gd name="connsiteY10" fmla="*/ 49840 h 1058488"/>
              <a:gd name="connsiteX11" fmla="*/ 328759 w 1087969"/>
              <a:gd name="connsiteY11" fmla="*/ 104784 h 1058488"/>
              <a:gd name="connsiteX12" fmla="*/ 260595 w 1087969"/>
              <a:gd name="connsiteY12" fmla="*/ 122087 h 1058488"/>
              <a:gd name="connsiteX13" fmla="*/ 213863 w 1087969"/>
              <a:gd name="connsiteY13" fmla="*/ 256771 h 1058488"/>
              <a:gd name="connsiteX14" fmla="*/ 227857 w 1087969"/>
              <a:gd name="connsiteY14" fmla="*/ 268635 h 1058488"/>
              <a:gd name="connsiteX15" fmla="*/ 67114 w 1087969"/>
              <a:gd name="connsiteY15" fmla="*/ 540678 h 1058488"/>
              <a:gd name="connsiteX16" fmla="*/ 34966 w 1087969"/>
              <a:gd name="connsiteY16" fmla="*/ 787747 h 1058488"/>
              <a:gd name="connsiteX17" fmla="*/ 7282 w 1087969"/>
              <a:gd name="connsiteY17" fmla="*/ 888537 h 1058488"/>
              <a:gd name="connsiteX18" fmla="*/ 1031 w 1087969"/>
              <a:gd name="connsiteY18" fmla="*/ 1009840 h 1058488"/>
              <a:gd name="connsiteX19" fmla="*/ 15560 w 1087969"/>
              <a:gd name="connsiteY19" fmla="*/ 1041684 h 1058488"/>
              <a:gd name="connsiteX20" fmla="*/ 839313 w 1087969"/>
              <a:gd name="connsiteY20" fmla="*/ 1036510 h 1058488"/>
              <a:gd name="connsiteX21" fmla="*/ 1071140 w 1087969"/>
              <a:gd name="connsiteY21" fmla="*/ 1036331 h 105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7969" h="1058488">
                <a:moveTo>
                  <a:pt x="1071140" y="1036331"/>
                </a:moveTo>
                <a:cubicBezTo>
                  <a:pt x="1097805" y="1035083"/>
                  <a:pt x="1087080" y="988524"/>
                  <a:pt x="1085169" y="971399"/>
                </a:cubicBezTo>
                <a:cubicBezTo>
                  <a:pt x="1076212" y="898347"/>
                  <a:pt x="1060415" y="832701"/>
                  <a:pt x="1052101" y="767232"/>
                </a:cubicBezTo>
                <a:cubicBezTo>
                  <a:pt x="1046930" y="706133"/>
                  <a:pt x="1048895" y="653152"/>
                  <a:pt x="1043305" y="592055"/>
                </a:cubicBezTo>
                <a:cubicBezTo>
                  <a:pt x="1036937" y="520163"/>
                  <a:pt x="1021845" y="389760"/>
                  <a:pt x="972176" y="299853"/>
                </a:cubicBezTo>
                <a:cubicBezTo>
                  <a:pt x="944716" y="250171"/>
                  <a:pt x="890768" y="188717"/>
                  <a:pt x="852959" y="171679"/>
                </a:cubicBezTo>
                <a:cubicBezTo>
                  <a:pt x="841787" y="122712"/>
                  <a:pt x="806700" y="82217"/>
                  <a:pt x="748699" y="80880"/>
                </a:cubicBezTo>
                <a:cubicBezTo>
                  <a:pt x="747056" y="80880"/>
                  <a:pt x="745511" y="78204"/>
                  <a:pt x="744439" y="76956"/>
                </a:cubicBezTo>
                <a:cubicBezTo>
                  <a:pt x="704370" y="30218"/>
                  <a:pt x="656236" y="-2339"/>
                  <a:pt x="594725" y="4350"/>
                </a:cubicBezTo>
                <a:cubicBezTo>
                  <a:pt x="568953" y="5511"/>
                  <a:pt x="543948" y="32803"/>
                  <a:pt x="519266" y="38066"/>
                </a:cubicBezTo>
                <a:cubicBezTo>
                  <a:pt x="505442" y="39939"/>
                  <a:pt x="449610" y="9346"/>
                  <a:pt x="360309" y="49840"/>
                </a:cubicBezTo>
                <a:cubicBezTo>
                  <a:pt x="343190" y="58581"/>
                  <a:pt x="341913" y="88817"/>
                  <a:pt x="328759" y="104784"/>
                </a:cubicBezTo>
                <a:cubicBezTo>
                  <a:pt x="315604" y="120839"/>
                  <a:pt x="280241" y="109868"/>
                  <a:pt x="260595" y="122087"/>
                </a:cubicBezTo>
                <a:cubicBezTo>
                  <a:pt x="187546" y="165436"/>
                  <a:pt x="198262" y="228855"/>
                  <a:pt x="213863" y="256771"/>
                </a:cubicBezTo>
                <a:cubicBezTo>
                  <a:pt x="219445" y="266673"/>
                  <a:pt x="227116" y="267921"/>
                  <a:pt x="227857" y="268635"/>
                </a:cubicBezTo>
                <a:cubicBezTo>
                  <a:pt x="161595" y="360682"/>
                  <a:pt x="93913" y="428114"/>
                  <a:pt x="67114" y="540678"/>
                </a:cubicBezTo>
                <a:cubicBezTo>
                  <a:pt x="49745" y="624253"/>
                  <a:pt x="49513" y="703726"/>
                  <a:pt x="34966" y="787747"/>
                </a:cubicBezTo>
                <a:cubicBezTo>
                  <a:pt x="29831" y="816824"/>
                  <a:pt x="15801" y="860261"/>
                  <a:pt x="7282" y="888537"/>
                </a:cubicBezTo>
                <a:cubicBezTo>
                  <a:pt x="-1960" y="925552"/>
                  <a:pt x="2817" y="990218"/>
                  <a:pt x="1031" y="1009840"/>
                </a:cubicBezTo>
                <a:cubicBezTo>
                  <a:pt x="138" y="1023220"/>
                  <a:pt x="5728" y="1041684"/>
                  <a:pt x="15560" y="1041684"/>
                </a:cubicBezTo>
                <a:cubicBezTo>
                  <a:pt x="288225" y="1086817"/>
                  <a:pt x="565184" y="1043556"/>
                  <a:pt x="839313" y="1036510"/>
                </a:cubicBezTo>
                <a:cubicBezTo>
                  <a:pt x="916550" y="1033746"/>
                  <a:pt x="993885" y="1033211"/>
                  <a:pt x="1071140" y="1036331"/>
                </a:cubicBezTo>
                <a:close/>
              </a:path>
            </a:pathLst>
          </a:custGeom>
          <a:solidFill>
            <a:srgbClr val="FFFFFF"/>
          </a:solidFill>
          <a:ln w="8890" cap="flat">
            <a:noFill/>
            <a:prstDash val="solid"/>
            <a:miter/>
          </a:ln>
        </p:spPr>
        <p:txBody>
          <a:bodyPr rtlCol="0" anchor="ctr"/>
          <a:lstStyle/>
          <a:p>
            <a:endParaRPr lang="en-GB">
              <a:solidFill>
                <a:schemeClr val="bg1"/>
              </a:solidFill>
            </a:endParaRPr>
          </a:p>
        </p:txBody>
      </p:sp>
      <p:sp>
        <p:nvSpPr>
          <p:cNvPr id="111" name="Freeform: Shape 110">
            <a:extLst>
              <a:ext uri="{FF2B5EF4-FFF2-40B4-BE49-F238E27FC236}">
                <a16:creationId xmlns:a16="http://schemas.microsoft.com/office/drawing/2014/main" id="{1F58F393-359A-3766-12E2-0547647613E1}"/>
              </a:ext>
            </a:extLst>
          </p:cNvPr>
          <p:cNvSpPr/>
          <p:nvPr/>
        </p:nvSpPr>
        <p:spPr>
          <a:xfrm>
            <a:off x="7854705" y="3447035"/>
            <a:ext cx="1099134" cy="1033597"/>
          </a:xfrm>
          <a:custGeom>
            <a:avLst/>
            <a:gdLst>
              <a:gd name="connsiteX0" fmla="*/ 520877 w 1099134"/>
              <a:gd name="connsiteY0" fmla="*/ 94749 h 1033597"/>
              <a:gd name="connsiteX1" fmla="*/ 542131 w 1099134"/>
              <a:gd name="connsiteY1" fmla="*/ 125166 h 1033597"/>
              <a:gd name="connsiteX2" fmla="*/ 665394 w 1099134"/>
              <a:gd name="connsiteY2" fmla="*/ 222030 h 1033597"/>
              <a:gd name="connsiteX3" fmla="*/ 761991 w 1099134"/>
              <a:gd name="connsiteY3" fmla="*/ 126771 h 1033597"/>
              <a:gd name="connsiteX4" fmla="*/ 766010 w 1099134"/>
              <a:gd name="connsiteY4" fmla="*/ 94481 h 1033597"/>
              <a:gd name="connsiteX5" fmla="*/ 754883 w 1099134"/>
              <a:gd name="connsiteY5" fmla="*/ 55862 h 1033597"/>
              <a:gd name="connsiteX6" fmla="*/ 756794 w 1099134"/>
              <a:gd name="connsiteY6" fmla="*/ 53364 h 1033597"/>
              <a:gd name="connsiteX7" fmla="*/ 842095 w 1099134"/>
              <a:gd name="connsiteY7" fmla="*/ 95821 h 1033597"/>
              <a:gd name="connsiteX8" fmla="*/ 867367 w 1099134"/>
              <a:gd name="connsiteY8" fmla="*/ 150049 h 1033597"/>
              <a:gd name="connsiteX9" fmla="*/ 989934 w 1099134"/>
              <a:gd name="connsiteY9" fmla="*/ 295169 h 1033597"/>
              <a:gd name="connsiteX10" fmla="*/ 1048649 w 1099134"/>
              <a:gd name="connsiteY10" fmla="*/ 563199 h 1033597"/>
              <a:gd name="connsiteX11" fmla="*/ 1061151 w 1099134"/>
              <a:gd name="connsiteY11" fmla="*/ 752291 h 1033597"/>
              <a:gd name="connsiteX12" fmla="*/ 1098212 w 1099134"/>
              <a:gd name="connsiteY12" fmla="*/ 948519 h 1033597"/>
              <a:gd name="connsiteX13" fmla="*/ 1079190 w 1099134"/>
              <a:gd name="connsiteY13" fmla="*/ 1011491 h 1033597"/>
              <a:gd name="connsiteX14" fmla="*/ 847346 w 1099134"/>
              <a:gd name="connsiteY14" fmla="*/ 1011581 h 1033597"/>
              <a:gd name="connsiteX15" fmla="*/ 23593 w 1099134"/>
              <a:gd name="connsiteY15" fmla="*/ 1016755 h 1033597"/>
              <a:gd name="connsiteX16" fmla="*/ 40882 w 1099134"/>
              <a:gd name="connsiteY16" fmla="*/ 777266 h 1033597"/>
              <a:gd name="connsiteX17" fmla="*/ 73629 w 1099134"/>
              <a:gd name="connsiteY17" fmla="*/ 512091 h 1033597"/>
              <a:gd name="connsiteX18" fmla="*/ 230201 w 1099134"/>
              <a:gd name="connsiteY18" fmla="*/ 251643 h 1033597"/>
              <a:gd name="connsiteX19" fmla="*/ 226031 w 1099134"/>
              <a:gd name="connsiteY19" fmla="*/ 237907 h 1033597"/>
              <a:gd name="connsiteX20" fmla="*/ 269655 w 1099134"/>
              <a:gd name="connsiteY20" fmla="*/ 95106 h 1033597"/>
              <a:gd name="connsiteX21" fmla="*/ 335577 w 1099134"/>
              <a:gd name="connsiteY21" fmla="*/ 79765 h 1033597"/>
              <a:gd name="connsiteX22" fmla="*/ 371896 w 1099134"/>
              <a:gd name="connsiteY22" fmla="*/ 20896 h 1033597"/>
              <a:gd name="connsiteX23" fmla="*/ 527352 w 1099134"/>
              <a:gd name="connsiteY23" fmla="*/ 10372 h 1033597"/>
              <a:gd name="connsiteX24" fmla="*/ 546775 w 1099134"/>
              <a:gd name="connsiteY24" fmla="*/ 3503 h 1033597"/>
              <a:gd name="connsiteX25" fmla="*/ 545534 w 1099134"/>
              <a:gd name="connsiteY25" fmla="*/ 9213 h 1033597"/>
              <a:gd name="connsiteX26" fmla="*/ 529852 w 1099134"/>
              <a:gd name="connsiteY26" fmla="*/ 72361 h 1033597"/>
              <a:gd name="connsiteX27" fmla="*/ 520877 w 1099134"/>
              <a:gd name="connsiteY27" fmla="*/ 94749 h 103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99134" h="1033597">
                <a:moveTo>
                  <a:pt x="520877" y="94749"/>
                </a:moveTo>
                <a:cubicBezTo>
                  <a:pt x="520877" y="101528"/>
                  <a:pt x="533201" y="112231"/>
                  <a:pt x="542131" y="125166"/>
                </a:cubicBezTo>
                <a:cubicBezTo>
                  <a:pt x="571288" y="167444"/>
                  <a:pt x="638773" y="227472"/>
                  <a:pt x="665394" y="222030"/>
                </a:cubicBezTo>
                <a:cubicBezTo>
                  <a:pt x="688577" y="217303"/>
                  <a:pt x="715117" y="183855"/>
                  <a:pt x="761991" y="126771"/>
                </a:cubicBezTo>
                <a:cubicBezTo>
                  <a:pt x="761991" y="126771"/>
                  <a:pt x="768269" y="110358"/>
                  <a:pt x="766010" y="94481"/>
                </a:cubicBezTo>
                <a:cubicBezTo>
                  <a:pt x="763751" y="78605"/>
                  <a:pt x="754883" y="55862"/>
                  <a:pt x="754883" y="55862"/>
                </a:cubicBezTo>
                <a:cubicBezTo>
                  <a:pt x="754446" y="54612"/>
                  <a:pt x="755454" y="53275"/>
                  <a:pt x="756794" y="53364"/>
                </a:cubicBezTo>
                <a:cubicBezTo>
                  <a:pt x="790193" y="55415"/>
                  <a:pt x="820627" y="72361"/>
                  <a:pt x="842095" y="95821"/>
                </a:cubicBezTo>
                <a:cubicBezTo>
                  <a:pt x="856696" y="111787"/>
                  <a:pt x="862956" y="130695"/>
                  <a:pt x="867367" y="150049"/>
                </a:cubicBezTo>
                <a:cubicBezTo>
                  <a:pt x="907142" y="167978"/>
                  <a:pt x="958482" y="223814"/>
                  <a:pt x="989934" y="295169"/>
                </a:cubicBezTo>
                <a:cubicBezTo>
                  <a:pt x="1028914" y="383652"/>
                  <a:pt x="1041889" y="493895"/>
                  <a:pt x="1048649" y="563199"/>
                </a:cubicBezTo>
                <a:cubicBezTo>
                  <a:pt x="1048649" y="563199"/>
                  <a:pt x="1055981" y="691105"/>
                  <a:pt x="1061151" y="752291"/>
                </a:cubicBezTo>
                <a:cubicBezTo>
                  <a:pt x="1069456" y="817761"/>
                  <a:pt x="1098212" y="948519"/>
                  <a:pt x="1098212" y="948519"/>
                </a:cubicBezTo>
                <a:cubicBezTo>
                  <a:pt x="1100417" y="966448"/>
                  <a:pt x="1105320" y="1010244"/>
                  <a:pt x="1079190" y="1011491"/>
                </a:cubicBezTo>
                <a:cubicBezTo>
                  <a:pt x="1001944" y="1008279"/>
                  <a:pt x="924601" y="1008904"/>
                  <a:pt x="847346" y="1011581"/>
                </a:cubicBezTo>
                <a:cubicBezTo>
                  <a:pt x="573217" y="1018627"/>
                  <a:pt x="296258" y="1061975"/>
                  <a:pt x="23593" y="1016755"/>
                </a:cubicBezTo>
                <a:cubicBezTo>
                  <a:pt x="-34131" y="1006228"/>
                  <a:pt x="36096" y="804382"/>
                  <a:pt x="40882" y="777266"/>
                </a:cubicBezTo>
                <a:cubicBezTo>
                  <a:pt x="55438" y="693246"/>
                  <a:pt x="56260" y="595578"/>
                  <a:pt x="73629" y="512091"/>
                </a:cubicBezTo>
                <a:cubicBezTo>
                  <a:pt x="99392" y="403810"/>
                  <a:pt x="166145" y="338251"/>
                  <a:pt x="230201" y="251643"/>
                </a:cubicBezTo>
                <a:cubicBezTo>
                  <a:pt x="234497" y="245844"/>
                  <a:pt x="229701" y="244150"/>
                  <a:pt x="226031" y="237907"/>
                </a:cubicBezTo>
                <a:cubicBezTo>
                  <a:pt x="212385" y="214805"/>
                  <a:pt x="188283" y="147018"/>
                  <a:pt x="269655" y="95106"/>
                </a:cubicBezTo>
                <a:cubicBezTo>
                  <a:pt x="287354" y="80390"/>
                  <a:pt x="322967" y="108128"/>
                  <a:pt x="335577" y="79765"/>
                </a:cubicBezTo>
                <a:cubicBezTo>
                  <a:pt x="347374" y="56395"/>
                  <a:pt x="354768" y="29726"/>
                  <a:pt x="371896" y="20896"/>
                </a:cubicBezTo>
                <a:cubicBezTo>
                  <a:pt x="442149" y="-11838"/>
                  <a:pt x="513528" y="12334"/>
                  <a:pt x="527352" y="10372"/>
                </a:cubicBezTo>
                <a:cubicBezTo>
                  <a:pt x="535362" y="8856"/>
                  <a:pt x="546087" y="3057"/>
                  <a:pt x="546775" y="3503"/>
                </a:cubicBezTo>
                <a:cubicBezTo>
                  <a:pt x="547463" y="3950"/>
                  <a:pt x="545534" y="9213"/>
                  <a:pt x="545534" y="9213"/>
                </a:cubicBezTo>
                <a:cubicBezTo>
                  <a:pt x="537791" y="35079"/>
                  <a:pt x="532558" y="56127"/>
                  <a:pt x="529852" y="72361"/>
                </a:cubicBezTo>
                <a:cubicBezTo>
                  <a:pt x="528388" y="81102"/>
                  <a:pt x="520877" y="88774"/>
                  <a:pt x="520877" y="94749"/>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12" name="Freeform: Shape 111">
            <a:extLst>
              <a:ext uri="{FF2B5EF4-FFF2-40B4-BE49-F238E27FC236}">
                <a16:creationId xmlns:a16="http://schemas.microsoft.com/office/drawing/2014/main" id="{6BF97574-2459-E60B-0323-2CE940798C04}"/>
              </a:ext>
            </a:extLst>
          </p:cNvPr>
          <p:cNvSpPr/>
          <p:nvPr/>
        </p:nvSpPr>
        <p:spPr>
          <a:xfrm>
            <a:off x="7844145" y="3438861"/>
            <a:ext cx="1122575" cy="1042858"/>
          </a:xfrm>
          <a:custGeom>
            <a:avLst/>
            <a:gdLst>
              <a:gd name="connsiteX0" fmla="*/ 677116 w 1122575"/>
              <a:gd name="connsiteY0" fmla="*/ 1046334 h 1042858"/>
              <a:gd name="connsiteX1" fmla="*/ 673883 w 1122575"/>
              <a:gd name="connsiteY1" fmla="*/ 1043211 h 1042858"/>
              <a:gd name="connsiteX2" fmla="*/ 661264 w 1122575"/>
              <a:gd name="connsiteY2" fmla="*/ 746728 h 1042858"/>
              <a:gd name="connsiteX3" fmla="*/ 494048 w 1122575"/>
              <a:gd name="connsiteY3" fmla="*/ 746728 h 1042858"/>
              <a:gd name="connsiteX4" fmla="*/ 433331 w 1122575"/>
              <a:gd name="connsiteY4" fmla="*/ 915129 h 1042858"/>
              <a:gd name="connsiteX5" fmla="*/ 408264 w 1122575"/>
              <a:gd name="connsiteY5" fmla="*/ 961331 h 1042858"/>
              <a:gd name="connsiteX6" fmla="*/ 399013 w 1122575"/>
              <a:gd name="connsiteY6" fmla="*/ 1004591 h 1042858"/>
              <a:gd name="connsiteX7" fmla="*/ 386716 w 1122575"/>
              <a:gd name="connsiteY7" fmla="*/ 1041070 h 1042858"/>
              <a:gd name="connsiteX8" fmla="*/ 363926 w 1122575"/>
              <a:gd name="connsiteY8" fmla="*/ 1014312 h 1042858"/>
              <a:gd name="connsiteX9" fmla="*/ 363926 w 1122575"/>
              <a:gd name="connsiteY9" fmla="*/ 1014312 h 1042858"/>
              <a:gd name="connsiteX10" fmla="*/ 389395 w 1122575"/>
              <a:gd name="connsiteY10" fmla="*/ 921193 h 1042858"/>
              <a:gd name="connsiteX11" fmla="*/ 450352 w 1122575"/>
              <a:gd name="connsiteY11" fmla="*/ 855369 h 1042858"/>
              <a:gd name="connsiteX12" fmla="*/ 492101 w 1122575"/>
              <a:gd name="connsiteY12" fmla="*/ 746284 h 1042858"/>
              <a:gd name="connsiteX13" fmla="*/ 661086 w 1122575"/>
              <a:gd name="connsiteY13" fmla="*/ 733885 h 1042858"/>
              <a:gd name="connsiteX14" fmla="*/ 662792 w 1122575"/>
              <a:gd name="connsiteY14" fmla="*/ 510097 h 1042858"/>
              <a:gd name="connsiteX15" fmla="*/ 676454 w 1122575"/>
              <a:gd name="connsiteY15" fmla="*/ 270520 h 1042858"/>
              <a:gd name="connsiteX16" fmla="*/ 679035 w 1122575"/>
              <a:gd name="connsiteY16" fmla="*/ 270609 h 1042858"/>
              <a:gd name="connsiteX17" fmla="*/ 693216 w 1122575"/>
              <a:gd name="connsiteY17" fmla="*/ 731566 h 1042858"/>
              <a:gd name="connsiteX18" fmla="*/ 784089 w 1122575"/>
              <a:gd name="connsiteY18" fmla="*/ 725769 h 1042858"/>
              <a:gd name="connsiteX19" fmla="*/ 811996 w 1122575"/>
              <a:gd name="connsiteY19" fmla="*/ 728889 h 1042858"/>
              <a:gd name="connsiteX20" fmla="*/ 796404 w 1122575"/>
              <a:gd name="connsiteY20" fmla="*/ 743161 h 1042858"/>
              <a:gd name="connsiteX21" fmla="*/ 693198 w 1122575"/>
              <a:gd name="connsiteY21" fmla="*/ 746284 h 1042858"/>
              <a:gd name="connsiteX22" fmla="*/ 688591 w 1122575"/>
              <a:gd name="connsiteY22" fmla="*/ 890600 h 1042858"/>
              <a:gd name="connsiteX23" fmla="*/ 680321 w 1122575"/>
              <a:gd name="connsiteY23" fmla="*/ 1043211 h 1042858"/>
              <a:gd name="connsiteX24" fmla="*/ 677116 w 1122575"/>
              <a:gd name="connsiteY24" fmla="*/ 1046334 h 1042858"/>
              <a:gd name="connsiteX25" fmla="*/ 264310 w 1122575"/>
              <a:gd name="connsiteY25" fmla="*/ 1040894 h 1042858"/>
              <a:gd name="connsiteX26" fmla="*/ 256684 w 1122575"/>
              <a:gd name="connsiteY26" fmla="*/ 1036611 h 1042858"/>
              <a:gd name="connsiteX27" fmla="*/ 257943 w 1122575"/>
              <a:gd name="connsiteY27" fmla="*/ 1037414 h 1042858"/>
              <a:gd name="connsiteX28" fmla="*/ 254808 w 1122575"/>
              <a:gd name="connsiteY28" fmla="*/ 1035095 h 1042858"/>
              <a:gd name="connsiteX29" fmla="*/ 249799 w 1122575"/>
              <a:gd name="connsiteY29" fmla="*/ 1009497 h 1042858"/>
              <a:gd name="connsiteX30" fmla="*/ 263266 w 1122575"/>
              <a:gd name="connsiteY30" fmla="*/ 554871 h 1042858"/>
              <a:gd name="connsiteX31" fmla="*/ 267382 w 1122575"/>
              <a:gd name="connsiteY31" fmla="*/ 555228 h 1042858"/>
              <a:gd name="connsiteX32" fmla="*/ 298986 w 1122575"/>
              <a:gd name="connsiteY32" fmla="*/ 651380 h 1042858"/>
              <a:gd name="connsiteX33" fmla="*/ 290458 w 1122575"/>
              <a:gd name="connsiteY33" fmla="*/ 891047 h 1042858"/>
              <a:gd name="connsiteX34" fmla="*/ 282314 w 1122575"/>
              <a:gd name="connsiteY34" fmla="*/ 1016366 h 1042858"/>
              <a:gd name="connsiteX35" fmla="*/ 271972 w 1122575"/>
              <a:gd name="connsiteY35" fmla="*/ 1037593 h 1042858"/>
              <a:gd name="connsiteX36" fmla="*/ 264310 w 1122575"/>
              <a:gd name="connsiteY36" fmla="*/ 1040894 h 1042858"/>
              <a:gd name="connsiteX37" fmla="*/ 22241 w 1122575"/>
              <a:gd name="connsiteY37" fmla="*/ 1038930 h 1042858"/>
              <a:gd name="connsiteX38" fmla="*/ 9033 w 1122575"/>
              <a:gd name="connsiteY38" fmla="*/ 1028763 h 1042858"/>
              <a:gd name="connsiteX39" fmla="*/ 27679 w 1122575"/>
              <a:gd name="connsiteY39" fmla="*/ 814964 h 1042858"/>
              <a:gd name="connsiteX40" fmla="*/ 27679 w 1122575"/>
              <a:gd name="connsiteY40" fmla="*/ 814964 h 1042858"/>
              <a:gd name="connsiteX41" fmla="*/ 66365 w 1122575"/>
              <a:gd name="connsiteY41" fmla="*/ 549253 h 1042858"/>
              <a:gd name="connsiteX42" fmla="*/ 234618 w 1122575"/>
              <a:gd name="connsiteY42" fmla="*/ 251788 h 1042858"/>
              <a:gd name="connsiteX43" fmla="*/ 217525 w 1122575"/>
              <a:gd name="connsiteY43" fmla="*/ 165984 h 1042858"/>
              <a:gd name="connsiteX44" fmla="*/ 303853 w 1122575"/>
              <a:gd name="connsiteY44" fmla="*/ 90793 h 1042858"/>
              <a:gd name="connsiteX45" fmla="*/ 328598 w 1122575"/>
              <a:gd name="connsiteY45" fmla="*/ 89097 h 1042858"/>
              <a:gd name="connsiteX46" fmla="*/ 361703 w 1122575"/>
              <a:gd name="connsiteY46" fmla="*/ 39239 h 1042858"/>
              <a:gd name="connsiteX47" fmla="*/ 532260 w 1122575"/>
              <a:gd name="connsiteY47" fmla="*/ 17297 h 1042858"/>
              <a:gd name="connsiteX48" fmla="*/ 531590 w 1122575"/>
              <a:gd name="connsiteY48" fmla="*/ 20150 h 1042858"/>
              <a:gd name="connsiteX49" fmla="*/ 457041 w 1122575"/>
              <a:gd name="connsiteY49" fmla="*/ 20685 h 1042858"/>
              <a:gd name="connsiteX50" fmla="*/ 373866 w 1122575"/>
              <a:gd name="connsiteY50" fmla="*/ 55381 h 1042858"/>
              <a:gd name="connsiteX51" fmla="*/ 345092 w 1122575"/>
              <a:gd name="connsiteY51" fmla="*/ 101853 h 1042858"/>
              <a:gd name="connsiteX52" fmla="*/ 301540 w 1122575"/>
              <a:gd name="connsiteY52" fmla="*/ 110773 h 1042858"/>
              <a:gd name="connsiteX53" fmla="*/ 243146 w 1122575"/>
              <a:gd name="connsiteY53" fmla="*/ 155102 h 1042858"/>
              <a:gd name="connsiteX54" fmla="*/ 239029 w 1122575"/>
              <a:gd name="connsiteY54" fmla="*/ 235467 h 1042858"/>
              <a:gd name="connsiteX55" fmla="*/ 246861 w 1122575"/>
              <a:gd name="connsiteY55" fmla="*/ 239569 h 1042858"/>
              <a:gd name="connsiteX56" fmla="*/ 397485 w 1122575"/>
              <a:gd name="connsiteY56" fmla="*/ 136728 h 1042858"/>
              <a:gd name="connsiteX57" fmla="*/ 403013 w 1122575"/>
              <a:gd name="connsiteY57" fmla="*/ 132447 h 1042858"/>
              <a:gd name="connsiteX58" fmla="*/ 426312 w 1122575"/>
              <a:gd name="connsiteY58" fmla="*/ 125400 h 1042858"/>
              <a:gd name="connsiteX59" fmla="*/ 430563 w 1122575"/>
              <a:gd name="connsiteY59" fmla="*/ 126650 h 1042858"/>
              <a:gd name="connsiteX60" fmla="*/ 563256 w 1122575"/>
              <a:gd name="connsiteY60" fmla="*/ 227527 h 1042858"/>
              <a:gd name="connsiteX61" fmla="*/ 599378 w 1122575"/>
              <a:gd name="connsiteY61" fmla="*/ 245098 h 1042858"/>
              <a:gd name="connsiteX62" fmla="*/ 620043 w 1122575"/>
              <a:gd name="connsiteY62" fmla="*/ 257855 h 1042858"/>
              <a:gd name="connsiteX63" fmla="*/ 617881 w 1122575"/>
              <a:gd name="connsiteY63" fmla="*/ 270966 h 1042858"/>
              <a:gd name="connsiteX64" fmla="*/ 587448 w 1122575"/>
              <a:gd name="connsiteY64" fmla="*/ 270520 h 1042858"/>
              <a:gd name="connsiteX65" fmla="*/ 419150 w 1122575"/>
              <a:gd name="connsiteY65" fmla="*/ 135746 h 1042858"/>
              <a:gd name="connsiteX66" fmla="*/ 415462 w 1122575"/>
              <a:gd name="connsiteY66" fmla="*/ 135391 h 1042858"/>
              <a:gd name="connsiteX67" fmla="*/ 156613 w 1122575"/>
              <a:gd name="connsiteY67" fmla="*/ 386562 h 1042858"/>
              <a:gd name="connsiteX68" fmla="*/ 82394 w 1122575"/>
              <a:gd name="connsiteY68" fmla="*/ 636485 h 1042858"/>
              <a:gd name="connsiteX69" fmla="*/ 56836 w 1122575"/>
              <a:gd name="connsiteY69" fmla="*/ 807738 h 1042858"/>
              <a:gd name="connsiteX70" fmla="*/ 35020 w 1122575"/>
              <a:gd name="connsiteY70" fmla="*/ 1015205 h 1042858"/>
              <a:gd name="connsiteX71" fmla="*/ 35020 w 1122575"/>
              <a:gd name="connsiteY71" fmla="*/ 1015205 h 1042858"/>
              <a:gd name="connsiteX72" fmla="*/ 22241 w 1122575"/>
              <a:gd name="connsiteY72" fmla="*/ 1038930 h 1042858"/>
              <a:gd name="connsiteX73" fmla="*/ 1107807 w 1122575"/>
              <a:gd name="connsiteY73" fmla="*/ 1020468 h 1042858"/>
              <a:gd name="connsiteX74" fmla="*/ 1092519 w 1122575"/>
              <a:gd name="connsiteY74" fmla="*/ 1005839 h 1042858"/>
              <a:gd name="connsiteX75" fmla="*/ 1071569 w 1122575"/>
              <a:gd name="connsiteY75" fmla="*/ 851978 h 1042858"/>
              <a:gd name="connsiteX76" fmla="*/ 879330 w 1122575"/>
              <a:gd name="connsiteY76" fmla="*/ 161613 h 1042858"/>
              <a:gd name="connsiteX77" fmla="*/ 860621 w 1122575"/>
              <a:gd name="connsiteY77" fmla="*/ 156439 h 1042858"/>
              <a:gd name="connsiteX78" fmla="*/ 858049 w 1122575"/>
              <a:gd name="connsiteY78" fmla="*/ 139315 h 1042858"/>
              <a:gd name="connsiteX79" fmla="*/ 790582 w 1122575"/>
              <a:gd name="connsiteY79" fmla="*/ 67959 h 1042858"/>
              <a:gd name="connsiteX80" fmla="*/ 789859 w 1122575"/>
              <a:gd name="connsiteY80" fmla="*/ 61448 h 1042858"/>
              <a:gd name="connsiteX81" fmla="*/ 881758 w 1122575"/>
              <a:gd name="connsiteY81" fmla="*/ 157511 h 1042858"/>
              <a:gd name="connsiteX82" fmla="*/ 1102816 w 1122575"/>
              <a:gd name="connsiteY82" fmla="*/ 853139 h 1042858"/>
              <a:gd name="connsiteX83" fmla="*/ 1102816 w 1122575"/>
              <a:gd name="connsiteY83" fmla="*/ 853139 h 1042858"/>
              <a:gd name="connsiteX84" fmla="*/ 1107807 w 1122575"/>
              <a:gd name="connsiteY84" fmla="*/ 1020468 h 1042858"/>
              <a:gd name="connsiteX85" fmla="*/ 1107807 w 1122575"/>
              <a:gd name="connsiteY85" fmla="*/ 1020468 h 1042858"/>
              <a:gd name="connsiteX86" fmla="*/ 937322 w 1122575"/>
              <a:gd name="connsiteY86" fmla="*/ 1008962 h 1042858"/>
              <a:gd name="connsiteX87" fmla="*/ 919515 w 1122575"/>
              <a:gd name="connsiteY87" fmla="*/ 961777 h 1042858"/>
              <a:gd name="connsiteX88" fmla="*/ 914434 w 1122575"/>
              <a:gd name="connsiteY88" fmla="*/ 915754 h 1042858"/>
              <a:gd name="connsiteX89" fmla="*/ 893573 w 1122575"/>
              <a:gd name="connsiteY89" fmla="*/ 855369 h 1042858"/>
              <a:gd name="connsiteX90" fmla="*/ 832464 w 1122575"/>
              <a:gd name="connsiteY90" fmla="*/ 770991 h 1042858"/>
              <a:gd name="connsiteX91" fmla="*/ 830098 w 1122575"/>
              <a:gd name="connsiteY91" fmla="*/ 747800 h 1042858"/>
              <a:gd name="connsiteX92" fmla="*/ 918845 w 1122575"/>
              <a:gd name="connsiteY92" fmla="*/ 843327 h 1042858"/>
              <a:gd name="connsiteX93" fmla="*/ 942743 w 1122575"/>
              <a:gd name="connsiteY93" fmla="*/ 912810 h 1042858"/>
              <a:gd name="connsiteX94" fmla="*/ 951682 w 1122575"/>
              <a:gd name="connsiteY94" fmla="*/ 980420 h 1042858"/>
              <a:gd name="connsiteX95" fmla="*/ 937322 w 1122575"/>
              <a:gd name="connsiteY95" fmla="*/ 1008962 h 1042858"/>
              <a:gd name="connsiteX96" fmla="*/ 937322 w 1122575"/>
              <a:gd name="connsiteY96" fmla="*/ 1008962 h 1042858"/>
              <a:gd name="connsiteX97" fmla="*/ 1021739 w 1122575"/>
              <a:gd name="connsiteY97" fmla="*/ 1004056 h 1042858"/>
              <a:gd name="connsiteX98" fmla="*/ 1003950 w 1122575"/>
              <a:gd name="connsiteY98" fmla="*/ 962224 h 1042858"/>
              <a:gd name="connsiteX99" fmla="*/ 990796 w 1122575"/>
              <a:gd name="connsiteY99" fmla="*/ 867766 h 1042858"/>
              <a:gd name="connsiteX100" fmla="*/ 950655 w 1122575"/>
              <a:gd name="connsiteY100" fmla="*/ 605535 h 1042858"/>
              <a:gd name="connsiteX101" fmla="*/ 965890 w 1122575"/>
              <a:gd name="connsiteY101" fmla="*/ 332241 h 1042858"/>
              <a:gd name="connsiteX102" fmla="*/ 967961 w 1122575"/>
              <a:gd name="connsiteY102" fmla="*/ 332152 h 1042858"/>
              <a:gd name="connsiteX103" fmla="*/ 968685 w 1122575"/>
              <a:gd name="connsiteY103" fmla="*/ 366314 h 1042858"/>
              <a:gd name="connsiteX104" fmla="*/ 1000164 w 1122575"/>
              <a:gd name="connsiteY104" fmla="*/ 768226 h 1042858"/>
              <a:gd name="connsiteX105" fmla="*/ 1021739 w 1122575"/>
              <a:gd name="connsiteY105" fmla="*/ 1004056 h 1042858"/>
              <a:gd name="connsiteX106" fmla="*/ 1021739 w 1122575"/>
              <a:gd name="connsiteY106" fmla="*/ 1004056 h 1042858"/>
              <a:gd name="connsiteX107" fmla="*/ 672588 w 1122575"/>
              <a:gd name="connsiteY107" fmla="*/ 241263 h 1042858"/>
              <a:gd name="connsiteX108" fmla="*/ 640520 w 1122575"/>
              <a:gd name="connsiteY108" fmla="*/ 227259 h 1042858"/>
              <a:gd name="connsiteX109" fmla="*/ 555987 w 1122575"/>
              <a:gd name="connsiteY109" fmla="*/ 148323 h 1042858"/>
              <a:gd name="connsiteX110" fmla="*/ 530384 w 1122575"/>
              <a:gd name="connsiteY110" fmla="*/ 96679 h 1042858"/>
              <a:gd name="connsiteX111" fmla="*/ 533108 w 1122575"/>
              <a:gd name="connsiteY111" fmla="*/ 47622 h 1042858"/>
              <a:gd name="connsiteX112" fmla="*/ 562943 w 1122575"/>
              <a:gd name="connsiteY112" fmla="*/ 45125 h 1042858"/>
              <a:gd name="connsiteX113" fmla="*/ 553968 w 1122575"/>
              <a:gd name="connsiteY113" fmla="*/ 73934 h 1042858"/>
              <a:gd name="connsiteX114" fmla="*/ 553968 w 1122575"/>
              <a:gd name="connsiteY114" fmla="*/ 73934 h 1042858"/>
              <a:gd name="connsiteX115" fmla="*/ 534215 w 1122575"/>
              <a:gd name="connsiteY115" fmla="*/ 100782 h 1042858"/>
              <a:gd name="connsiteX116" fmla="*/ 660460 w 1122575"/>
              <a:gd name="connsiteY116" fmla="*/ 214059 h 1042858"/>
              <a:gd name="connsiteX117" fmla="*/ 701861 w 1122575"/>
              <a:gd name="connsiteY117" fmla="*/ 198450 h 1042858"/>
              <a:gd name="connsiteX118" fmla="*/ 763970 w 1122575"/>
              <a:gd name="connsiteY118" fmla="*/ 124864 h 1042858"/>
              <a:gd name="connsiteX119" fmla="*/ 757567 w 1122575"/>
              <a:gd name="connsiteY119" fmla="*/ 66798 h 1042858"/>
              <a:gd name="connsiteX120" fmla="*/ 780696 w 1122575"/>
              <a:gd name="connsiteY120" fmla="*/ 91416 h 1042858"/>
              <a:gd name="connsiteX121" fmla="*/ 780696 w 1122575"/>
              <a:gd name="connsiteY121" fmla="*/ 91416 h 1042858"/>
              <a:gd name="connsiteX122" fmla="*/ 786036 w 1122575"/>
              <a:gd name="connsiteY122" fmla="*/ 105777 h 1042858"/>
              <a:gd name="connsiteX123" fmla="*/ 788162 w 1122575"/>
              <a:gd name="connsiteY123" fmla="*/ 108007 h 1042858"/>
              <a:gd name="connsiteX124" fmla="*/ 787688 w 1122575"/>
              <a:gd name="connsiteY124" fmla="*/ 132536 h 1042858"/>
              <a:gd name="connsiteX125" fmla="*/ 672588 w 1122575"/>
              <a:gd name="connsiteY125" fmla="*/ 241263 h 1042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1122575" h="1042858">
                <a:moveTo>
                  <a:pt x="677116" y="1046334"/>
                </a:moveTo>
                <a:cubicBezTo>
                  <a:pt x="675365" y="1046423"/>
                  <a:pt x="673918" y="1044997"/>
                  <a:pt x="673883" y="1043211"/>
                </a:cubicBezTo>
                <a:cubicBezTo>
                  <a:pt x="667417" y="940727"/>
                  <a:pt x="662720" y="849838"/>
                  <a:pt x="661264" y="746728"/>
                </a:cubicBezTo>
                <a:cubicBezTo>
                  <a:pt x="607773" y="746996"/>
                  <a:pt x="546030" y="747175"/>
                  <a:pt x="494048" y="746728"/>
                </a:cubicBezTo>
                <a:cubicBezTo>
                  <a:pt x="509782" y="810236"/>
                  <a:pt x="480036" y="863038"/>
                  <a:pt x="433331" y="915129"/>
                </a:cubicBezTo>
                <a:cubicBezTo>
                  <a:pt x="419507" y="927437"/>
                  <a:pt x="410229" y="942691"/>
                  <a:pt x="408264" y="961331"/>
                </a:cubicBezTo>
                <a:cubicBezTo>
                  <a:pt x="407434" y="966148"/>
                  <a:pt x="400138" y="999149"/>
                  <a:pt x="399013" y="1004591"/>
                </a:cubicBezTo>
                <a:cubicBezTo>
                  <a:pt x="396432" y="1016631"/>
                  <a:pt x="395762" y="1032776"/>
                  <a:pt x="386716" y="1041070"/>
                </a:cubicBezTo>
                <a:cubicBezTo>
                  <a:pt x="368427" y="1054896"/>
                  <a:pt x="356443" y="1030814"/>
                  <a:pt x="363926" y="1014312"/>
                </a:cubicBezTo>
                <a:lnTo>
                  <a:pt x="363926" y="1014312"/>
                </a:lnTo>
                <a:cubicBezTo>
                  <a:pt x="370624" y="991658"/>
                  <a:pt x="378268" y="941441"/>
                  <a:pt x="389395" y="921193"/>
                </a:cubicBezTo>
                <a:cubicBezTo>
                  <a:pt x="406809" y="897022"/>
                  <a:pt x="434117" y="881056"/>
                  <a:pt x="450352" y="855369"/>
                </a:cubicBezTo>
                <a:cubicBezTo>
                  <a:pt x="475607" y="823972"/>
                  <a:pt x="485876" y="784192"/>
                  <a:pt x="492101" y="746284"/>
                </a:cubicBezTo>
                <a:cubicBezTo>
                  <a:pt x="545583" y="740039"/>
                  <a:pt x="605005" y="739059"/>
                  <a:pt x="661086" y="733885"/>
                </a:cubicBezTo>
                <a:cubicBezTo>
                  <a:pt x="660193" y="668328"/>
                  <a:pt x="661827" y="583593"/>
                  <a:pt x="662792" y="510097"/>
                </a:cubicBezTo>
                <a:cubicBezTo>
                  <a:pt x="664685" y="432764"/>
                  <a:pt x="663283" y="342679"/>
                  <a:pt x="676454" y="270520"/>
                </a:cubicBezTo>
                <a:cubicBezTo>
                  <a:pt x="676713" y="269093"/>
                  <a:pt x="678874" y="269183"/>
                  <a:pt x="679035" y="270609"/>
                </a:cubicBezTo>
                <a:cubicBezTo>
                  <a:pt x="695860" y="419295"/>
                  <a:pt x="691805" y="590816"/>
                  <a:pt x="693216" y="731566"/>
                </a:cubicBezTo>
                <a:cubicBezTo>
                  <a:pt x="722498" y="729514"/>
                  <a:pt x="753664" y="727552"/>
                  <a:pt x="784089" y="725769"/>
                </a:cubicBezTo>
                <a:cubicBezTo>
                  <a:pt x="793332" y="726394"/>
                  <a:pt x="804468" y="720863"/>
                  <a:pt x="811996" y="728889"/>
                </a:cubicBezTo>
                <a:cubicBezTo>
                  <a:pt x="818971" y="739148"/>
                  <a:pt x="804530" y="744054"/>
                  <a:pt x="796404" y="743161"/>
                </a:cubicBezTo>
                <a:cubicBezTo>
                  <a:pt x="763309" y="744588"/>
                  <a:pt x="727214" y="745748"/>
                  <a:pt x="693198" y="746284"/>
                </a:cubicBezTo>
                <a:cubicBezTo>
                  <a:pt x="693038" y="794091"/>
                  <a:pt x="690770" y="842347"/>
                  <a:pt x="688591" y="890600"/>
                </a:cubicBezTo>
                <a:cubicBezTo>
                  <a:pt x="686028" y="947416"/>
                  <a:pt x="683643" y="995136"/>
                  <a:pt x="680321" y="1043211"/>
                </a:cubicBezTo>
                <a:cubicBezTo>
                  <a:pt x="680304" y="1044997"/>
                  <a:pt x="678866" y="1046423"/>
                  <a:pt x="677116" y="1046334"/>
                </a:cubicBezTo>
                <a:close/>
                <a:moveTo>
                  <a:pt x="264310" y="1040894"/>
                </a:moveTo>
                <a:cubicBezTo>
                  <a:pt x="261176" y="1040981"/>
                  <a:pt x="258247" y="1039376"/>
                  <a:pt x="256684" y="1036611"/>
                </a:cubicBezTo>
                <a:cubicBezTo>
                  <a:pt x="256907" y="1036789"/>
                  <a:pt x="257711" y="1037325"/>
                  <a:pt x="257943" y="1037414"/>
                </a:cubicBezTo>
                <a:cubicBezTo>
                  <a:pt x="257961" y="1037414"/>
                  <a:pt x="256961" y="1036611"/>
                  <a:pt x="254808" y="1035095"/>
                </a:cubicBezTo>
                <a:cubicBezTo>
                  <a:pt x="247915" y="1028138"/>
                  <a:pt x="248701" y="1018417"/>
                  <a:pt x="249799" y="1009497"/>
                </a:cubicBezTo>
                <a:cubicBezTo>
                  <a:pt x="256336" y="859561"/>
                  <a:pt x="280867" y="704629"/>
                  <a:pt x="263266" y="554871"/>
                </a:cubicBezTo>
                <a:cubicBezTo>
                  <a:pt x="264310" y="553623"/>
                  <a:pt x="266570" y="553623"/>
                  <a:pt x="267382" y="555228"/>
                </a:cubicBezTo>
                <a:cubicBezTo>
                  <a:pt x="285796" y="583948"/>
                  <a:pt x="295450" y="617575"/>
                  <a:pt x="298986" y="651380"/>
                </a:cubicBezTo>
                <a:cubicBezTo>
                  <a:pt x="305576" y="731387"/>
                  <a:pt x="293941" y="811218"/>
                  <a:pt x="290458" y="891047"/>
                </a:cubicBezTo>
                <a:cubicBezTo>
                  <a:pt x="290458" y="891047"/>
                  <a:pt x="282314" y="1016366"/>
                  <a:pt x="282314" y="1016366"/>
                </a:cubicBezTo>
                <a:cubicBezTo>
                  <a:pt x="281965" y="1024392"/>
                  <a:pt x="279706" y="1033669"/>
                  <a:pt x="271972" y="1037593"/>
                </a:cubicBezTo>
                <a:cubicBezTo>
                  <a:pt x="269820" y="1039466"/>
                  <a:pt x="267213" y="1040981"/>
                  <a:pt x="264310" y="1040894"/>
                </a:cubicBezTo>
                <a:close/>
                <a:moveTo>
                  <a:pt x="22241" y="1038930"/>
                </a:moveTo>
                <a:cubicBezTo>
                  <a:pt x="16168" y="1039019"/>
                  <a:pt x="10810" y="1034470"/>
                  <a:pt x="9033" y="1028763"/>
                </a:cubicBezTo>
                <a:cubicBezTo>
                  <a:pt x="-11140" y="956871"/>
                  <a:pt x="10703" y="885783"/>
                  <a:pt x="27679" y="814964"/>
                </a:cubicBezTo>
                <a:lnTo>
                  <a:pt x="27679" y="814964"/>
                </a:lnTo>
                <a:cubicBezTo>
                  <a:pt x="54220" y="728445"/>
                  <a:pt x="55095" y="638447"/>
                  <a:pt x="66365" y="549253"/>
                </a:cubicBezTo>
                <a:cubicBezTo>
                  <a:pt x="84341" y="432853"/>
                  <a:pt x="158863" y="333759"/>
                  <a:pt x="234618" y="251788"/>
                </a:cubicBezTo>
                <a:cubicBezTo>
                  <a:pt x="202853" y="244920"/>
                  <a:pt x="213096" y="189530"/>
                  <a:pt x="217525" y="165984"/>
                </a:cubicBezTo>
                <a:cubicBezTo>
                  <a:pt x="227339" y="126826"/>
                  <a:pt x="261444" y="90526"/>
                  <a:pt x="303853" y="90793"/>
                </a:cubicBezTo>
                <a:cubicBezTo>
                  <a:pt x="312096" y="90615"/>
                  <a:pt x="320588" y="91595"/>
                  <a:pt x="328598" y="89097"/>
                </a:cubicBezTo>
                <a:cubicBezTo>
                  <a:pt x="348548" y="81070"/>
                  <a:pt x="349308" y="54580"/>
                  <a:pt x="361703" y="39239"/>
                </a:cubicBezTo>
                <a:cubicBezTo>
                  <a:pt x="394923" y="-3932"/>
                  <a:pt x="486019" y="-3754"/>
                  <a:pt x="532260" y="17297"/>
                </a:cubicBezTo>
                <a:cubicBezTo>
                  <a:pt x="534153" y="18188"/>
                  <a:pt x="533653" y="20061"/>
                  <a:pt x="531590" y="20150"/>
                </a:cubicBezTo>
                <a:cubicBezTo>
                  <a:pt x="507532" y="20328"/>
                  <a:pt x="479911" y="17920"/>
                  <a:pt x="457041" y="20685"/>
                </a:cubicBezTo>
                <a:cubicBezTo>
                  <a:pt x="428036" y="25056"/>
                  <a:pt x="389842" y="26839"/>
                  <a:pt x="373866" y="55381"/>
                </a:cubicBezTo>
                <a:cubicBezTo>
                  <a:pt x="365301" y="71347"/>
                  <a:pt x="361247" y="91238"/>
                  <a:pt x="345092" y="101853"/>
                </a:cubicBezTo>
                <a:cubicBezTo>
                  <a:pt x="332322" y="110505"/>
                  <a:pt x="316301" y="109612"/>
                  <a:pt x="301540" y="110773"/>
                </a:cubicBezTo>
                <a:cubicBezTo>
                  <a:pt x="277188" y="112646"/>
                  <a:pt x="254818" y="129681"/>
                  <a:pt x="243146" y="155102"/>
                </a:cubicBezTo>
                <a:cubicBezTo>
                  <a:pt x="234618" y="176062"/>
                  <a:pt x="226607" y="213436"/>
                  <a:pt x="239029" y="235467"/>
                </a:cubicBezTo>
                <a:cubicBezTo>
                  <a:pt x="242262" y="234931"/>
                  <a:pt x="245557" y="236536"/>
                  <a:pt x="246861" y="239569"/>
                </a:cubicBezTo>
                <a:cubicBezTo>
                  <a:pt x="292003" y="196309"/>
                  <a:pt x="340270" y="162772"/>
                  <a:pt x="397485" y="136728"/>
                </a:cubicBezTo>
                <a:cubicBezTo>
                  <a:pt x="401299" y="135034"/>
                  <a:pt x="401852" y="134319"/>
                  <a:pt x="403013" y="132447"/>
                </a:cubicBezTo>
                <a:cubicBezTo>
                  <a:pt x="407478" y="125132"/>
                  <a:pt x="418337" y="123349"/>
                  <a:pt x="426312" y="125400"/>
                </a:cubicBezTo>
                <a:cubicBezTo>
                  <a:pt x="427625" y="125757"/>
                  <a:pt x="430429" y="126650"/>
                  <a:pt x="430563" y="126650"/>
                </a:cubicBezTo>
                <a:cubicBezTo>
                  <a:pt x="482769" y="150107"/>
                  <a:pt x="514738" y="197738"/>
                  <a:pt x="563256" y="227527"/>
                </a:cubicBezTo>
                <a:cubicBezTo>
                  <a:pt x="574651" y="234752"/>
                  <a:pt x="586394" y="241085"/>
                  <a:pt x="599378" y="245098"/>
                </a:cubicBezTo>
                <a:cubicBezTo>
                  <a:pt x="607567" y="247685"/>
                  <a:pt x="616846" y="250629"/>
                  <a:pt x="620043" y="257855"/>
                </a:cubicBezTo>
                <a:cubicBezTo>
                  <a:pt x="623624" y="261779"/>
                  <a:pt x="622213" y="268290"/>
                  <a:pt x="617881" y="270966"/>
                </a:cubicBezTo>
                <a:cubicBezTo>
                  <a:pt x="610139" y="278903"/>
                  <a:pt x="597057" y="274086"/>
                  <a:pt x="587448" y="270520"/>
                </a:cubicBezTo>
                <a:cubicBezTo>
                  <a:pt x="520230" y="245634"/>
                  <a:pt x="473821" y="180879"/>
                  <a:pt x="419150" y="135746"/>
                </a:cubicBezTo>
                <a:cubicBezTo>
                  <a:pt x="418114" y="134944"/>
                  <a:pt x="416641" y="134766"/>
                  <a:pt x="415462" y="135391"/>
                </a:cubicBezTo>
                <a:cubicBezTo>
                  <a:pt x="309273" y="193633"/>
                  <a:pt x="219481" y="282740"/>
                  <a:pt x="156613" y="386562"/>
                </a:cubicBezTo>
                <a:cubicBezTo>
                  <a:pt x="107345" y="456402"/>
                  <a:pt x="84029" y="545329"/>
                  <a:pt x="82394" y="636485"/>
                </a:cubicBezTo>
                <a:cubicBezTo>
                  <a:pt x="79420" y="695709"/>
                  <a:pt x="72089" y="747710"/>
                  <a:pt x="56836" y="807738"/>
                </a:cubicBezTo>
                <a:cubicBezTo>
                  <a:pt x="39798" y="874813"/>
                  <a:pt x="22785" y="945722"/>
                  <a:pt x="35020" y="1015205"/>
                </a:cubicBezTo>
                <a:lnTo>
                  <a:pt x="35020" y="1015205"/>
                </a:lnTo>
                <a:cubicBezTo>
                  <a:pt x="38101" y="1026086"/>
                  <a:pt x="35708" y="1038486"/>
                  <a:pt x="22241" y="1038930"/>
                </a:cubicBezTo>
                <a:close/>
                <a:moveTo>
                  <a:pt x="1107807" y="1020468"/>
                </a:moveTo>
                <a:cubicBezTo>
                  <a:pt x="1100753" y="1020468"/>
                  <a:pt x="1092957" y="1015830"/>
                  <a:pt x="1092519" y="1005839"/>
                </a:cubicBezTo>
                <a:cubicBezTo>
                  <a:pt x="1090295" y="954195"/>
                  <a:pt x="1080901" y="902464"/>
                  <a:pt x="1071569" y="851978"/>
                </a:cubicBezTo>
                <a:cubicBezTo>
                  <a:pt x="1021462" y="620697"/>
                  <a:pt x="1084884" y="330726"/>
                  <a:pt x="879330" y="161613"/>
                </a:cubicBezTo>
                <a:cubicBezTo>
                  <a:pt x="873614" y="167232"/>
                  <a:pt x="863077" y="163754"/>
                  <a:pt x="860621" y="156439"/>
                </a:cubicBezTo>
                <a:cubicBezTo>
                  <a:pt x="858746" y="150910"/>
                  <a:pt x="859228" y="145022"/>
                  <a:pt x="858049" y="139315"/>
                </a:cubicBezTo>
                <a:cubicBezTo>
                  <a:pt x="850602" y="106135"/>
                  <a:pt x="823248" y="77236"/>
                  <a:pt x="790582" y="67959"/>
                </a:cubicBezTo>
                <a:cubicBezTo>
                  <a:pt x="779116" y="64479"/>
                  <a:pt x="772114" y="62517"/>
                  <a:pt x="789859" y="61448"/>
                </a:cubicBezTo>
                <a:cubicBezTo>
                  <a:pt x="837769" y="62964"/>
                  <a:pt x="885706" y="109166"/>
                  <a:pt x="881758" y="157511"/>
                </a:cubicBezTo>
                <a:cubicBezTo>
                  <a:pt x="1124891" y="295673"/>
                  <a:pt x="1042394" y="623731"/>
                  <a:pt x="1102816" y="853139"/>
                </a:cubicBezTo>
                <a:lnTo>
                  <a:pt x="1102816" y="853139"/>
                </a:lnTo>
                <a:cubicBezTo>
                  <a:pt x="1106048" y="876418"/>
                  <a:pt x="1144385" y="1024303"/>
                  <a:pt x="1107807" y="1020468"/>
                </a:cubicBezTo>
                <a:lnTo>
                  <a:pt x="1107807" y="1020468"/>
                </a:lnTo>
                <a:close/>
                <a:moveTo>
                  <a:pt x="937322" y="1008962"/>
                </a:moveTo>
                <a:cubicBezTo>
                  <a:pt x="917434" y="1005660"/>
                  <a:pt x="921435" y="977386"/>
                  <a:pt x="919515" y="961777"/>
                </a:cubicBezTo>
                <a:cubicBezTo>
                  <a:pt x="918104" y="946436"/>
                  <a:pt x="916318" y="931006"/>
                  <a:pt x="914434" y="915754"/>
                </a:cubicBezTo>
                <a:cubicBezTo>
                  <a:pt x="911728" y="894614"/>
                  <a:pt x="910469" y="870621"/>
                  <a:pt x="893573" y="855369"/>
                </a:cubicBezTo>
                <a:cubicBezTo>
                  <a:pt x="867729" y="831820"/>
                  <a:pt x="845118" y="803903"/>
                  <a:pt x="832464" y="770991"/>
                </a:cubicBezTo>
                <a:cubicBezTo>
                  <a:pt x="827597" y="763052"/>
                  <a:pt x="813479" y="720684"/>
                  <a:pt x="830098" y="747800"/>
                </a:cubicBezTo>
                <a:cubicBezTo>
                  <a:pt x="852878" y="785797"/>
                  <a:pt x="886482" y="814160"/>
                  <a:pt x="918845" y="843327"/>
                </a:cubicBezTo>
                <a:cubicBezTo>
                  <a:pt x="936268" y="862326"/>
                  <a:pt x="939054" y="888192"/>
                  <a:pt x="942743" y="912810"/>
                </a:cubicBezTo>
                <a:cubicBezTo>
                  <a:pt x="946136" y="934840"/>
                  <a:pt x="949226" y="957407"/>
                  <a:pt x="951682" y="980420"/>
                </a:cubicBezTo>
                <a:cubicBezTo>
                  <a:pt x="953629" y="991569"/>
                  <a:pt x="951673" y="1008605"/>
                  <a:pt x="937322" y="1008962"/>
                </a:cubicBezTo>
                <a:lnTo>
                  <a:pt x="937322" y="1008962"/>
                </a:lnTo>
                <a:close/>
                <a:moveTo>
                  <a:pt x="1021739" y="1004056"/>
                </a:moveTo>
                <a:cubicBezTo>
                  <a:pt x="1002057" y="1002183"/>
                  <a:pt x="1005397" y="977119"/>
                  <a:pt x="1003950" y="962224"/>
                </a:cubicBezTo>
                <a:cubicBezTo>
                  <a:pt x="1000645" y="928687"/>
                  <a:pt x="996296" y="899163"/>
                  <a:pt x="990796" y="867766"/>
                </a:cubicBezTo>
                <a:cubicBezTo>
                  <a:pt x="975248" y="784993"/>
                  <a:pt x="949351" y="684292"/>
                  <a:pt x="950655" y="605535"/>
                </a:cubicBezTo>
                <a:cubicBezTo>
                  <a:pt x="952959" y="510809"/>
                  <a:pt x="960665" y="430713"/>
                  <a:pt x="965890" y="332241"/>
                </a:cubicBezTo>
                <a:cubicBezTo>
                  <a:pt x="965881" y="330994"/>
                  <a:pt x="967943" y="330815"/>
                  <a:pt x="967961" y="332152"/>
                </a:cubicBezTo>
                <a:cubicBezTo>
                  <a:pt x="968193" y="342768"/>
                  <a:pt x="968417" y="353471"/>
                  <a:pt x="968685" y="366314"/>
                </a:cubicBezTo>
                <a:cubicBezTo>
                  <a:pt x="971560" y="507153"/>
                  <a:pt x="967301" y="628101"/>
                  <a:pt x="1000164" y="768226"/>
                </a:cubicBezTo>
                <a:cubicBezTo>
                  <a:pt x="1004012" y="797926"/>
                  <a:pt x="1064568" y="1007890"/>
                  <a:pt x="1021739" y="1004056"/>
                </a:cubicBezTo>
                <a:lnTo>
                  <a:pt x="1021739" y="1004056"/>
                </a:lnTo>
                <a:close/>
                <a:moveTo>
                  <a:pt x="672588" y="241263"/>
                </a:moveTo>
                <a:cubicBezTo>
                  <a:pt x="660443" y="241263"/>
                  <a:pt x="649843" y="234395"/>
                  <a:pt x="640520" y="227259"/>
                </a:cubicBezTo>
                <a:cubicBezTo>
                  <a:pt x="608898" y="203356"/>
                  <a:pt x="581259" y="178381"/>
                  <a:pt x="555987" y="148323"/>
                </a:cubicBezTo>
                <a:cubicBezTo>
                  <a:pt x="545012" y="139136"/>
                  <a:pt x="486966" y="49138"/>
                  <a:pt x="530384" y="96679"/>
                </a:cubicBezTo>
                <a:cubicBezTo>
                  <a:pt x="529652" y="80445"/>
                  <a:pt x="529321" y="63410"/>
                  <a:pt x="533108" y="47622"/>
                </a:cubicBezTo>
                <a:cubicBezTo>
                  <a:pt x="536751" y="33708"/>
                  <a:pt x="557067" y="31924"/>
                  <a:pt x="562943" y="45125"/>
                </a:cubicBezTo>
                <a:cubicBezTo>
                  <a:pt x="568284" y="55294"/>
                  <a:pt x="558773" y="65461"/>
                  <a:pt x="553968" y="73934"/>
                </a:cubicBezTo>
                <a:lnTo>
                  <a:pt x="553968" y="73934"/>
                </a:lnTo>
                <a:cubicBezTo>
                  <a:pt x="548513" y="83657"/>
                  <a:pt x="540591" y="91595"/>
                  <a:pt x="534215" y="100782"/>
                </a:cubicBezTo>
                <a:cubicBezTo>
                  <a:pt x="572981" y="142170"/>
                  <a:pt x="614328" y="183466"/>
                  <a:pt x="660460" y="214059"/>
                </a:cubicBezTo>
                <a:cubicBezTo>
                  <a:pt x="675552" y="226637"/>
                  <a:pt x="691073" y="209331"/>
                  <a:pt x="701861" y="198450"/>
                </a:cubicBezTo>
                <a:cubicBezTo>
                  <a:pt x="725329" y="176240"/>
                  <a:pt x="746074" y="151890"/>
                  <a:pt x="763970" y="124864"/>
                </a:cubicBezTo>
                <a:cubicBezTo>
                  <a:pt x="753736" y="109255"/>
                  <a:pt x="759317" y="85084"/>
                  <a:pt x="757567" y="66798"/>
                </a:cubicBezTo>
                <a:cubicBezTo>
                  <a:pt x="757773" y="26572"/>
                  <a:pt x="776463" y="81338"/>
                  <a:pt x="780696" y="91416"/>
                </a:cubicBezTo>
                <a:lnTo>
                  <a:pt x="780696" y="91416"/>
                </a:lnTo>
                <a:cubicBezTo>
                  <a:pt x="782509" y="95965"/>
                  <a:pt x="784259" y="100871"/>
                  <a:pt x="786036" y="105777"/>
                </a:cubicBezTo>
                <a:cubicBezTo>
                  <a:pt x="786813" y="106492"/>
                  <a:pt x="787537" y="107204"/>
                  <a:pt x="788162" y="108007"/>
                </a:cubicBezTo>
                <a:cubicBezTo>
                  <a:pt x="797851" y="113536"/>
                  <a:pt x="793055" y="125668"/>
                  <a:pt x="787688" y="132536"/>
                </a:cubicBezTo>
                <a:cubicBezTo>
                  <a:pt x="764434" y="165805"/>
                  <a:pt x="714256" y="236714"/>
                  <a:pt x="672588" y="241263"/>
                </a:cubicBezTo>
                <a:close/>
              </a:path>
            </a:pathLst>
          </a:custGeom>
          <a:solidFill>
            <a:schemeClr val="bg1"/>
          </a:solidFill>
          <a:ln w="8890" cap="flat">
            <a:noFill/>
            <a:prstDash val="solid"/>
            <a:miter/>
          </a:ln>
        </p:spPr>
        <p:txBody>
          <a:bodyPr rtlCol="0" anchor="ctr"/>
          <a:lstStyle/>
          <a:p>
            <a:endParaRPr lang="en-GB" dirty="0">
              <a:solidFill>
                <a:schemeClr val="bg1"/>
              </a:solidFill>
            </a:endParaRPr>
          </a:p>
        </p:txBody>
      </p:sp>
      <p:sp>
        <p:nvSpPr>
          <p:cNvPr id="113" name="Freeform: Shape 112">
            <a:extLst>
              <a:ext uri="{FF2B5EF4-FFF2-40B4-BE49-F238E27FC236}">
                <a16:creationId xmlns:a16="http://schemas.microsoft.com/office/drawing/2014/main" id="{33AF9DFD-A031-F879-AE49-FF3498CDBBAE}"/>
              </a:ext>
            </a:extLst>
          </p:cNvPr>
          <p:cNvSpPr/>
          <p:nvPr/>
        </p:nvSpPr>
        <p:spPr>
          <a:xfrm>
            <a:off x="8243396" y="2982712"/>
            <a:ext cx="483710" cy="567188"/>
          </a:xfrm>
          <a:custGeom>
            <a:avLst/>
            <a:gdLst>
              <a:gd name="connsiteX0" fmla="*/ 249846 w 483710"/>
              <a:gd name="connsiteY0" fmla="*/ 2095 h 567188"/>
              <a:gd name="connsiteX1" fmla="*/ 419071 w 483710"/>
              <a:gd name="connsiteY1" fmla="*/ 58467 h 567188"/>
              <a:gd name="connsiteX2" fmla="*/ 429787 w 483710"/>
              <a:gd name="connsiteY2" fmla="*/ 99586 h 567188"/>
              <a:gd name="connsiteX3" fmla="*/ 483280 w 483710"/>
              <a:gd name="connsiteY3" fmla="*/ 447533 h 567188"/>
              <a:gd name="connsiteX4" fmla="*/ 304141 w 483710"/>
              <a:gd name="connsiteY4" fmla="*/ 569284 h 567188"/>
              <a:gd name="connsiteX5" fmla="*/ 106874 w 483710"/>
              <a:gd name="connsiteY5" fmla="*/ 494003 h 567188"/>
              <a:gd name="connsiteX6" fmla="*/ 54186 w 483710"/>
              <a:gd name="connsiteY6" fmla="*/ 405077 h 567188"/>
              <a:gd name="connsiteX7" fmla="*/ 29896 w 483710"/>
              <a:gd name="connsiteY7" fmla="*/ 408377 h 567188"/>
              <a:gd name="connsiteX8" fmla="*/ 1229 w 483710"/>
              <a:gd name="connsiteY8" fmla="*/ 353879 h 567188"/>
              <a:gd name="connsiteX9" fmla="*/ 37039 w 483710"/>
              <a:gd name="connsiteY9" fmla="*/ 292781 h 567188"/>
              <a:gd name="connsiteX10" fmla="*/ 56597 w 483710"/>
              <a:gd name="connsiteY10" fmla="*/ 69705 h 567188"/>
              <a:gd name="connsiteX11" fmla="*/ 249846 w 483710"/>
              <a:gd name="connsiteY11" fmla="*/ 2095 h 567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3710" h="567188">
                <a:moveTo>
                  <a:pt x="249846" y="2095"/>
                </a:moveTo>
                <a:cubicBezTo>
                  <a:pt x="311196" y="2095"/>
                  <a:pt x="387637" y="20916"/>
                  <a:pt x="419071" y="58467"/>
                </a:cubicBezTo>
                <a:cubicBezTo>
                  <a:pt x="426662" y="67475"/>
                  <a:pt x="428180" y="90131"/>
                  <a:pt x="429787" y="99586"/>
                </a:cubicBezTo>
                <a:cubicBezTo>
                  <a:pt x="439701" y="157116"/>
                  <a:pt x="495157" y="376803"/>
                  <a:pt x="483280" y="447533"/>
                </a:cubicBezTo>
                <a:cubicBezTo>
                  <a:pt x="471313" y="518354"/>
                  <a:pt x="407016" y="569284"/>
                  <a:pt x="304141" y="569284"/>
                </a:cubicBezTo>
                <a:cubicBezTo>
                  <a:pt x="201265" y="569284"/>
                  <a:pt x="124466" y="513270"/>
                  <a:pt x="106874" y="494003"/>
                </a:cubicBezTo>
                <a:cubicBezTo>
                  <a:pt x="89281" y="474738"/>
                  <a:pt x="54186" y="405077"/>
                  <a:pt x="54186" y="405077"/>
                </a:cubicBezTo>
                <a:cubicBezTo>
                  <a:pt x="54186" y="405077"/>
                  <a:pt x="40612" y="412926"/>
                  <a:pt x="29896" y="408377"/>
                </a:cubicBezTo>
                <a:cubicBezTo>
                  <a:pt x="14982" y="402044"/>
                  <a:pt x="1408" y="380013"/>
                  <a:pt x="1229" y="353879"/>
                </a:cubicBezTo>
                <a:cubicBezTo>
                  <a:pt x="962" y="309015"/>
                  <a:pt x="37039" y="292781"/>
                  <a:pt x="37039" y="292781"/>
                </a:cubicBezTo>
                <a:cubicBezTo>
                  <a:pt x="37039" y="292781"/>
                  <a:pt x="24181" y="115729"/>
                  <a:pt x="56597" y="69705"/>
                </a:cubicBezTo>
                <a:cubicBezTo>
                  <a:pt x="88924" y="23592"/>
                  <a:pt x="173850" y="2095"/>
                  <a:pt x="249846" y="2095"/>
                </a:cubicBezTo>
                <a:close/>
              </a:path>
            </a:pathLst>
          </a:custGeom>
          <a:solidFill>
            <a:srgbClr val="FFFFFF"/>
          </a:solidFill>
          <a:ln w="8890" cap="flat">
            <a:noFill/>
            <a:prstDash val="solid"/>
            <a:miter/>
          </a:ln>
        </p:spPr>
        <p:txBody>
          <a:bodyPr rtlCol="0" anchor="ctr"/>
          <a:lstStyle/>
          <a:p>
            <a:endParaRPr lang="en-GB" dirty="0">
              <a:solidFill>
                <a:schemeClr val="bg1"/>
              </a:solidFill>
            </a:endParaRPr>
          </a:p>
        </p:txBody>
      </p:sp>
      <p:sp>
        <p:nvSpPr>
          <p:cNvPr id="114" name="Freeform: Shape 113">
            <a:extLst>
              <a:ext uri="{FF2B5EF4-FFF2-40B4-BE49-F238E27FC236}">
                <a16:creationId xmlns:a16="http://schemas.microsoft.com/office/drawing/2014/main" id="{A088144A-E5E8-29C9-75B4-C29AC9B085E5}"/>
              </a:ext>
            </a:extLst>
          </p:cNvPr>
          <p:cNvSpPr/>
          <p:nvPr/>
        </p:nvSpPr>
        <p:spPr>
          <a:xfrm>
            <a:off x="8238334" y="2942168"/>
            <a:ext cx="501882" cy="616919"/>
          </a:xfrm>
          <a:custGeom>
            <a:avLst/>
            <a:gdLst>
              <a:gd name="connsiteX0" fmla="*/ 313578 w 501882"/>
              <a:gd name="connsiteY0" fmla="*/ 619015 h 616919"/>
              <a:gd name="connsiteX1" fmla="*/ 266516 w 501882"/>
              <a:gd name="connsiteY1" fmla="*/ 613930 h 616919"/>
              <a:gd name="connsiteX2" fmla="*/ 259194 w 501882"/>
              <a:gd name="connsiteY2" fmla="*/ 589046 h 616919"/>
              <a:gd name="connsiteX3" fmla="*/ 462087 w 501882"/>
              <a:gd name="connsiteY3" fmla="*/ 524201 h 616919"/>
              <a:gd name="connsiteX4" fmla="*/ 470035 w 501882"/>
              <a:gd name="connsiteY4" fmla="*/ 401201 h 616919"/>
              <a:gd name="connsiteX5" fmla="*/ 444226 w 501882"/>
              <a:gd name="connsiteY5" fmla="*/ 232177 h 616919"/>
              <a:gd name="connsiteX6" fmla="*/ 444226 w 501882"/>
              <a:gd name="connsiteY6" fmla="*/ 232177 h 616919"/>
              <a:gd name="connsiteX7" fmla="*/ 434046 w 501882"/>
              <a:gd name="connsiteY7" fmla="*/ 151634 h 616919"/>
              <a:gd name="connsiteX8" fmla="*/ 433421 w 501882"/>
              <a:gd name="connsiteY8" fmla="*/ 130764 h 616919"/>
              <a:gd name="connsiteX9" fmla="*/ 442262 w 501882"/>
              <a:gd name="connsiteY9" fmla="*/ 156808 h 616919"/>
              <a:gd name="connsiteX10" fmla="*/ 471820 w 501882"/>
              <a:gd name="connsiteY10" fmla="*/ 282841 h 616919"/>
              <a:gd name="connsiteX11" fmla="*/ 498968 w 501882"/>
              <a:gd name="connsiteY11" fmla="*/ 430100 h 616919"/>
              <a:gd name="connsiteX12" fmla="*/ 489235 w 501882"/>
              <a:gd name="connsiteY12" fmla="*/ 531157 h 616919"/>
              <a:gd name="connsiteX13" fmla="*/ 313578 w 501882"/>
              <a:gd name="connsiteY13" fmla="*/ 619015 h 616919"/>
              <a:gd name="connsiteX14" fmla="*/ 142655 w 501882"/>
              <a:gd name="connsiteY14" fmla="*/ 559879 h 616919"/>
              <a:gd name="connsiteX15" fmla="*/ 60409 w 501882"/>
              <a:gd name="connsiteY15" fmla="*/ 450794 h 616919"/>
              <a:gd name="connsiteX16" fmla="*/ 38529 w 501882"/>
              <a:gd name="connsiteY16" fmla="*/ 459535 h 616919"/>
              <a:gd name="connsiteX17" fmla="*/ 23438 w 501882"/>
              <a:gd name="connsiteY17" fmla="*/ 341262 h 616919"/>
              <a:gd name="connsiteX18" fmla="*/ 22366 w 501882"/>
              <a:gd name="connsiteY18" fmla="*/ 193021 h 616919"/>
              <a:gd name="connsiteX19" fmla="*/ 32726 w 501882"/>
              <a:gd name="connsiteY19" fmla="*/ 115512 h 616919"/>
              <a:gd name="connsiteX20" fmla="*/ 105863 w 501882"/>
              <a:gd name="connsiteY20" fmla="*/ 4999 h 616919"/>
              <a:gd name="connsiteX21" fmla="*/ 140154 w 501882"/>
              <a:gd name="connsiteY21" fmla="*/ 2144 h 616919"/>
              <a:gd name="connsiteX22" fmla="*/ 353229 w 501882"/>
              <a:gd name="connsiteY22" fmla="*/ 6871 h 616919"/>
              <a:gd name="connsiteX23" fmla="*/ 410560 w 501882"/>
              <a:gd name="connsiteY23" fmla="*/ 7675 h 616919"/>
              <a:gd name="connsiteX24" fmla="*/ 449495 w 501882"/>
              <a:gd name="connsiteY24" fmla="*/ 20876 h 616919"/>
              <a:gd name="connsiteX25" fmla="*/ 460033 w 501882"/>
              <a:gd name="connsiteY25" fmla="*/ 21768 h 616919"/>
              <a:gd name="connsiteX26" fmla="*/ 468160 w 501882"/>
              <a:gd name="connsiteY26" fmla="*/ 35326 h 616919"/>
              <a:gd name="connsiteX27" fmla="*/ 459319 w 501882"/>
              <a:gd name="connsiteY27" fmla="*/ 73323 h 616919"/>
              <a:gd name="connsiteX28" fmla="*/ 449852 w 501882"/>
              <a:gd name="connsiteY28" fmla="*/ 121844 h 616919"/>
              <a:gd name="connsiteX29" fmla="*/ 427348 w 501882"/>
              <a:gd name="connsiteY29" fmla="*/ 116760 h 616919"/>
              <a:gd name="connsiteX30" fmla="*/ 121312 w 501882"/>
              <a:gd name="connsiteY30" fmla="*/ 146998 h 616919"/>
              <a:gd name="connsiteX31" fmla="*/ 114525 w 501882"/>
              <a:gd name="connsiteY31" fmla="*/ 168225 h 616919"/>
              <a:gd name="connsiteX32" fmla="*/ 119079 w 501882"/>
              <a:gd name="connsiteY32" fmla="*/ 180089 h 616919"/>
              <a:gd name="connsiteX33" fmla="*/ 129170 w 501882"/>
              <a:gd name="connsiteY33" fmla="*/ 208184 h 616919"/>
              <a:gd name="connsiteX34" fmla="*/ 111310 w 501882"/>
              <a:gd name="connsiteY34" fmla="*/ 233784 h 616919"/>
              <a:gd name="connsiteX35" fmla="*/ 86574 w 501882"/>
              <a:gd name="connsiteY35" fmla="*/ 286408 h 616919"/>
              <a:gd name="connsiteX36" fmla="*/ 88271 w 501882"/>
              <a:gd name="connsiteY36" fmla="*/ 338141 h 616919"/>
              <a:gd name="connsiteX37" fmla="*/ 74162 w 501882"/>
              <a:gd name="connsiteY37" fmla="*/ 351342 h 616919"/>
              <a:gd name="connsiteX38" fmla="*/ 71661 w 501882"/>
              <a:gd name="connsiteY38" fmla="*/ 350449 h 616919"/>
              <a:gd name="connsiteX39" fmla="*/ 37905 w 501882"/>
              <a:gd name="connsiteY39" fmla="*/ 349201 h 616919"/>
              <a:gd name="connsiteX40" fmla="*/ 40227 w 501882"/>
              <a:gd name="connsiteY40" fmla="*/ 436344 h 616919"/>
              <a:gd name="connsiteX41" fmla="*/ 62105 w 501882"/>
              <a:gd name="connsiteY41" fmla="*/ 446601 h 616919"/>
              <a:gd name="connsiteX42" fmla="*/ 149978 w 501882"/>
              <a:gd name="connsiteY42" fmla="*/ 540434 h 616919"/>
              <a:gd name="connsiteX43" fmla="*/ 142655 w 501882"/>
              <a:gd name="connsiteY43" fmla="*/ 559879 h 616919"/>
              <a:gd name="connsiteX44" fmla="*/ 68713 w 501882"/>
              <a:gd name="connsiteY44" fmla="*/ 414491 h 616919"/>
              <a:gd name="connsiteX45" fmla="*/ 59158 w 501882"/>
              <a:gd name="connsiteY45" fmla="*/ 406731 h 616919"/>
              <a:gd name="connsiteX46" fmla="*/ 34690 w 501882"/>
              <a:gd name="connsiteY46" fmla="*/ 384879 h 616919"/>
              <a:gd name="connsiteX47" fmla="*/ 34154 w 501882"/>
              <a:gd name="connsiteY47" fmla="*/ 382828 h 616919"/>
              <a:gd name="connsiteX48" fmla="*/ 66035 w 501882"/>
              <a:gd name="connsiteY48" fmla="*/ 384522 h 616919"/>
              <a:gd name="connsiteX49" fmla="*/ 68713 w 501882"/>
              <a:gd name="connsiteY49" fmla="*/ 414491 h 616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01882" h="616919">
                <a:moveTo>
                  <a:pt x="313578" y="619015"/>
                </a:moveTo>
                <a:cubicBezTo>
                  <a:pt x="297772" y="619015"/>
                  <a:pt x="282055" y="617230"/>
                  <a:pt x="266516" y="613930"/>
                </a:cubicBezTo>
                <a:cubicBezTo>
                  <a:pt x="246067" y="612236"/>
                  <a:pt x="225527" y="587886"/>
                  <a:pt x="259194" y="589046"/>
                </a:cubicBezTo>
                <a:cubicBezTo>
                  <a:pt x="330725" y="605278"/>
                  <a:pt x="410381" y="593237"/>
                  <a:pt x="462087" y="524201"/>
                </a:cubicBezTo>
                <a:cubicBezTo>
                  <a:pt x="486376" y="487274"/>
                  <a:pt x="476464" y="442856"/>
                  <a:pt x="470035" y="401201"/>
                </a:cubicBezTo>
                <a:cubicBezTo>
                  <a:pt x="459407" y="333681"/>
                  <a:pt x="453067" y="290153"/>
                  <a:pt x="444226" y="232177"/>
                </a:cubicBezTo>
                <a:lnTo>
                  <a:pt x="444226" y="232177"/>
                </a:lnTo>
                <a:cubicBezTo>
                  <a:pt x="440208" y="204796"/>
                  <a:pt x="435921" y="180089"/>
                  <a:pt x="434046" y="151634"/>
                </a:cubicBezTo>
                <a:cubicBezTo>
                  <a:pt x="433600" y="144855"/>
                  <a:pt x="431724" y="130942"/>
                  <a:pt x="433421" y="130764"/>
                </a:cubicBezTo>
                <a:cubicBezTo>
                  <a:pt x="435028" y="130675"/>
                  <a:pt x="439493" y="148246"/>
                  <a:pt x="442262" y="156808"/>
                </a:cubicBezTo>
                <a:cubicBezTo>
                  <a:pt x="455300" y="197749"/>
                  <a:pt x="461640" y="236014"/>
                  <a:pt x="471820" y="282841"/>
                </a:cubicBezTo>
                <a:cubicBezTo>
                  <a:pt x="481108" y="331452"/>
                  <a:pt x="490842" y="380687"/>
                  <a:pt x="498968" y="430100"/>
                </a:cubicBezTo>
                <a:cubicBezTo>
                  <a:pt x="504684" y="463727"/>
                  <a:pt x="506916" y="500653"/>
                  <a:pt x="489235" y="531157"/>
                </a:cubicBezTo>
                <a:cubicBezTo>
                  <a:pt x="453871" y="590650"/>
                  <a:pt x="380376" y="618122"/>
                  <a:pt x="313578" y="619015"/>
                </a:cubicBezTo>
                <a:close/>
                <a:moveTo>
                  <a:pt x="142655" y="559879"/>
                </a:moveTo>
                <a:cubicBezTo>
                  <a:pt x="99880" y="546500"/>
                  <a:pt x="68267" y="493250"/>
                  <a:pt x="60409" y="450794"/>
                </a:cubicBezTo>
                <a:cubicBezTo>
                  <a:pt x="57015" y="459356"/>
                  <a:pt x="46745" y="461229"/>
                  <a:pt x="38529" y="459535"/>
                </a:cubicBezTo>
                <a:cubicBezTo>
                  <a:pt x="-6746" y="451864"/>
                  <a:pt x="-9603" y="362848"/>
                  <a:pt x="23438" y="341262"/>
                </a:cubicBezTo>
                <a:cubicBezTo>
                  <a:pt x="3434" y="294256"/>
                  <a:pt x="16561" y="241721"/>
                  <a:pt x="22366" y="193021"/>
                </a:cubicBezTo>
                <a:cubicBezTo>
                  <a:pt x="22366" y="193021"/>
                  <a:pt x="32726" y="115512"/>
                  <a:pt x="32726" y="115512"/>
                </a:cubicBezTo>
                <a:cubicBezTo>
                  <a:pt x="36922" y="70557"/>
                  <a:pt x="54246" y="13740"/>
                  <a:pt x="105863" y="4999"/>
                </a:cubicBezTo>
                <a:cubicBezTo>
                  <a:pt x="117115" y="2679"/>
                  <a:pt x="128635" y="1878"/>
                  <a:pt x="140154" y="2144"/>
                </a:cubicBezTo>
                <a:cubicBezTo>
                  <a:pt x="171499" y="2769"/>
                  <a:pt x="302952" y="5802"/>
                  <a:pt x="353229" y="6871"/>
                </a:cubicBezTo>
                <a:cubicBezTo>
                  <a:pt x="367873" y="7228"/>
                  <a:pt x="395647" y="7407"/>
                  <a:pt x="410560" y="7675"/>
                </a:cubicBezTo>
                <a:cubicBezTo>
                  <a:pt x="422704" y="9280"/>
                  <a:pt x="449228" y="2858"/>
                  <a:pt x="449495" y="20876"/>
                </a:cubicBezTo>
                <a:lnTo>
                  <a:pt x="460033" y="21768"/>
                </a:lnTo>
                <a:cubicBezTo>
                  <a:pt x="466731" y="21947"/>
                  <a:pt x="471196" y="29438"/>
                  <a:pt x="468160" y="35326"/>
                </a:cubicBezTo>
                <a:cubicBezTo>
                  <a:pt x="464587" y="42817"/>
                  <a:pt x="461729" y="59587"/>
                  <a:pt x="459319" y="73323"/>
                </a:cubicBezTo>
                <a:cubicBezTo>
                  <a:pt x="455210" y="90091"/>
                  <a:pt x="454854" y="108108"/>
                  <a:pt x="449852" y="121844"/>
                </a:cubicBezTo>
                <a:cubicBezTo>
                  <a:pt x="444226" y="131833"/>
                  <a:pt x="425831" y="129960"/>
                  <a:pt x="427348" y="116760"/>
                </a:cubicBezTo>
                <a:cubicBezTo>
                  <a:pt x="324562" y="113371"/>
                  <a:pt x="218830" y="115512"/>
                  <a:pt x="121312" y="146998"/>
                </a:cubicBezTo>
                <a:cubicBezTo>
                  <a:pt x="113543" y="151723"/>
                  <a:pt x="113722" y="160464"/>
                  <a:pt x="114525" y="168225"/>
                </a:cubicBezTo>
                <a:cubicBezTo>
                  <a:pt x="115151" y="175808"/>
                  <a:pt x="118008" y="174379"/>
                  <a:pt x="119079" y="180089"/>
                </a:cubicBezTo>
                <a:cubicBezTo>
                  <a:pt x="121580" y="189720"/>
                  <a:pt x="124705" y="199265"/>
                  <a:pt x="129170" y="208184"/>
                </a:cubicBezTo>
                <a:cubicBezTo>
                  <a:pt x="138369" y="221028"/>
                  <a:pt x="123813" y="233070"/>
                  <a:pt x="111310" y="233784"/>
                </a:cubicBezTo>
                <a:cubicBezTo>
                  <a:pt x="86128" y="235746"/>
                  <a:pt x="87913" y="267143"/>
                  <a:pt x="86574" y="286408"/>
                </a:cubicBezTo>
                <a:cubicBezTo>
                  <a:pt x="85413" y="303711"/>
                  <a:pt x="86752" y="321014"/>
                  <a:pt x="88271" y="338141"/>
                </a:cubicBezTo>
                <a:cubicBezTo>
                  <a:pt x="89432" y="348398"/>
                  <a:pt x="81573" y="358389"/>
                  <a:pt x="74162" y="351342"/>
                </a:cubicBezTo>
                <a:cubicBezTo>
                  <a:pt x="73178" y="350449"/>
                  <a:pt x="72643" y="351610"/>
                  <a:pt x="71661" y="350449"/>
                </a:cubicBezTo>
                <a:cubicBezTo>
                  <a:pt x="63087" y="340550"/>
                  <a:pt x="47906" y="341887"/>
                  <a:pt x="37905" y="349201"/>
                </a:cubicBezTo>
                <a:cubicBezTo>
                  <a:pt x="14955" y="363560"/>
                  <a:pt x="17812" y="425819"/>
                  <a:pt x="40227" y="436344"/>
                </a:cubicBezTo>
                <a:cubicBezTo>
                  <a:pt x="46567" y="438930"/>
                  <a:pt x="65053" y="435452"/>
                  <a:pt x="62105" y="446601"/>
                </a:cubicBezTo>
                <a:cubicBezTo>
                  <a:pt x="79788" y="479246"/>
                  <a:pt x="111489" y="524557"/>
                  <a:pt x="149978" y="540434"/>
                </a:cubicBezTo>
                <a:cubicBezTo>
                  <a:pt x="162391" y="544091"/>
                  <a:pt x="153550" y="561305"/>
                  <a:pt x="142655" y="559879"/>
                </a:cubicBezTo>
                <a:close/>
                <a:moveTo>
                  <a:pt x="68713" y="414491"/>
                </a:moveTo>
                <a:cubicBezTo>
                  <a:pt x="64160" y="414670"/>
                  <a:pt x="60051" y="411191"/>
                  <a:pt x="59158" y="406731"/>
                </a:cubicBezTo>
                <a:cubicBezTo>
                  <a:pt x="56568" y="395939"/>
                  <a:pt x="45853" y="386305"/>
                  <a:pt x="34690" y="384879"/>
                </a:cubicBezTo>
                <a:cubicBezTo>
                  <a:pt x="33797" y="384790"/>
                  <a:pt x="33171" y="383274"/>
                  <a:pt x="34154" y="382828"/>
                </a:cubicBezTo>
                <a:cubicBezTo>
                  <a:pt x="44334" y="377832"/>
                  <a:pt x="56390" y="378457"/>
                  <a:pt x="66035" y="384522"/>
                </a:cubicBezTo>
                <a:cubicBezTo>
                  <a:pt x="78448" y="391569"/>
                  <a:pt x="89878" y="411993"/>
                  <a:pt x="68713" y="414491"/>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stretch>
              <a:fillRect l="-212069" r="-6185"/>
            </a:stretch>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15" name="Freeform: Shape 114">
            <a:extLst>
              <a:ext uri="{FF2B5EF4-FFF2-40B4-BE49-F238E27FC236}">
                <a16:creationId xmlns:a16="http://schemas.microsoft.com/office/drawing/2014/main" id="{05BE8B3F-8966-5515-CCDD-3B6880074A62}"/>
              </a:ext>
            </a:extLst>
          </p:cNvPr>
          <p:cNvSpPr/>
          <p:nvPr/>
        </p:nvSpPr>
        <p:spPr>
          <a:xfrm>
            <a:off x="8524064" y="3411738"/>
            <a:ext cx="95290" cy="46830"/>
          </a:xfrm>
          <a:custGeom>
            <a:avLst/>
            <a:gdLst>
              <a:gd name="connsiteX0" fmla="*/ 49861 w 95290"/>
              <a:gd name="connsiteY0" fmla="*/ 48066 h 46830"/>
              <a:gd name="connsiteX1" fmla="*/ 9881 w 95290"/>
              <a:gd name="connsiteY1" fmla="*/ 29602 h 46830"/>
              <a:gd name="connsiteX2" fmla="*/ 4559 w 95290"/>
              <a:gd name="connsiteY2" fmla="*/ 1239 h 46830"/>
              <a:gd name="connsiteX3" fmla="*/ 8104 w 95290"/>
              <a:gd name="connsiteY3" fmla="*/ 3380 h 46830"/>
              <a:gd name="connsiteX4" fmla="*/ 77080 w 95290"/>
              <a:gd name="connsiteY4" fmla="*/ 14350 h 46830"/>
              <a:gd name="connsiteX5" fmla="*/ 84171 w 95290"/>
              <a:gd name="connsiteY5" fmla="*/ 10872 h 46830"/>
              <a:gd name="connsiteX6" fmla="*/ 84234 w 95290"/>
              <a:gd name="connsiteY6" fmla="*/ 10872 h 46830"/>
              <a:gd name="connsiteX7" fmla="*/ 91771 w 95290"/>
              <a:gd name="connsiteY7" fmla="*/ 14261 h 46830"/>
              <a:gd name="connsiteX8" fmla="*/ 95289 w 95290"/>
              <a:gd name="connsiteY8" fmla="*/ 21842 h 46830"/>
              <a:gd name="connsiteX9" fmla="*/ 92369 w 95290"/>
              <a:gd name="connsiteY9" fmla="*/ 29425 h 46830"/>
              <a:gd name="connsiteX10" fmla="*/ 49861 w 95290"/>
              <a:gd name="connsiteY10" fmla="*/ 48066 h 46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90" h="46830">
                <a:moveTo>
                  <a:pt x="49861" y="48066"/>
                </a:moveTo>
                <a:cubicBezTo>
                  <a:pt x="34609" y="48245"/>
                  <a:pt x="19811" y="41109"/>
                  <a:pt x="9881" y="29602"/>
                </a:cubicBezTo>
                <a:cubicBezTo>
                  <a:pt x="4425" y="24072"/>
                  <a:pt x="-6023" y="2844"/>
                  <a:pt x="4559" y="1239"/>
                </a:cubicBezTo>
                <a:cubicBezTo>
                  <a:pt x="6032" y="1239"/>
                  <a:pt x="7488" y="2041"/>
                  <a:pt x="8104" y="3380"/>
                </a:cubicBezTo>
                <a:cubicBezTo>
                  <a:pt x="24464" y="28978"/>
                  <a:pt x="55559" y="39325"/>
                  <a:pt x="77080" y="14350"/>
                </a:cubicBezTo>
                <a:cubicBezTo>
                  <a:pt x="78804" y="12210"/>
                  <a:pt x="81403" y="10961"/>
                  <a:pt x="84171" y="10872"/>
                </a:cubicBezTo>
                <a:lnTo>
                  <a:pt x="84234" y="10872"/>
                </a:lnTo>
                <a:cubicBezTo>
                  <a:pt x="87082" y="10961"/>
                  <a:pt x="89797" y="12120"/>
                  <a:pt x="91771" y="14261"/>
                </a:cubicBezTo>
                <a:cubicBezTo>
                  <a:pt x="93851" y="16223"/>
                  <a:pt x="95110" y="18989"/>
                  <a:pt x="95289" y="21842"/>
                </a:cubicBezTo>
                <a:cubicBezTo>
                  <a:pt x="95387" y="24697"/>
                  <a:pt x="94334" y="27372"/>
                  <a:pt x="92369" y="29425"/>
                </a:cubicBezTo>
                <a:cubicBezTo>
                  <a:pt x="81537" y="41019"/>
                  <a:pt x="65811" y="48066"/>
                  <a:pt x="49861" y="48066"/>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116" name="Freeform: Shape 115">
            <a:extLst>
              <a:ext uri="{FF2B5EF4-FFF2-40B4-BE49-F238E27FC236}">
                <a16:creationId xmlns:a16="http://schemas.microsoft.com/office/drawing/2014/main" id="{8AB4342F-B11B-7A83-8E4C-0C9ACA979988}"/>
              </a:ext>
            </a:extLst>
          </p:cNvPr>
          <p:cNvSpPr/>
          <p:nvPr/>
        </p:nvSpPr>
        <p:spPr>
          <a:xfrm>
            <a:off x="8550737" y="3320845"/>
            <a:ext cx="70846" cy="63352"/>
          </a:xfrm>
          <a:custGeom>
            <a:avLst/>
            <a:gdLst>
              <a:gd name="connsiteX0" fmla="*/ 39147 w 70846"/>
              <a:gd name="connsiteY0" fmla="*/ 64572 h 63352"/>
              <a:gd name="connsiteX1" fmla="*/ 3810 w 70846"/>
              <a:gd name="connsiteY1" fmla="*/ 36118 h 63352"/>
              <a:gd name="connsiteX2" fmla="*/ 8954 w 70846"/>
              <a:gd name="connsiteY2" fmla="*/ 34067 h 63352"/>
              <a:gd name="connsiteX3" fmla="*/ 12937 w 70846"/>
              <a:gd name="connsiteY3" fmla="*/ 35316 h 63352"/>
              <a:gd name="connsiteX4" fmla="*/ 53274 w 70846"/>
              <a:gd name="connsiteY4" fmla="*/ 44235 h 63352"/>
              <a:gd name="connsiteX5" fmla="*/ 38629 w 70846"/>
              <a:gd name="connsiteY5" fmla="*/ 8558 h 63352"/>
              <a:gd name="connsiteX6" fmla="*/ 37718 w 70846"/>
              <a:gd name="connsiteY6" fmla="*/ 4632 h 63352"/>
              <a:gd name="connsiteX7" fmla="*/ 42594 w 70846"/>
              <a:gd name="connsiteY7" fmla="*/ 1243 h 63352"/>
              <a:gd name="connsiteX8" fmla="*/ 70634 w 70846"/>
              <a:gd name="connsiteY8" fmla="*/ 34869 h 63352"/>
              <a:gd name="connsiteX9" fmla="*/ 39147 w 70846"/>
              <a:gd name="connsiteY9" fmla="*/ 64572 h 6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846" h="63352">
                <a:moveTo>
                  <a:pt x="39147" y="64572"/>
                </a:moveTo>
                <a:cubicBezTo>
                  <a:pt x="27939" y="64928"/>
                  <a:pt x="-12443" y="51193"/>
                  <a:pt x="3810" y="36118"/>
                </a:cubicBezTo>
                <a:cubicBezTo>
                  <a:pt x="5230" y="34780"/>
                  <a:pt x="7061" y="34156"/>
                  <a:pt x="8954" y="34067"/>
                </a:cubicBezTo>
                <a:cubicBezTo>
                  <a:pt x="10374" y="34067"/>
                  <a:pt x="11758" y="34513"/>
                  <a:pt x="12937" y="35316"/>
                </a:cubicBezTo>
                <a:cubicBezTo>
                  <a:pt x="22849" y="43254"/>
                  <a:pt x="41353" y="57168"/>
                  <a:pt x="53274" y="44235"/>
                </a:cubicBezTo>
                <a:cubicBezTo>
                  <a:pt x="64901" y="30142"/>
                  <a:pt x="46746" y="12571"/>
                  <a:pt x="38629" y="8558"/>
                </a:cubicBezTo>
                <a:cubicBezTo>
                  <a:pt x="37513" y="7577"/>
                  <a:pt x="37146" y="6060"/>
                  <a:pt x="37718" y="4632"/>
                </a:cubicBezTo>
                <a:cubicBezTo>
                  <a:pt x="38397" y="2581"/>
                  <a:pt x="40379" y="1154"/>
                  <a:pt x="42594" y="1243"/>
                </a:cubicBezTo>
                <a:cubicBezTo>
                  <a:pt x="59320" y="2492"/>
                  <a:pt x="72733" y="18101"/>
                  <a:pt x="70634" y="34869"/>
                </a:cubicBezTo>
                <a:cubicBezTo>
                  <a:pt x="69688" y="51014"/>
                  <a:pt x="55632" y="65196"/>
                  <a:pt x="39147" y="64572"/>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117" name="Freeform: Shape 116">
            <a:extLst>
              <a:ext uri="{FF2B5EF4-FFF2-40B4-BE49-F238E27FC236}">
                <a16:creationId xmlns:a16="http://schemas.microsoft.com/office/drawing/2014/main" id="{A3C57EC7-F8C5-92FD-AF44-7826F762CED1}"/>
              </a:ext>
            </a:extLst>
          </p:cNvPr>
          <p:cNvSpPr/>
          <p:nvPr/>
        </p:nvSpPr>
        <p:spPr>
          <a:xfrm>
            <a:off x="8455653" y="3281815"/>
            <a:ext cx="69559" cy="50897"/>
          </a:xfrm>
          <a:custGeom>
            <a:avLst/>
            <a:gdLst>
              <a:gd name="connsiteX0" fmla="*/ 6003 w 69559"/>
              <a:gd name="connsiteY0" fmla="*/ 52136 h 50897"/>
              <a:gd name="connsiteX1" fmla="*/ 4145 w 69559"/>
              <a:gd name="connsiteY1" fmla="*/ 51869 h 50897"/>
              <a:gd name="connsiteX2" fmla="*/ 1600 w 69559"/>
              <a:gd name="connsiteY2" fmla="*/ 49728 h 50897"/>
              <a:gd name="connsiteX3" fmla="*/ 3163 w 69559"/>
              <a:gd name="connsiteY3" fmla="*/ 26270 h 50897"/>
              <a:gd name="connsiteX4" fmla="*/ 64745 w 69559"/>
              <a:gd name="connsiteY4" fmla="*/ 22078 h 50897"/>
              <a:gd name="connsiteX5" fmla="*/ 67710 w 69559"/>
              <a:gd name="connsiteY5" fmla="*/ 26270 h 50897"/>
              <a:gd name="connsiteX6" fmla="*/ 69148 w 69559"/>
              <a:gd name="connsiteY6" fmla="*/ 34208 h 50897"/>
              <a:gd name="connsiteX7" fmla="*/ 63307 w 69559"/>
              <a:gd name="connsiteY7" fmla="*/ 40273 h 50897"/>
              <a:gd name="connsiteX8" fmla="*/ 49635 w 69559"/>
              <a:gd name="connsiteY8" fmla="*/ 34564 h 50897"/>
              <a:gd name="connsiteX9" fmla="*/ 39080 w 69559"/>
              <a:gd name="connsiteY9" fmla="*/ 20561 h 50897"/>
              <a:gd name="connsiteX10" fmla="*/ 27765 w 69559"/>
              <a:gd name="connsiteY10" fmla="*/ 19669 h 50897"/>
              <a:gd name="connsiteX11" fmla="*/ 14602 w 69559"/>
              <a:gd name="connsiteY11" fmla="*/ 32781 h 50897"/>
              <a:gd name="connsiteX12" fmla="*/ 10280 w 69559"/>
              <a:gd name="connsiteY12" fmla="*/ 48122 h 50897"/>
              <a:gd name="connsiteX13" fmla="*/ 6708 w 69559"/>
              <a:gd name="connsiteY13" fmla="*/ 52136 h 50897"/>
              <a:gd name="connsiteX14" fmla="*/ 6003 w 69559"/>
              <a:gd name="connsiteY14" fmla="*/ 52136 h 5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559" h="50897">
                <a:moveTo>
                  <a:pt x="6003" y="52136"/>
                </a:moveTo>
                <a:cubicBezTo>
                  <a:pt x="5378" y="52136"/>
                  <a:pt x="4743" y="52047"/>
                  <a:pt x="4145" y="51869"/>
                </a:cubicBezTo>
                <a:cubicBezTo>
                  <a:pt x="3002" y="51601"/>
                  <a:pt x="2056" y="50798"/>
                  <a:pt x="1600" y="49728"/>
                </a:cubicBezTo>
                <a:cubicBezTo>
                  <a:pt x="-1642" y="41076"/>
                  <a:pt x="662" y="32246"/>
                  <a:pt x="3163" y="26270"/>
                </a:cubicBezTo>
                <a:cubicBezTo>
                  <a:pt x="16558" y="-6554"/>
                  <a:pt x="48939" y="-6197"/>
                  <a:pt x="64745" y="22078"/>
                </a:cubicBezTo>
                <a:cubicBezTo>
                  <a:pt x="65710" y="23415"/>
                  <a:pt x="66701" y="24842"/>
                  <a:pt x="67710" y="26270"/>
                </a:cubicBezTo>
                <a:cubicBezTo>
                  <a:pt x="69487" y="28500"/>
                  <a:pt x="70032" y="31532"/>
                  <a:pt x="69148" y="34208"/>
                </a:cubicBezTo>
                <a:cubicBezTo>
                  <a:pt x="68148" y="36973"/>
                  <a:pt x="66022" y="39113"/>
                  <a:pt x="63307" y="40273"/>
                </a:cubicBezTo>
                <a:cubicBezTo>
                  <a:pt x="58110" y="42681"/>
                  <a:pt x="51511" y="40006"/>
                  <a:pt x="49635" y="34564"/>
                </a:cubicBezTo>
                <a:cubicBezTo>
                  <a:pt x="47019" y="28232"/>
                  <a:pt x="43179" y="23148"/>
                  <a:pt x="39080" y="20561"/>
                </a:cubicBezTo>
                <a:cubicBezTo>
                  <a:pt x="35740" y="18242"/>
                  <a:pt x="31418" y="17885"/>
                  <a:pt x="27765" y="19669"/>
                </a:cubicBezTo>
                <a:cubicBezTo>
                  <a:pt x="24327" y="21274"/>
                  <a:pt x="18541" y="26359"/>
                  <a:pt x="14602" y="32781"/>
                </a:cubicBezTo>
                <a:cubicBezTo>
                  <a:pt x="11575" y="37330"/>
                  <a:pt x="10066" y="42681"/>
                  <a:pt x="10280" y="48122"/>
                </a:cubicBezTo>
                <a:cubicBezTo>
                  <a:pt x="10530" y="50173"/>
                  <a:pt x="8708" y="51958"/>
                  <a:pt x="6708" y="52136"/>
                </a:cubicBezTo>
                <a:cubicBezTo>
                  <a:pt x="6485" y="52136"/>
                  <a:pt x="6244" y="52136"/>
                  <a:pt x="6003" y="52136"/>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118" name="Freeform: Shape 117">
            <a:extLst>
              <a:ext uri="{FF2B5EF4-FFF2-40B4-BE49-F238E27FC236}">
                <a16:creationId xmlns:a16="http://schemas.microsoft.com/office/drawing/2014/main" id="{AF56065D-9A74-D538-BEB3-B5FB13197EFE}"/>
              </a:ext>
            </a:extLst>
          </p:cNvPr>
          <p:cNvSpPr/>
          <p:nvPr/>
        </p:nvSpPr>
        <p:spPr>
          <a:xfrm>
            <a:off x="8610460" y="3280034"/>
            <a:ext cx="53600" cy="33768"/>
          </a:xfrm>
          <a:custGeom>
            <a:avLst/>
            <a:gdLst>
              <a:gd name="connsiteX0" fmla="*/ 45373 w 53600"/>
              <a:gd name="connsiteY0" fmla="*/ 35008 h 33768"/>
              <a:gd name="connsiteX1" fmla="*/ 37095 w 53600"/>
              <a:gd name="connsiteY1" fmla="*/ 28585 h 33768"/>
              <a:gd name="connsiteX2" fmla="*/ 22932 w 53600"/>
              <a:gd name="connsiteY2" fmla="*/ 17258 h 33768"/>
              <a:gd name="connsiteX3" fmla="*/ 11599 w 53600"/>
              <a:gd name="connsiteY3" fmla="*/ 25731 h 33768"/>
              <a:gd name="connsiteX4" fmla="*/ 11537 w 53600"/>
              <a:gd name="connsiteY4" fmla="*/ 25820 h 33768"/>
              <a:gd name="connsiteX5" fmla="*/ 7652 w 53600"/>
              <a:gd name="connsiteY5" fmla="*/ 30904 h 33768"/>
              <a:gd name="connsiteX6" fmla="*/ 4170 w 53600"/>
              <a:gd name="connsiteY6" fmla="*/ 31707 h 33768"/>
              <a:gd name="connsiteX7" fmla="*/ 17 w 53600"/>
              <a:gd name="connsiteY7" fmla="*/ 22699 h 33768"/>
              <a:gd name="connsiteX8" fmla="*/ 3053 w 53600"/>
              <a:gd name="connsiteY8" fmla="*/ 14314 h 33768"/>
              <a:gd name="connsiteX9" fmla="*/ 41435 w 53600"/>
              <a:gd name="connsiteY9" fmla="*/ 6198 h 33768"/>
              <a:gd name="connsiteX10" fmla="*/ 49392 w 53600"/>
              <a:gd name="connsiteY10" fmla="*/ 33937 h 33768"/>
              <a:gd name="connsiteX11" fmla="*/ 45373 w 53600"/>
              <a:gd name="connsiteY11" fmla="*/ 35008 h 3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00" h="33768">
                <a:moveTo>
                  <a:pt x="45373" y="35008"/>
                </a:moveTo>
                <a:cubicBezTo>
                  <a:pt x="41632" y="35008"/>
                  <a:pt x="37872" y="32331"/>
                  <a:pt x="37095" y="28585"/>
                </a:cubicBezTo>
                <a:cubicBezTo>
                  <a:pt x="35907" y="22163"/>
                  <a:pt x="29906" y="15920"/>
                  <a:pt x="22932" y="17258"/>
                </a:cubicBezTo>
                <a:cubicBezTo>
                  <a:pt x="18109" y="18239"/>
                  <a:pt x="13948" y="21450"/>
                  <a:pt x="11599" y="25731"/>
                </a:cubicBezTo>
                <a:lnTo>
                  <a:pt x="11537" y="25820"/>
                </a:lnTo>
                <a:cubicBezTo>
                  <a:pt x="10510" y="27693"/>
                  <a:pt x="9206" y="29478"/>
                  <a:pt x="7652" y="30904"/>
                </a:cubicBezTo>
                <a:cubicBezTo>
                  <a:pt x="6706" y="31707"/>
                  <a:pt x="5357" y="32063"/>
                  <a:pt x="4170" y="31707"/>
                </a:cubicBezTo>
                <a:cubicBezTo>
                  <a:pt x="347" y="27872"/>
                  <a:pt x="-81" y="25107"/>
                  <a:pt x="17" y="22699"/>
                </a:cubicBezTo>
                <a:cubicBezTo>
                  <a:pt x="249" y="19665"/>
                  <a:pt x="1294" y="16722"/>
                  <a:pt x="3053" y="14314"/>
                </a:cubicBezTo>
                <a:cubicBezTo>
                  <a:pt x="12635" y="935"/>
                  <a:pt x="28674" y="-2900"/>
                  <a:pt x="41435" y="6198"/>
                </a:cubicBezTo>
                <a:cubicBezTo>
                  <a:pt x="49044" y="11549"/>
                  <a:pt x="59581" y="26623"/>
                  <a:pt x="49392" y="33937"/>
                </a:cubicBezTo>
                <a:cubicBezTo>
                  <a:pt x="48168" y="34561"/>
                  <a:pt x="46793" y="35008"/>
                  <a:pt x="45373" y="35008"/>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119" name="Freeform: Shape 118">
            <a:extLst>
              <a:ext uri="{FF2B5EF4-FFF2-40B4-BE49-F238E27FC236}">
                <a16:creationId xmlns:a16="http://schemas.microsoft.com/office/drawing/2014/main" id="{4AF7A51A-03D0-4710-B387-EA338BE9A881}"/>
              </a:ext>
            </a:extLst>
          </p:cNvPr>
          <p:cNvSpPr/>
          <p:nvPr/>
        </p:nvSpPr>
        <p:spPr>
          <a:xfrm>
            <a:off x="8432883" y="3212646"/>
            <a:ext cx="81617" cy="65479"/>
          </a:xfrm>
          <a:custGeom>
            <a:avLst/>
            <a:gdLst>
              <a:gd name="connsiteX0" fmla="*/ 4608 w 81617"/>
              <a:gd name="connsiteY0" fmla="*/ 66718 h 65479"/>
              <a:gd name="connsiteX1" fmla="*/ 4322 w 81617"/>
              <a:gd name="connsiteY1" fmla="*/ 66718 h 65479"/>
              <a:gd name="connsiteX2" fmla="*/ 2911 w 81617"/>
              <a:gd name="connsiteY2" fmla="*/ 66004 h 65479"/>
              <a:gd name="connsiteX3" fmla="*/ 9 w 81617"/>
              <a:gd name="connsiteY3" fmla="*/ 57620 h 65479"/>
              <a:gd name="connsiteX4" fmla="*/ 45856 w 81617"/>
              <a:gd name="connsiteY4" fmla="*/ 5263 h 65479"/>
              <a:gd name="connsiteX5" fmla="*/ 78255 w 81617"/>
              <a:gd name="connsiteY5" fmla="*/ 6244 h 65479"/>
              <a:gd name="connsiteX6" fmla="*/ 81621 w 81617"/>
              <a:gd name="connsiteY6" fmla="*/ 14539 h 65479"/>
              <a:gd name="connsiteX7" fmla="*/ 78228 w 81617"/>
              <a:gd name="connsiteY7" fmla="*/ 22923 h 65479"/>
              <a:gd name="connsiteX8" fmla="*/ 55510 w 81617"/>
              <a:gd name="connsiteY8" fmla="*/ 29702 h 65479"/>
              <a:gd name="connsiteX9" fmla="*/ 10287 w 81617"/>
              <a:gd name="connsiteY9" fmla="*/ 59493 h 65479"/>
              <a:gd name="connsiteX10" fmla="*/ 7430 w 81617"/>
              <a:gd name="connsiteY10" fmla="*/ 64667 h 65479"/>
              <a:gd name="connsiteX11" fmla="*/ 5947 w 81617"/>
              <a:gd name="connsiteY11" fmla="*/ 66450 h 65479"/>
              <a:gd name="connsiteX12" fmla="*/ 4608 w 81617"/>
              <a:gd name="connsiteY12" fmla="*/ 66718 h 65479"/>
              <a:gd name="connsiteX13" fmla="*/ 4608 w 81617"/>
              <a:gd name="connsiteY13" fmla="*/ 66718 h 6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617" h="65479">
                <a:moveTo>
                  <a:pt x="4608" y="66718"/>
                </a:moveTo>
                <a:cubicBezTo>
                  <a:pt x="4509" y="66718"/>
                  <a:pt x="4411" y="66718"/>
                  <a:pt x="4322" y="66718"/>
                </a:cubicBezTo>
                <a:cubicBezTo>
                  <a:pt x="3795" y="66629"/>
                  <a:pt x="3304" y="66361"/>
                  <a:pt x="2911" y="66004"/>
                </a:cubicBezTo>
                <a:cubicBezTo>
                  <a:pt x="911" y="64310"/>
                  <a:pt x="-63" y="61455"/>
                  <a:pt x="9" y="57620"/>
                </a:cubicBezTo>
                <a:cubicBezTo>
                  <a:pt x="2205" y="34251"/>
                  <a:pt x="23513" y="13380"/>
                  <a:pt x="45856" y="5263"/>
                </a:cubicBezTo>
                <a:cubicBezTo>
                  <a:pt x="54536" y="1784"/>
                  <a:pt x="69967" y="-2141"/>
                  <a:pt x="78255" y="6244"/>
                </a:cubicBezTo>
                <a:cubicBezTo>
                  <a:pt x="80460" y="8474"/>
                  <a:pt x="81675" y="11417"/>
                  <a:pt x="81621" y="14539"/>
                </a:cubicBezTo>
                <a:cubicBezTo>
                  <a:pt x="81666" y="17661"/>
                  <a:pt x="80442" y="20694"/>
                  <a:pt x="78228" y="22923"/>
                </a:cubicBezTo>
                <a:cubicBezTo>
                  <a:pt x="72254" y="28989"/>
                  <a:pt x="63198" y="27918"/>
                  <a:pt x="55510" y="29702"/>
                </a:cubicBezTo>
                <a:cubicBezTo>
                  <a:pt x="37194" y="33449"/>
                  <a:pt x="21396" y="44509"/>
                  <a:pt x="10287" y="59493"/>
                </a:cubicBezTo>
                <a:cubicBezTo>
                  <a:pt x="9278" y="61099"/>
                  <a:pt x="8457" y="63240"/>
                  <a:pt x="7430" y="64667"/>
                </a:cubicBezTo>
                <a:cubicBezTo>
                  <a:pt x="6662" y="65915"/>
                  <a:pt x="6260" y="66272"/>
                  <a:pt x="5947" y="66450"/>
                </a:cubicBezTo>
                <a:cubicBezTo>
                  <a:pt x="5536" y="66629"/>
                  <a:pt x="5072" y="66718"/>
                  <a:pt x="4608" y="66718"/>
                </a:cubicBezTo>
                <a:lnTo>
                  <a:pt x="4608" y="66718"/>
                </a:ln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120" name="Freeform: Shape 119">
            <a:extLst>
              <a:ext uri="{FF2B5EF4-FFF2-40B4-BE49-F238E27FC236}">
                <a16:creationId xmlns:a16="http://schemas.microsoft.com/office/drawing/2014/main" id="{B4B770CE-4C43-C77A-4E26-791B26A5B77A}"/>
              </a:ext>
            </a:extLst>
          </p:cNvPr>
          <p:cNvSpPr/>
          <p:nvPr/>
        </p:nvSpPr>
        <p:spPr>
          <a:xfrm>
            <a:off x="8597846" y="3208745"/>
            <a:ext cx="74626" cy="66435"/>
          </a:xfrm>
          <a:custGeom>
            <a:avLst/>
            <a:gdLst>
              <a:gd name="connsiteX0" fmla="*/ 68936 w 74626"/>
              <a:gd name="connsiteY0" fmla="*/ 67675 h 66435"/>
              <a:gd name="connsiteX1" fmla="*/ 66444 w 74626"/>
              <a:gd name="connsiteY1" fmla="*/ 65713 h 66435"/>
              <a:gd name="connsiteX2" fmla="*/ 45494 w 74626"/>
              <a:gd name="connsiteY2" fmla="*/ 36903 h 66435"/>
              <a:gd name="connsiteX3" fmla="*/ 25973 w 74626"/>
              <a:gd name="connsiteY3" fmla="*/ 30392 h 66435"/>
              <a:gd name="connsiteX4" fmla="*/ 156 w 74626"/>
              <a:gd name="connsiteY4" fmla="*/ 11483 h 66435"/>
              <a:gd name="connsiteX5" fmla="*/ 36109 w 74626"/>
              <a:gd name="connsiteY5" fmla="*/ 7112 h 66435"/>
              <a:gd name="connsiteX6" fmla="*/ 36126 w 74626"/>
              <a:gd name="connsiteY6" fmla="*/ 7112 h 66435"/>
              <a:gd name="connsiteX7" fmla="*/ 37636 w 74626"/>
              <a:gd name="connsiteY7" fmla="*/ 7736 h 66435"/>
              <a:gd name="connsiteX8" fmla="*/ 61345 w 74626"/>
              <a:gd name="connsiteY8" fmla="*/ 23613 h 66435"/>
              <a:gd name="connsiteX9" fmla="*/ 68936 w 74626"/>
              <a:gd name="connsiteY9" fmla="*/ 67675 h 66435"/>
              <a:gd name="connsiteX10" fmla="*/ 68936 w 74626"/>
              <a:gd name="connsiteY10" fmla="*/ 67675 h 6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626" h="66435">
                <a:moveTo>
                  <a:pt x="68936" y="67675"/>
                </a:moveTo>
                <a:cubicBezTo>
                  <a:pt x="67784" y="67675"/>
                  <a:pt x="66685" y="66872"/>
                  <a:pt x="66444" y="65713"/>
                </a:cubicBezTo>
                <a:cubicBezTo>
                  <a:pt x="63194" y="51531"/>
                  <a:pt x="56737" y="42612"/>
                  <a:pt x="45494" y="36903"/>
                </a:cubicBezTo>
                <a:cubicBezTo>
                  <a:pt x="39261" y="33960"/>
                  <a:pt x="32706" y="31818"/>
                  <a:pt x="25973" y="30392"/>
                </a:cubicBezTo>
                <a:cubicBezTo>
                  <a:pt x="15078" y="28875"/>
                  <a:pt x="-1764" y="26556"/>
                  <a:pt x="156" y="11483"/>
                </a:cubicBezTo>
                <a:cubicBezTo>
                  <a:pt x="4023" y="-4930"/>
                  <a:pt x="26071" y="2117"/>
                  <a:pt x="36109" y="7112"/>
                </a:cubicBezTo>
                <a:lnTo>
                  <a:pt x="36126" y="7112"/>
                </a:lnTo>
                <a:cubicBezTo>
                  <a:pt x="36636" y="7379"/>
                  <a:pt x="37145" y="7558"/>
                  <a:pt x="37636" y="7736"/>
                </a:cubicBezTo>
                <a:cubicBezTo>
                  <a:pt x="46566" y="11304"/>
                  <a:pt x="54648" y="16656"/>
                  <a:pt x="61345" y="23613"/>
                </a:cubicBezTo>
                <a:cubicBezTo>
                  <a:pt x="70892" y="32890"/>
                  <a:pt x="81402" y="58666"/>
                  <a:pt x="68936" y="67675"/>
                </a:cubicBezTo>
                <a:lnTo>
                  <a:pt x="68936" y="67675"/>
                </a:ln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122" name="Rounded Rectangle 20">
            <a:extLst>
              <a:ext uri="{FF2B5EF4-FFF2-40B4-BE49-F238E27FC236}">
                <a16:creationId xmlns:a16="http://schemas.microsoft.com/office/drawing/2014/main" id="{0B795E10-2467-1803-A3DA-68932BD2FF4C}"/>
              </a:ext>
            </a:extLst>
          </p:cNvPr>
          <p:cNvSpPr/>
          <p:nvPr/>
        </p:nvSpPr>
        <p:spPr>
          <a:xfrm>
            <a:off x="2813019" y="3259975"/>
            <a:ext cx="1336313" cy="1229408"/>
          </a:xfrm>
          <a:prstGeom prst="roundRect">
            <a:avLst/>
          </a:prstGeom>
          <a:solidFill>
            <a:schemeClr val="bg1">
              <a:alpha val="10000"/>
            </a:schemeClr>
          </a:solidFill>
          <a:ln w="6350" cap="rnd">
            <a:solidFill>
              <a:schemeClr val="bg1">
                <a:alpha val="5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LT" sz="1000" spc="30">
              <a:solidFill>
                <a:schemeClr val="bg1"/>
              </a:solidFill>
              <a:cs typeface="Poppins SemiBold" panose="00000700000000000000" pitchFamily="2" charset="0"/>
            </a:endParaRPr>
          </a:p>
        </p:txBody>
      </p:sp>
      <p:sp>
        <p:nvSpPr>
          <p:cNvPr id="124" name="TextBox 123">
            <a:extLst>
              <a:ext uri="{FF2B5EF4-FFF2-40B4-BE49-F238E27FC236}">
                <a16:creationId xmlns:a16="http://schemas.microsoft.com/office/drawing/2014/main" id="{B17E4DC6-AFC5-044A-B81C-6D23A8272F60}"/>
              </a:ext>
            </a:extLst>
          </p:cNvPr>
          <p:cNvSpPr txBox="1"/>
          <p:nvPr/>
        </p:nvSpPr>
        <p:spPr>
          <a:xfrm>
            <a:off x="3120312" y="4701877"/>
            <a:ext cx="752130" cy="275717"/>
          </a:xfrm>
          <a:prstGeom prst="rect">
            <a:avLst/>
          </a:prstGeom>
          <a:noFill/>
        </p:spPr>
        <p:txBody>
          <a:bodyPr wrap="none" rtlCol="0">
            <a:spAutoFit/>
          </a:bodyPr>
          <a:lstStyle/>
          <a:p>
            <a:pPr algn="ctr">
              <a:lnSpc>
                <a:spcPct val="70000"/>
              </a:lnSpc>
            </a:pPr>
            <a:r>
              <a:rPr lang="en-US" sz="1600" dirty="0">
                <a:solidFill>
                  <a:schemeClr val="bg1"/>
                </a:solidFill>
                <a:latin typeface="+mj-lt"/>
              </a:rPr>
              <a:t>Joshua</a:t>
            </a:r>
            <a:endParaRPr lang="en-GB" sz="1600" dirty="0">
              <a:solidFill>
                <a:schemeClr val="bg1"/>
              </a:solidFill>
              <a:latin typeface="+mj-lt"/>
            </a:endParaRPr>
          </a:p>
        </p:txBody>
      </p:sp>
      <p:sp>
        <p:nvSpPr>
          <p:cNvPr id="125" name="Freeform: Shape 124">
            <a:extLst>
              <a:ext uri="{FF2B5EF4-FFF2-40B4-BE49-F238E27FC236}">
                <a16:creationId xmlns:a16="http://schemas.microsoft.com/office/drawing/2014/main" id="{99F489CD-0281-9BCD-2103-843C68F39DB8}"/>
              </a:ext>
            </a:extLst>
          </p:cNvPr>
          <p:cNvSpPr/>
          <p:nvPr/>
        </p:nvSpPr>
        <p:spPr>
          <a:xfrm>
            <a:off x="2980923" y="3429000"/>
            <a:ext cx="945119" cy="1042829"/>
          </a:xfrm>
          <a:custGeom>
            <a:avLst/>
            <a:gdLst>
              <a:gd name="connsiteX0" fmla="*/ 163255 w 945119"/>
              <a:gd name="connsiteY0" fmla="*/ 1042896 h 1042829"/>
              <a:gd name="connsiteX1" fmla="*/ 59700 w 945119"/>
              <a:gd name="connsiteY1" fmla="*/ 1032423 h 1042829"/>
              <a:gd name="connsiteX2" fmla="*/ 32228 w 945119"/>
              <a:gd name="connsiteY2" fmla="*/ 1031634 h 1042829"/>
              <a:gd name="connsiteX3" fmla="*/ 24182 w 945119"/>
              <a:gd name="connsiteY3" fmla="*/ 1017413 h 1042829"/>
              <a:gd name="connsiteX4" fmla="*/ 30344 w 945119"/>
              <a:gd name="connsiteY4" fmla="*/ 594330 h 1042829"/>
              <a:gd name="connsiteX5" fmla="*/ 128850 w 945119"/>
              <a:gd name="connsiteY5" fmla="*/ 268618 h 1042829"/>
              <a:gd name="connsiteX6" fmla="*/ 130562 w 945119"/>
              <a:gd name="connsiteY6" fmla="*/ 135942 h 1042829"/>
              <a:gd name="connsiteX7" fmla="*/ 176520 w 945119"/>
              <a:gd name="connsiteY7" fmla="*/ 85052 h 1042829"/>
              <a:gd name="connsiteX8" fmla="*/ 348285 w 945119"/>
              <a:gd name="connsiteY8" fmla="*/ 54628 h 1042829"/>
              <a:gd name="connsiteX9" fmla="*/ 422143 w 945119"/>
              <a:gd name="connsiteY9" fmla="*/ 105295 h 1042829"/>
              <a:gd name="connsiteX10" fmla="*/ 436863 w 945119"/>
              <a:gd name="connsiteY10" fmla="*/ 73138 h 1042829"/>
              <a:gd name="connsiteX11" fmla="*/ 436863 w 945119"/>
              <a:gd name="connsiteY11" fmla="*/ 73130 h 1042829"/>
              <a:gd name="connsiteX12" fmla="*/ 469813 w 945119"/>
              <a:gd name="connsiteY12" fmla="*/ 11123 h 1042829"/>
              <a:gd name="connsiteX13" fmla="*/ 624461 w 945119"/>
              <a:gd name="connsiteY13" fmla="*/ 9425 h 1042829"/>
              <a:gd name="connsiteX14" fmla="*/ 681717 w 945119"/>
              <a:gd name="connsiteY14" fmla="*/ 82908 h 1042829"/>
              <a:gd name="connsiteX15" fmla="*/ 853224 w 945119"/>
              <a:gd name="connsiteY15" fmla="*/ 82050 h 1042829"/>
              <a:gd name="connsiteX16" fmla="*/ 877016 w 945119"/>
              <a:gd name="connsiteY16" fmla="*/ 116549 h 1042829"/>
              <a:gd name="connsiteX17" fmla="*/ 849886 w 945119"/>
              <a:gd name="connsiteY17" fmla="*/ 158973 h 1042829"/>
              <a:gd name="connsiteX18" fmla="*/ 851342 w 945119"/>
              <a:gd name="connsiteY18" fmla="*/ 170201 h 1042829"/>
              <a:gd name="connsiteX19" fmla="*/ 837649 w 945119"/>
              <a:gd name="connsiteY19" fmla="*/ 320941 h 1042829"/>
              <a:gd name="connsiteX20" fmla="*/ 901750 w 945119"/>
              <a:gd name="connsiteY20" fmla="*/ 648454 h 1042829"/>
              <a:gd name="connsiteX21" fmla="*/ 927082 w 945119"/>
              <a:gd name="connsiteY21" fmla="*/ 1012292 h 1042829"/>
              <a:gd name="connsiteX22" fmla="*/ 864692 w 945119"/>
              <a:gd name="connsiteY22" fmla="*/ 1020166 h 1042829"/>
              <a:gd name="connsiteX23" fmla="*/ 647825 w 945119"/>
              <a:gd name="connsiteY23" fmla="*/ 1032603 h 1042829"/>
              <a:gd name="connsiteX24" fmla="*/ 163255 w 945119"/>
              <a:gd name="connsiteY24" fmla="*/ 1042896 h 104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45119" h="1042829">
                <a:moveTo>
                  <a:pt x="163255" y="1042896"/>
                </a:moveTo>
                <a:cubicBezTo>
                  <a:pt x="126112" y="1042794"/>
                  <a:pt x="94617" y="1040435"/>
                  <a:pt x="59700" y="1032423"/>
                </a:cubicBezTo>
                <a:cubicBezTo>
                  <a:pt x="53281" y="1041764"/>
                  <a:pt x="37961" y="1041515"/>
                  <a:pt x="32228" y="1031634"/>
                </a:cubicBezTo>
                <a:cubicBezTo>
                  <a:pt x="28633" y="1027586"/>
                  <a:pt x="23156" y="1016838"/>
                  <a:pt x="24182" y="1017413"/>
                </a:cubicBezTo>
                <a:cubicBezTo>
                  <a:pt x="-16384" y="881014"/>
                  <a:pt x="6210" y="737393"/>
                  <a:pt x="30344" y="594330"/>
                </a:cubicBezTo>
                <a:cubicBezTo>
                  <a:pt x="46862" y="482283"/>
                  <a:pt x="100694" y="375176"/>
                  <a:pt x="128850" y="268618"/>
                </a:cubicBezTo>
                <a:cubicBezTo>
                  <a:pt x="146994" y="221665"/>
                  <a:pt x="91109" y="174687"/>
                  <a:pt x="130562" y="135942"/>
                </a:cubicBezTo>
                <a:cubicBezTo>
                  <a:pt x="125598" y="109189"/>
                  <a:pt x="151444" y="86648"/>
                  <a:pt x="176520" y="85052"/>
                </a:cubicBezTo>
                <a:cubicBezTo>
                  <a:pt x="202110" y="11209"/>
                  <a:pt x="287093" y="24178"/>
                  <a:pt x="348285" y="54628"/>
                </a:cubicBezTo>
                <a:cubicBezTo>
                  <a:pt x="383203" y="71998"/>
                  <a:pt x="394928" y="105973"/>
                  <a:pt x="422143" y="105295"/>
                </a:cubicBezTo>
                <a:cubicBezTo>
                  <a:pt x="425824" y="99222"/>
                  <a:pt x="430958" y="87137"/>
                  <a:pt x="436863" y="73138"/>
                </a:cubicBezTo>
                <a:lnTo>
                  <a:pt x="436863" y="73130"/>
                </a:lnTo>
                <a:cubicBezTo>
                  <a:pt x="444823" y="55340"/>
                  <a:pt x="457575" y="21296"/>
                  <a:pt x="469813" y="11123"/>
                </a:cubicBezTo>
                <a:cubicBezTo>
                  <a:pt x="513203" y="-10586"/>
                  <a:pt x="582354" y="5728"/>
                  <a:pt x="624461" y="9425"/>
                </a:cubicBezTo>
                <a:cubicBezTo>
                  <a:pt x="663145" y="10103"/>
                  <a:pt x="670162" y="44310"/>
                  <a:pt x="681717" y="82908"/>
                </a:cubicBezTo>
                <a:cubicBezTo>
                  <a:pt x="716720" y="71380"/>
                  <a:pt x="806839" y="59809"/>
                  <a:pt x="853224" y="82050"/>
                </a:cubicBezTo>
                <a:cubicBezTo>
                  <a:pt x="874278" y="92163"/>
                  <a:pt x="883350" y="89281"/>
                  <a:pt x="877016" y="116549"/>
                </a:cubicBezTo>
                <a:cubicBezTo>
                  <a:pt x="872309" y="128454"/>
                  <a:pt x="857162" y="151845"/>
                  <a:pt x="849886" y="158973"/>
                </a:cubicBezTo>
                <a:cubicBezTo>
                  <a:pt x="847918" y="163030"/>
                  <a:pt x="852883" y="166169"/>
                  <a:pt x="851342" y="170201"/>
                </a:cubicBezTo>
                <a:cubicBezTo>
                  <a:pt x="831828" y="223192"/>
                  <a:pt x="831657" y="263935"/>
                  <a:pt x="837649" y="320941"/>
                </a:cubicBezTo>
                <a:cubicBezTo>
                  <a:pt x="852112" y="423038"/>
                  <a:pt x="883093" y="546219"/>
                  <a:pt x="901750" y="648454"/>
                </a:cubicBezTo>
                <a:cubicBezTo>
                  <a:pt x="909623" y="734657"/>
                  <a:pt x="980829" y="950432"/>
                  <a:pt x="927082" y="1012292"/>
                </a:cubicBezTo>
                <a:cubicBezTo>
                  <a:pt x="909794" y="1026848"/>
                  <a:pt x="885575" y="1015998"/>
                  <a:pt x="864692" y="1020166"/>
                </a:cubicBezTo>
                <a:cubicBezTo>
                  <a:pt x="793659" y="1029524"/>
                  <a:pt x="724678" y="1032629"/>
                  <a:pt x="647825" y="1032603"/>
                </a:cubicBezTo>
                <a:cubicBezTo>
                  <a:pt x="488127" y="1030399"/>
                  <a:pt x="165052" y="1042896"/>
                  <a:pt x="163255" y="1042896"/>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126" name="Freeform: Shape 125">
            <a:extLst>
              <a:ext uri="{FF2B5EF4-FFF2-40B4-BE49-F238E27FC236}">
                <a16:creationId xmlns:a16="http://schemas.microsoft.com/office/drawing/2014/main" id="{1BD8230C-A418-57BD-E1B5-AD94DB3E7BA4}"/>
              </a:ext>
            </a:extLst>
          </p:cNvPr>
          <p:cNvSpPr/>
          <p:nvPr/>
        </p:nvSpPr>
        <p:spPr>
          <a:xfrm>
            <a:off x="3089399" y="3461250"/>
            <a:ext cx="764539" cy="940390"/>
          </a:xfrm>
          <a:custGeom>
            <a:avLst/>
            <a:gdLst>
              <a:gd name="connsiteX0" fmla="*/ 541147 w 764539"/>
              <a:gd name="connsiteY0" fmla="*/ 887199 h 940390"/>
              <a:gd name="connsiteX1" fmla="*/ 534984 w 764539"/>
              <a:gd name="connsiteY1" fmla="*/ 580401 h 940390"/>
              <a:gd name="connsiteX2" fmla="*/ 573925 w 764539"/>
              <a:gd name="connsiteY2" fmla="*/ 135283 h 940390"/>
              <a:gd name="connsiteX3" fmla="*/ 577776 w 764539"/>
              <a:gd name="connsiteY3" fmla="*/ 108307 h 940390"/>
              <a:gd name="connsiteX4" fmla="*/ 572555 w 764539"/>
              <a:gd name="connsiteY4" fmla="*/ 62486 h 940390"/>
              <a:gd name="connsiteX5" fmla="*/ 575979 w 764539"/>
              <a:gd name="connsiteY5" fmla="*/ 45640 h 940390"/>
              <a:gd name="connsiteX6" fmla="*/ 736790 w 764539"/>
              <a:gd name="connsiteY6" fmla="*/ 40614 h 940390"/>
              <a:gd name="connsiteX7" fmla="*/ 739785 w 764539"/>
              <a:gd name="connsiteY7" fmla="*/ 41789 h 940390"/>
              <a:gd name="connsiteX8" fmla="*/ 765460 w 764539"/>
              <a:gd name="connsiteY8" fmla="*/ 62983 h 940390"/>
              <a:gd name="connsiteX9" fmla="*/ 760325 w 764539"/>
              <a:gd name="connsiteY9" fmla="*/ 83887 h 940390"/>
              <a:gd name="connsiteX10" fmla="*/ 753478 w 764539"/>
              <a:gd name="connsiteY10" fmla="*/ 108170 h 940390"/>
              <a:gd name="connsiteX11" fmla="*/ 748257 w 764539"/>
              <a:gd name="connsiteY11" fmla="*/ 123909 h 940390"/>
              <a:gd name="connsiteX12" fmla="*/ 742352 w 764539"/>
              <a:gd name="connsiteY12" fmla="*/ 134811 h 940390"/>
              <a:gd name="connsiteX13" fmla="*/ 729600 w 764539"/>
              <a:gd name="connsiteY13" fmla="*/ 170742 h 940390"/>
              <a:gd name="connsiteX14" fmla="*/ 633149 w 764539"/>
              <a:gd name="connsiteY14" fmla="*/ 482858 h 940390"/>
              <a:gd name="connsiteX15" fmla="*/ 572727 w 764539"/>
              <a:gd name="connsiteY15" fmla="*/ 934950 h 940390"/>
              <a:gd name="connsiteX16" fmla="*/ 565024 w 764539"/>
              <a:gd name="connsiteY16" fmla="*/ 938621 h 940390"/>
              <a:gd name="connsiteX17" fmla="*/ 541147 w 764539"/>
              <a:gd name="connsiteY17" fmla="*/ 887199 h 940390"/>
              <a:gd name="connsiteX18" fmla="*/ 348756 w 764539"/>
              <a:gd name="connsiteY18" fmla="*/ 552696 h 940390"/>
              <a:gd name="connsiteX19" fmla="*/ 331982 w 764539"/>
              <a:gd name="connsiteY19" fmla="*/ 553579 h 940390"/>
              <a:gd name="connsiteX20" fmla="*/ 309388 w 764539"/>
              <a:gd name="connsiteY20" fmla="*/ 369593 h 940390"/>
              <a:gd name="connsiteX21" fmla="*/ 300658 w 764539"/>
              <a:gd name="connsiteY21" fmla="*/ 334614 h 940390"/>
              <a:gd name="connsiteX22" fmla="*/ 211653 w 764539"/>
              <a:gd name="connsiteY22" fmla="*/ 133293 h 940390"/>
              <a:gd name="connsiteX23" fmla="*/ 75832 w 764539"/>
              <a:gd name="connsiteY23" fmla="*/ 150808 h 940390"/>
              <a:gd name="connsiteX24" fmla="*/ 15325 w 764539"/>
              <a:gd name="connsiteY24" fmla="*/ 158219 h 940390"/>
              <a:gd name="connsiteX25" fmla="*/ 7965 w 764539"/>
              <a:gd name="connsiteY25" fmla="*/ 105365 h 940390"/>
              <a:gd name="connsiteX26" fmla="*/ 60342 w 764539"/>
              <a:gd name="connsiteY26" fmla="*/ 60590 h 940390"/>
              <a:gd name="connsiteX27" fmla="*/ 68729 w 764539"/>
              <a:gd name="connsiteY27" fmla="*/ 26006 h 940390"/>
              <a:gd name="connsiteX28" fmla="*/ 164068 w 764539"/>
              <a:gd name="connsiteY28" fmla="*/ 68 h 940390"/>
              <a:gd name="connsiteX29" fmla="*/ 243490 w 764539"/>
              <a:gd name="connsiteY29" fmla="*/ 19573 h 940390"/>
              <a:gd name="connsiteX30" fmla="*/ 271903 w 764539"/>
              <a:gd name="connsiteY30" fmla="*/ 47501 h 940390"/>
              <a:gd name="connsiteX31" fmla="*/ 443838 w 764539"/>
              <a:gd name="connsiteY31" fmla="*/ 89359 h 940390"/>
              <a:gd name="connsiteX32" fmla="*/ 449487 w 764539"/>
              <a:gd name="connsiteY32" fmla="*/ 99661 h 940390"/>
              <a:gd name="connsiteX33" fmla="*/ 348756 w 764539"/>
              <a:gd name="connsiteY33" fmla="*/ 552696 h 94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64539" h="940390">
                <a:moveTo>
                  <a:pt x="541147" y="887199"/>
                </a:moveTo>
                <a:cubicBezTo>
                  <a:pt x="541317" y="879385"/>
                  <a:pt x="530877" y="675122"/>
                  <a:pt x="534984" y="580401"/>
                </a:cubicBezTo>
                <a:cubicBezTo>
                  <a:pt x="538322" y="430956"/>
                  <a:pt x="569132" y="297337"/>
                  <a:pt x="573925" y="135283"/>
                </a:cubicBezTo>
                <a:lnTo>
                  <a:pt x="577776" y="108307"/>
                </a:lnTo>
                <a:cubicBezTo>
                  <a:pt x="576663" y="94669"/>
                  <a:pt x="573069" y="76056"/>
                  <a:pt x="572555" y="62486"/>
                </a:cubicBezTo>
                <a:cubicBezTo>
                  <a:pt x="571957" y="45949"/>
                  <a:pt x="575722" y="46489"/>
                  <a:pt x="575979" y="45640"/>
                </a:cubicBezTo>
                <a:cubicBezTo>
                  <a:pt x="637684" y="30123"/>
                  <a:pt x="680989" y="27825"/>
                  <a:pt x="736790" y="40614"/>
                </a:cubicBezTo>
                <a:cubicBezTo>
                  <a:pt x="737217" y="40716"/>
                  <a:pt x="739356" y="41583"/>
                  <a:pt x="739785" y="41789"/>
                </a:cubicBezTo>
                <a:cubicBezTo>
                  <a:pt x="745005" y="44542"/>
                  <a:pt x="746375" y="50229"/>
                  <a:pt x="765460" y="62983"/>
                </a:cubicBezTo>
                <a:cubicBezTo>
                  <a:pt x="768198" y="69571"/>
                  <a:pt x="764604" y="77582"/>
                  <a:pt x="760325" y="83887"/>
                </a:cubicBezTo>
                <a:cubicBezTo>
                  <a:pt x="756131" y="90234"/>
                  <a:pt x="753478" y="107209"/>
                  <a:pt x="753478" y="108170"/>
                </a:cubicBezTo>
                <a:cubicBezTo>
                  <a:pt x="753307" y="113822"/>
                  <a:pt x="751510" y="119277"/>
                  <a:pt x="748257" y="123909"/>
                </a:cubicBezTo>
                <a:cubicBezTo>
                  <a:pt x="744577" y="129176"/>
                  <a:pt x="742352" y="134811"/>
                  <a:pt x="742352" y="134811"/>
                </a:cubicBezTo>
                <a:cubicBezTo>
                  <a:pt x="742352" y="134811"/>
                  <a:pt x="734906" y="159248"/>
                  <a:pt x="729600" y="170742"/>
                </a:cubicBezTo>
                <a:cubicBezTo>
                  <a:pt x="685610" y="269597"/>
                  <a:pt x="658738" y="374868"/>
                  <a:pt x="633149" y="482858"/>
                </a:cubicBezTo>
                <a:cubicBezTo>
                  <a:pt x="597803" y="632218"/>
                  <a:pt x="570587" y="784956"/>
                  <a:pt x="572727" y="934950"/>
                </a:cubicBezTo>
                <a:cubicBezTo>
                  <a:pt x="572812" y="939273"/>
                  <a:pt x="566479" y="942721"/>
                  <a:pt x="565024" y="938621"/>
                </a:cubicBezTo>
                <a:cubicBezTo>
                  <a:pt x="560831" y="926115"/>
                  <a:pt x="542687" y="890802"/>
                  <a:pt x="541147" y="887199"/>
                </a:cubicBezTo>
                <a:close/>
                <a:moveTo>
                  <a:pt x="348756" y="552696"/>
                </a:moveTo>
                <a:lnTo>
                  <a:pt x="331982" y="553579"/>
                </a:lnTo>
                <a:cubicBezTo>
                  <a:pt x="327190" y="499027"/>
                  <a:pt x="321370" y="423322"/>
                  <a:pt x="309388" y="369593"/>
                </a:cubicBezTo>
                <a:cubicBezTo>
                  <a:pt x="306393" y="356006"/>
                  <a:pt x="304082" y="345748"/>
                  <a:pt x="300658" y="334614"/>
                </a:cubicBezTo>
                <a:cubicBezTo>
                  <a:pt x="281574" y="262838"/>
                  <a:pt x="251791" y="195822"/>
                  <a:pt x="211653" y="133293"/>
                </a:cubicBezTo>
                <a:cubicBezTo>
                  <a:pt x="164582" y="119586"/>
                  <a:pt x="124443" y="136406"/>
                  <a:pt x="75832" y="150808"/>
                </a:cubicBezTo>
                <a:cubicBezTo>
                  <a:pt x="54180" y="156143"/>
                  <a:pt x="36550" y="161324"/>
                  <a:pt x="15325" y="158219"/>
                </a:cubicBezTo>
                <a:cubicBezTo>
                  <a:pt x="-5985" y="151700"/>
                  <a:pt x="3258" y="123103"/>
                  <a:pt x="7965" y="105365"/>
                </a:cubicBezTo>
                <a:cubicBezTo>
                  <a:pt x="14384" y="80893"/>
                  <a:pt x="44681" y="59492"/>
                  <a:pt x="60342" y="60590"/>
                </a:cubicBezTo>
                <a:cubicBezTo>
                  <a:pt x="65477" y="60264"/>
                  <a:pt x="61967" y="35707"/>
                  <a:pt x="68729" y="26006"/>
                </a:cubicBezTo>
                <a:cubicBezTo>
                  <a:pt x="92948" y="8019"/>
                  <a:pt x="133943" y="840"/>
                  <a:pt x="164068" y="68"/>
                </a:cubicBezTo>
                <a:cubicBezTo>
                  <a:pt x="192140" y="-26"/>
                  <a:pt x="218156" y="7444"/>
                  <a:pt x="243490" y="19573"/>
                </a:cubicBezTo>
                <a:cubicBezTo>
                  <a:pt x="254016" y="23510"/>
                  <a:pt x="271903" y="37731"/>
                  <a:pt x="271903" y="47501"/>
                </a:cubicBezTo>
                <a:cubicBezTo>
                  <a:pt x="308618" y="79915"/>
                  <a:pt x="391633" y="84907"/>
                  <a:pt x="443838" y="89359"/>
                </a:cubicBezTo>
                <a:cubicBezTo>
                  <a:pt x="448889" y="89788"/>
                  <a:pt x="451798" y="95115"/>
                  <a:pt x="449487" y="99661"/>
                </a:cubicBezTo>
                <a:cubicBezTo>
                  <a:pt x="386841" y="226504"/>
                  <a:pt x="366472" y="411631"/>
                  <a:pt x="348756" y="552696"/>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128" name="Freeform: Shape 127">
            <a:extLst>
              <a:ext uri="{FF2B5EF4-FFF2-40B4-BE49-F238E27FC236}">
                <a16:creationId xmlns:a16="http://schemas.microsoft.com/office/drawing/2014/main" id="{953183CC-DF8B-F3DB-71F0-DA925E91EE98}"/>
              </a:ext>
            </a:extLst>
          </p:cNvPr>
          <p:cNvSpPr/>
          <p:nvPr/>
        </p:nvSpPr>
        <p:spPr>
          <a:xfrm>
            <a:off x="2910807" y="3449569"/>
            <a:ext cx="1088717" cy="1035207"/>
          </a:xfrm>
          <a:custGeom>
            <a:avLst/>
            <a:gdLst>
              <a:gd name="connsiteX0" fmla="*/ 1089886 w 1088717"/>
              <a:gd name="connsiteY0" fmla="*/ 954454 h 1035207"/>
              <a:gd name="connsiteX1" fmla="*/ 1087404 w 1088717"/>
              <a:gd name="connsiteY1" fmla="*/ 948862 h 1035207"/>
              <a:gd name="connsiteX2" fmla="*/ 1033829 w 1088717"/>
              <a:gd name="connsiteY2" fmla="*/ 643710 h 1035207"/>
              <a:gd name="connsiteX3" fmla="*/ 912472 w 1088717"/>
              <a:gd name="connsiteY3" fmla="*/ 204956 h 1035207"/>
              <a:gd name="connsiteX4" fmla="*/ 928990 w 1088717"/>
              <a:gd name="connsiteY4" fmla="*/ 147093 h 1035207"/>
              <a:gd name="connsiteX5" fmla="*/ 953038 w 1088717"/>
              <a:gd name="connsiteY5" fmla="*/ 98107 h 1035207"/>
              <a:gd name="connsiteX6" fmla="*/ 840839 w 1088717"/>
              <a:gd name="connsiteY6" fmla="*/ 63926 h 1035207"/>
              <a:gd name="connsiteX7" fmla="*/ 841780 w 1088717"/>
              <a:gd name="connsiteY7" fmla="*/ 64870 h 1035207"/>
              <a:gd name="connsiteX8" fmla="*/ 937891 w 1088717"/>
              <a:gd name="connsiteY8" fmla="*/ 75334 h 1035207"/>
              <a:gd name="connsiteX9" fmla="*/ 937891 w 1088717"/>
              <a:gd name="connsiteY9" fmla="*/ 75334 h 1035207"/>
              <a:gd name="connsiteX10" fmla="*/ 940030 w 1088717"/>
              <a:gd name="connsiteY10" fmla="*/ 79957 h 1035207"/>
              <a:gd name="connsiteX11" fmla="*/ 921201 w 1088717"/>
              <a:gd name="connsiteY11" fmla="*/ 86039 h 1035207"/>
              <a:gd name="connsiteX12" fmla="*/ 927021 w 1088717"/>
              <a:gd name="connsiteY12" fmla="*/ 109464 h 1035207"/>
              <a:gd name="connsiteX13" fmla="*/ 928305 w 1088717"/>
              <a:gd name="connsiteY13" fmla="*/ 110707 h 1035207"/>
              <a:gd name="connsiteX14" fmla="*/ 927791 w 1088717"/>
              <a:gd name="connsiteY14" fmla="*/ 113212 h 1035207"/>
              <a:gd name="connsiteX15" fmla="*/ 904684 w 1088717"/>
              <a:gd name="connsiteY15" fmla="*/ 126052 h 1035207"/>
              <a:gd name="connsiteX16" fmla="*/ 779562 w 1088717"/>
              <a:gd name="connsiteY16" fmla="*/ 81501 h 1035207"/>
              <a:gd name="connsiteX17" fmla="*/ 779562 w 1088717"/>
              <a:gd name="connsiteY17" fmla="*/ 81501 h 1035207"/>
              <a:gd name="connsiteX18" fmla="*/ 754829 w 1088717"/>
              <a:gd name="connsiteY18" fmla="*/ 71586 h 1035207"/>
              <a:gd name="connsiteX19" fmla="*/ 749351 w 1088717"/>
              <a:gd name="connsiteY19" fmla="*/ 70368 h 1035207"/>
              <a:gd name="connsiteX20" fmla="*/ 749266 w 1088717"/>
              <a:gd name="connsiteY20" fmla="*/ 71148 h 1035207"/>
              <a:gd name="connsiteX21" fmla="*/ 742847 w 1088717"/>
              <a:gd name="connsiteY21" fmla="*/ 176951 h 1035207"/>
              <a:gd name="connsiteX22" fmla="*/ 735058 w 1088717"/>
              <a:gd name="connsiteY22" fmla="*/ 226966 h 1035207"/>
              <a:gd name="connsiteX23" fmla="*/ 726243 w 1088717"/>
              <a:gd name="connsiteY23" fmla="*/ 227970 h 1035207"/>
              <a:gd name="connsiteX24" fmla="*/ 593932 w 1088717"/>
              <a:gd name="connsiteY24" fmla="*/ 242243 h 1035207"/>
              <a:gd name="connsiteX25" fmla="*/ 622517 w 1088717"/>
              <a:gd name="connsiteY25" fmla="*/ 146870 h 1035207"/>
              <a:gd name="connsiteX26" fmla="*/ 642458 w 1088717"/>
              <a:gd name="connsiteY26" fmla="*/ 106041 h 1035207"/>
              <a:gd name="connsiteX27" fmla="*/ 641859 w 1088717"/>
              <a:gd name="connsiteY27" fmla="*/ 95036 h 1035207"/>
              <a:gd name="connsiteX28" fmla="*/ 614901 w 1088717"/>
              <a:gd name="connsiteY28" fmla="*/ 91588 h 1035207"/>
              <a:gd name="connsiteX29" fmla="*/ 475828 w 1088717"/>
              <a:gd name="connsiteY29" fmla="*/ 77624 h 1035207"/>
              <a:gd name="connsiteX30" fmla="*/ 475057 w 1088717"/>
              <a:gd name="connsiteY30" fmla="*/ 80601 h 1035207"/>
              <a:gd name="connsiteX31" fmla="*/ 615842 w 1088717"/>
              <a:gd name="connsiteY31" fmla="*/ 109043 h 1035207"/>
              <a:gd name="connsiteX32" fmla="*/ 568343 w 1088717"/>
              <a:gd name="connsiteY32" fmla="*/ 247252 h 1035207"/>
              <a:gd name="connsiteX33" fmla="*/ 520246 w 1088717"/>
              <a:gd name="connsiteY33" fmla="*/ 542325 h 1035207"/>
              <a:gd name="connsiteX34" fmla="*/ 519732 w 1088717"/>
              <a:gd name="connsiteY34" fmla="*/ 542333 h 1035207"/>
              <a:gd name="connsiteX35" fmla="*/ 493115 w 1088717"/>
              <a:gd name="connsiteY35" fmla="*/ 382270 h 1035207"/>
              <a:gd name="connsiteX36" fmla="*/ 483359 w 1088717"/>
              <a:gd name="connsiteY36" fmla="*/ 345266 h 1035207"/>
              <a:gd name="connsiteX37" fmla="*/ 399574 w 1088717"/>
              <a:gd name="connsiteY37" fmla="*/ 145952 h 1035207"/>
              <a:gd name="connsiteX38" fmla="*/ 396749 w 1088717"/>
              <a:gd name="connsiteY38" fmla="*/ 141449 h 1035207"/>
              <a:gd name="connsiteX39" fmla="*/ 388619 w 1088717"/>
              <a:gd name="connsiteY39" fmla="*/ 131010 h 1035207"/>
              <a:gd name="connsiteX40" fmla="*/ 387849 w 1088717"/>
              <a:gd name="connsiteY40" fmla="*/ 137409 h 1035207"/>
              <a:gd name="connsiteX41" fmla="*/ 223273 w 1088717"/>
              <a:gd name="connsiteY41" fmla="*/ 164308 h 1035207"/>
              <a:gd name="connsiteX42" fmla="*/ 189553 w 1088717"/>
              <a:gd name="connsiteY42" fmla="*/ 162627 h 1035207"/>
              <a:gd name="connsiteX43" fmla="*/ 208039 w 1088717"/>
              <a:gd name="connsiteY43" fmla="*/ 142555 h 1035207"/>
              <a:gd name="connsiteX44" fmla="*/ 202476 w 1088717"/>
              <a:gd name="connsiteY44" fmla="*/ 115605 h 1035207"/>
              <a:gd name="connsiteX45" fmla="*/ 201106 w 1088717"/>
              <a:gd name="connsiteY45" fmla="*/ 113830 h 1035207"/>
              <a:gd name="connsiteX46" fmla="*/ 212318 w 1088717"/>
              <a:gd name="connsiteY46" fmla="*/ 97361 h 1035207"/>
              <a:gd name="connsiteX47" fmla="*/ 251686 w 1088717"/>
              <a:gd name="connsiteY47" fmla="*/ 85961 h 1035207"/>
              <a:gd name="connsiteX48" fmla="*/ 265551 w 1088717"/>
              <a:gd name="connsiteY48" fmla="*/ 85104 h 1035207"/>
              <a:gd name="connsiteX49" fmla="*/ 264352 w 1088717"/>
              <a:gd name="connsiteY49" fmla="*/ 63952 h 1035207"/>
              <a:gd name="connsiteX50" fmla="*/ 254681 w 1088717"/>
              <a:gd name="connsiteY50" fmla="*/ 56060 h 1035207"/>
              <a:gd name="connsiteX51" fmla="*/ 273253 w 1088717"/>
              <a:gd name="connsiteY51" fmla="*/ 36881 h 1035207"/>
              <a:gd name="connsiteX52" fmla="*/ 424992 w 1088717"/>
              <a:gd name="connsiteY52" fmla="*/ 43846 h 1035207"/>
              <a:gd name="connsiteX53" fmla="*/ 446730 w 1088717"/>
              <a:gd name="connsiteY53" fmla="*/ 60495 h 1035207"/>
              <a:gd name="connsiteX54" fmla="*/ 450495 w 1088717"/>
              <a:gd name="connsiteY54" fmla="*/ 47569 h 1035207"/>
              <a:gd name="connsiteX55" fmla="*/ 295762 w 1088717"/>
              <a:gd name="connsiteY55" fmla="*/ 3335 h 1035207"/>
              <a:gd name="connsiteX56" fmla="*/ 228494 w 1088717"/>
              <a:gd name="connsiteY56" fmla="*/ 59817 h 1035207"/>
              <a:gd name="connsiteX57" fmla="*/ 177400 w 1088717"/>
              <a:gd name="connsiteY57" fmla="*/ 128163 h 1035207"/>
              <a:gd name="connsiteX58" fmla="*/ 186044 w 1088717"/>
              <a:gd name="connsiteY58" fmla="*/ 192656 h 1035207"/>
              <a:gd name="connsiteX59" fmla="*/ 60237 w 1088717"/>
              <a:gd name="connsiteY59" fmla="*/ 536835 h 1035207"/>
              <a:gd name="connsiteX60" fmla="*/ 33450 w 1088717"/>
              <a:gd name="connsiteY60" fmla="*/ 774242 h 1035207"/>
              <a:gd name="connsiteX61" fmla="*/ 33450 w 1088717"/>
              <a:gd name="connsiteY61" fmla="*/ 774250 h 1035207"/>
              <a:gd name="connsiteX62" fmla="*/ 14792 w 1088717"/>
              <a:gd name="connsiteY62" fmla="*/ 982520 h 1035207"/>
              <a:gd name="connsiteX63" fmla="*/ 23779 w 1088717"/>
              <a:gd name="connsiteY63" fmla="*/ 987160 h 1035207"/>
              <a:gd name="connsiteX64" fmla="*/ 121857 w 1088717"/>
              <a:gd name="connsiteY64" fmla="*/ 1034362 h 1035207"/>
              <a:gd name="connsiteX65" fmla="*/ 230205 w 1088717"/>
              <a:gd name="connsiteY65" fmla="*/ 1030116 h 1035207"/>
              <a:gd name="connsiteX66" fmla="*/ 255623 w 1088717"/>
              <a:gd name="connsiteY66" fmla="*/ 1029009 h 1035207"/>
              <a:gd name="connsiteX67" fmla="*/ 541384 w 1088717"/>
              <a:gd name="connsiteY67" fmla="*/ 1017936 h 1035207"/>
              <a:gd name="connsiteX68" fmla="*/ 543182 w 1088717"/>
              <a:gd name="connsiteY68" fmla="*/ 953571 h 1035207"/>
              <a:gd name="connsiteX69" fmla="*/ 591023 w 1088717"/>
              <a:gd name="connsiteY69" fmla="*/ 254586 h 1035207"/>
              <a:gd name="connsiteX70" fmla="*/ 731721 w 1088717"/>
              <a:gd name="connsiteY70" fmla="*/ 251352 h 1035207"/>
              <a:gd name="connsiteX71" fmla="*/ 699028 w 1088717"/>
              <a:gd name="connsiteY71" fmla="*/ 737170 h 1035207"/>
              <a:gd name="connsiteX72" fmla="*/ 705190 w 1088717"/>
              <a:gd name="connsiteY72" fmla="*/ 872291 h 1035207"/>
              <a:gd name="connsiteX73" fmla="*/ 713834 w 1088717"/>
              <a:gd name="connsiteY73" fmla="*/ 917520 h 1035207"/>
              <a:gd name="connsiteX74" fmla="*/ 719140 w 1088717"/>
              <a:gd name="connsiteY74" fmla="*/ 923258 h 1035207"/>
              <a:gd name="connsiteX75" fmla="*/ 784526 w 1088717"/>
              <a:gd name="connsiteY75" fmla="*/ 1021899 h 1035207"/>
              <a:gd name="connsiteX76" fmla="*/ 951327 w 1088717"/>
              <a:gd name="connsiteY76" fmla="*/ 1009865 h 1035207"/>
              <a:gd name="connsiteX77" fmla="*/ 1030919 w 1088717"/>
              <a:gd name="connsiteY77" fmla="*/ 1003586 h 1035207"/>
              <a:gd name="connsiteX78" fmla="*/ 1077049 w 1088717"/>
              <a:gd name="connsiteY78" fmla="*/ 996132 h 1035207"/>
              <a:gd name="connsiteX79" fmla="*/ 1089886 w 1088717"/>
              <a:gd name="connsiteY79" fmla="*/ 954454 h 1035207"/>
              <a:gd name="connsiteX80" fmla="*/ 901347 w 1088717"/>
              <a:gd name="connsiteY80" fmla="*/ 180485 h 1035207"/>
              <a:gd name="connsiteX81" fmla="*/ 897752 w 1088717"/>
              <a:gd name="connsiteY81" fmla="*/ 187664 h 1035207"/>
              <a:gd name="connsiteX82" fmla="*/ 895099 w 1088717"/>
              <a:gd name="connsiteY82" fmla="*/ 193377 h 1035207"/>
              <a:gd name="connsiteX83" fmla="*/ 875929 w 1088717"/>
              <a:gd name="connsiteY83" fmla="*/ 241076 h 1035207"/>
              <a:gd name="connsiteX84" fmla="*/ 875929 w 1088717"/>
              <a:gd name="connsiteY84" fmla="*/ 241093 h 1035207"/>
              <a:gd name="connsiteX85" fmla="*/ 745928 w 1088717"/>
              <a:gd name="connsiteY85" fmla="*/ 937231 h 1035207"/>
              <a:gd name="connsiteX86" fmla="*/ 745329 w 1088717"/>
              <a:gd name="connsiteY86" fmla="*/ 939435 h 1035207"/>
              <a:gd name="connsiteX87" fmla="*/ 740279 w 1088717"/>
              <a:gd name="connsiteY87" fmla="*/ 922666 h 1035207"/>
              <a:gd name="connsiteX88" fmla="*/ 740279 w 1088717"/>
              <a:gd name="connsiteY88" fmla="*/ 922658 h 1035207"/>
              <a:gd name="connsiteX89" fmla="*/ 731549 w 1088717"/>
              <a:gd name="connsiteY89" fmla="*/ 897586 h 1035207"/>
              <a:gd name="connsiteX90" fmla="*/ 752089 w 1088717"/>
              <a:gd name="connsiteY90" fmla="*/ 276655 h 1035207"/>
              <a:gd name="connsiteX91" fmla="*/ 761932 w 1088717"/>
              <a:gd name="connsiteY91" fmla="*/ 144048 h 1035207"/>
              <a:gd name="connsiteX92" fmla="*/ 756369 w 1088717"/>
              <a:gd name="connsiteY92" fmla="*/ 78430 h 1035207"/>
              <a:gd name="connsiteX93" fmla="*/ 758252 w 1088717"/>
              <a:gd name="connsiteY93" fmla="*/ 77255 h 1035207"/>
              <a:gd name="connsiteX94" fmla="*/ 833393 w 1088717"/>
              <a:gd name="connsiteY94" fmla="*/ 120194 h 1035207"/>
              <a:gd name="connsiteX95" fmla="*/ 893387 w 1088717"/>
              <a:gd name="connsiteY95" fmla="*/ 150121 h 1035207"/>
              <a:gd name="connsiteX96" fmla="*/ 915211 w 1088717"/>
              <a:gd name="connsiteY96" fmla="*/ 153226 h 1035207"/>
              <a:gd name="connsiteX97" fmla="*/ 915211 w 1088717"/>
              <a:gd name="connsiteY97" fmla="*/ 153629 h 1035207"/>
              <a:gd name="connsiteX98" fmla="*/ 915211 w 1088717"/>
              <a:gd name="connsiteY98" fmla="*/ 153638 h 1035207"/>
              <a:gd name="connsiteX99" fmla="*/ 903400 w 1088717"/>
              <a:gd name="connsiteY99" fmla="*/ 178023 h 1035207"/>
              <a:gd name="connsiteX100" fmla="*/ 901347 w 1088717"/>
              <a:gd name="connsiteY100" fmla="*/ 180485 h 103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088717" h="1035207">
                <a:moveTo>
                  <a:pt x="1089886" y="954454"/>
                </a:moveTo>
                <a:cubicBezTo>
                  <a:pt x="1089286" y="952481"/>
                  <a:pt x="1088516" y="950594"/>
                  <a:pt x="1087404" y="948862"/>
                </a:cubicBezTo>
                <a:cubicBezTo>
                  <a:pt x="1101952" y="845040"/>
                  <a:pt x="1051288" y="745044"/>
                  <a:pt x="1033829" y="643710"/>
                </a:cubicBezTo>
                <a:cubicBezTo>
                  <a:pt x="1008752" y="494403"/>
                  <a:pt x="1020734" y="324415"/>
                  <a:pt x="912472" y="204956"/>
                </a:cubicBezTo>
                <a:cubicBezTo>
                  <a:pt x="918549" y="185691"/>
                  <a:pt x="925139" y="167593"/>
                  <a:pt x="928990" y="147093"/>
                </a:cubicBezTo>
                <a:cubicBezTo>
                  <a:pt x="948074" y="139862"/>
                  <a:pt x="962966" y="118196"/>
                  <a:pt x="953038" y="98107"/>
                </a:cubicBezTo>
                <a:cubicBezTo>
                  <a:pt x="995316" y="46600"/>
                  <a:pt x="865145" y="41256"/>
                  <a:pt x="840839" y="63926"/>
                </a:cubicBezTo>
                <a:cubicBezTo>
                  <a:pt x="839556" y="65067"/>
                  <a:pt x="841096" y="64947"/>
                  <a:pt x="841780" y="64870"/>
                </a:cubicBezTo>
                <a:cubicBezTo>
                  <a:pt x="873618" y="61164"/>
                  <a:pt x="908193" y="58076"/>
                  <a:pt x="937891" y="75334"/>
                </a:cubicBezTo>
                <a:lnTo>
                  <a:pt x="937891" y="75334"/>
                </a:lnTo>
                <a:cubicBezTo>
                  <a:pt x="940543" y="76475"/>
                  <a:pt x="942597" y="77710"/>
                  <a:pt x="940030" y="79957"/>
                </a:cubicBezTo>
                <a:cubicBezTo>
                  <a:pt x="934724" y="83834"/>
                  <a:pt x="926250" y="81141"/>
                  <a:pt x="921201" y="86039"/>
                </a:cubicBezTo>
                <a:cubicBezTo>
                  <a:pt x="912900" y="92618"/>
                  <a:pt x="916665" y="107517"/>
                  <a:pt x="927021" y="109464"/>
                </a:cubicBezTo>
                <a:cubicBezTo>
                  <a:pt x="927021" y="109472"/>
                  <a:pt x="928048" y="109670"/>
                  <a:pt x="928305" y="110707"/>
                </a:cubicBezTo>
                <a:cubicBezTo>
                  <a:pt x="928647" y="111900"/>
                  <a:pt x="927877" y="113152"/>
                  <a:pt x="927791" y="113212"/>
                </a:cubicBezTo>
                <a:cubicBezTo>
                  <a:pt x="923427" y="120692"/>
                  <a:pt x="911445" y="121069"/>
                  <a:pt x="904684" y="126052"/>
                </a:cubicBezTo>
                <a:cubicBezTo>
                  <a:pt x="862235" y="110416"/>
                  <a:pt x="820641" y="99437"/>
                  <a:pt x="779562" y="81501"/>
                </a:cubicBezTo>
                <a:lnTo>
                  <a:pt x="779562" y="81501"/>
                </a:lnTo>
                <a:cubicBezTo>
                  <a:pt x="771517" y="78216"/>
                  <a:pt x="763130" y="74819"/>
                  <a:pt x="754829" y="71586"/>
                </a:cubicBezTo>
                <a:cubicBezTo>
                  <a:pt x="752518" y="63060"/>
                  <a:pt x="750378" y="55863"/>
                  <a:pt x="749351" y="70368"/>
                </a:cubicBezTo>
                <a:cubicBezTo>
                  <a:pt x="749266" y="70616"/>
                  <a:pt x="749266" y="70891"/>
                  <a:pt x="749266" y="71148"/>
                </a:cubicBezTo>
                <a:cubicBezTo>
                  <a:pt x="747810" y="106556"/>
                  <a:pt x="745756" y="141629"/>
                  <a:pt x="742847" y="176951"/>
                </a:cubicBezTo>
                <a:cubicBezTo>
                  <a:pt x="740023" y="193180"/>
                  <a:pt x="737369" y="210009"/>
                  <a:pt x="735058" y="226966"/>
                </a:cubicBezTo>
                <a:cubicBezTo>
                  <a:pt x="732149" y="226048"/>
                  <a:pt x="728897" y="226503"/>
                  <a:pt x="726243" y="227970"/>
                </a:cubicBezTo>
                <a:cubicBezTo>
                  <a:pt x="685934" y="249645"/>
                  <a:pt x="637922" y="252501"/>
                  <a:pt x="593932" y="242243"/>
                </a:cubicBezTo>
                <a:cubicBezTo>
                  <a:pt x="602662" y="206715"/>
                  <a:pt x="609423" y="178924"/>
                  <a:pt x="622517" y="146870"/>
                </a:cubicBezTo>
                <a:cubicBezTo>
                  <a:pt x="628422" y="132794"/>
                  <a:pt x="635697" y="119576"/>
                  <a:pt x="642458" y="106041"/>
                </a:cubicBezTo>
                <a:cubicBezTo>
                  <a:pt x="644084" y="102507"/>
                  <a:pt x="643912" y="98382"/>
                  <a:pt x="641859" y="95036"/>
                </a:cubicBezTo>
                <a:cubicBezTo>
                  <a:pt x="635782" y="86768"/>
                  <a:pt x="623801" y="93098"/>
                  <a:pt x="614901" y="91588"/>
                </a:cubicBezTo>
                <a:cubicBezTo>
                  <a:pt x="569284" y="90405"/>
                  <a:pt x="518449" y="83971"/>
                  <a:pt x="475828" y="77624"/>
                </a:cubicBezTo>
                <a:cubicBezTo>
                  <a:pt x="474031" y="77204"/>
                  <a:pt x="473089" y="80077"/>
                  <a:pt x="475057" y="80601"/>
                </a:cubicBezTo>
                <a:cubicBezTo>
                  <a:pt x="521101" y="97721"/>
                  <a:pt x="567744" y="105424"/>
                  <a:pt x="615842" y="109043"/>
                </a:cubicBezTo>
                <a:cubicBezTo>
                  <a:pt x="590766" y="151322"/>
                  <a:pt x="580496" y="197700"/>
                  <a:pt x="568343" y="247252"/>
                </a:cubicBezTo>
                <a:cubicBezTo>
                  <a:pt x="545492" y="343980"/>
                  <a:pt x="529318" y="443590"/>
                  <a:pt x="520246" y="542325"/>
                </a:cubicBezTo>
                <a:cubicBezTo>
                  <a:pt x="520246" y="542694"/>
                  <a:pt x="519732" y="542702"/>
                  <a:pt x="519732" y="542333"/>
                </a:cubicBezTo>
                <a:cubicBezTo>
                  <a:pt x="514854" y="489127"/>
                  <a:pt x="505953" y="434103"/>
                  <a:pt x="493115" y="382270"/>
                </a:cubicBezTo>
                <a:cubicBezTo>
                  <a:pt x="489777" y="368503"/>
                  <a:pt x="487125" y="357112"/>
                  <a:pt x="483359" y="345266"/>
                </a:cubicBezTo>
                <a:cubicBezTo>
                  <a:pt x="464702" y="275009"/>
                  <a:pt x="438257" y="207641"/>
                  <a:pt x="399574" y="145952"/>
                </a:cubicBezTo>
                <a:cubicBezTo>
                  <a:pt x="398974" y="144254"/>
                  <a:pt x="398033" y="142710"/>
                  <a:pt x="396749" y="141449"/>
                </a:cubicBezTo>
                <a:cubicBezTo>
                  <a:pt x="393925" y="138207"/>
                  <a:pt x="392641" y="132417"/>
                  <a:pt x="388619" y="131010"/>
                </a:cubicBezTo>
                <a:cubicBezTo>
                  <a:pt x="384597" y="131216"/>
                  <a:pt x="386908" y="135170"/>
                  <a:pt x="387849" y="137409"/>
                </a:cubicBezTo>
                <a:cubicBezTo>
                  <a:pt x="331449" y="123248"/>
                  <a:pt x="277618" y="153852"/>
                  <a:pt x="223273" y="164308"/>
                </a:cubicBezTo>
                <a:cubicBezTo>
                  <a:pt x="213088" y="165715"/>
                  <a:pt x="197427" y="170518"/>
                  <a:pt x="189553" y="162627"/>
                </a:cubicBezTo>
                <a:cubicBezTo>
                  <a:pt x="187071" y="152651"/>
                  <a:pt x="200165" y="145721"/>
                  <a:pt x="208039" y="142555"/>
                </a:cubicBezTo>
                <a:cubicBezTo>
                  <a:pt x="230719" y="139305"/>
                  <a:pt x="223700" y="106727"/>
                  <a:pt x="202476" y="115605"/>
                </a:cubicBezTo>
                <a:cubicBezTo>
                  <a:pt x="202048" y="114696"/>
                  <a:pt x="201620" y="113684"/>
                  <a:pt x="201106" y="113830"/>
                </a:cubicBezTo>
                <a:cubicBezTo>
                  <a:pt x="200765" y="107414"/>
                  <a:pt x="207012" y="101530"/>
                  <a:pt x="212318" y="97361"/>
                </a:cubicBezTo>
                <a:cubicBezTo>
                  <a:pt x="223273" y="88818"/>
                  <a:pt x="237736" y="82891"/>
                  <a:pt x="251686" y="85961"/>
                </a:cubicBezTo>
                <a:cubicBezTo>
                  <a:pt x="256308" y="87488"/>
                  <a:pt x="261700" y="88826"/>
                  <a:pt x="265551" y="85104"/>
                </a:cubicBezTo>
                <a:cubicBezTo>
                  <a:pt x="271798" y="79708"/>
                  <a:pt x="271456" y="68472"/>
                  <a:pt x="264352" y="63952"/>
                </a:cubicBezTo>
                <a:cubicBezTo>
                  <a:pt x="261015" y="61713"/>
                  <a:pt x="257421" y="59165"/>
                  <a:pt x="254681" y="56060"/>
                </a:cubicBezTo>
                <a:cubicBezTo>
                  <a:pt x="244925" y="44627"/>
                  <a:pt x="264952" y="40329"/>
                  <a:pt x="273253" y="36881"/>
                </a:cubicBezTo>
                <a:cubicBezTo>
                  <a:pt x="321864" y="16939"/>
                  <a:pt x="378092" y="20833"/>
                  <a:pt x="424992" y="43846"/>
                </a:cubicBezTo>
                <a:cubicBezTo>
                  <a:pt x="433807" y="47320"/>
                  <a:pt x="445789" y="52072"/>
                  <a:pt x="446730" y="60495"/>
                </a:cubicBezTo>
                <a:cubicBezTo>
                  <a:pt x="452293" y="68764"/>
                  <a:pt x="452635" y="50579"/>
                  <a:pt x="450495" y="47569"/>
                </a:cubicBezTo>
                <a:cubicBezTo>
                  <a:pt x="423451" y="2915"/>
                  <a:pt x="342832" y="-5843"/>
                  <a:pt x="295762" y="3335"/>
                </a:cubicBezTo>
                <a:cubicBezTo>
                  <a:pt x="261272" y="11629"/>
                  <a:pt x="218908" y="22231"/>
                  <a:pt x="228494" y="59817"/>
                </a:cubicBezTo>
                <a:cubicBezTo>
                  <a:pt x="199310" y="64724"/>
                  <a:pt x="160797" y="95937"/>
                  <a:pt x="177400" y="128163"/>
                </a:cubicBezTo>
                <a:cubicBezTo>
                  <a:pt x="153095" y="145120"/>
                  <a:pt x="155320" y="184722"/>
                  <a:pt x="186044" y="192656"/>
                </a:cubicBezTo>
                <a:cubicBezTo>
                  <a:pt x="100034" y="281562"/>
                  <a:pt x="65030" y="412291"/>
                  <a:pt x="60237" y="536835"/>
                </a:cubicBezTo>
                <a:cubicBezTo>
                  <a:pt x="60922" y="617000"/>
                  <a:pt x="60836" y="697808"/>
                  <a:pt x="33450" y="774242"/>
                </a:cubicBezTo>
                <a:lnTo>
                  <a:pt x="33450" y="774250"/>
                </a:lnTo>
                <a:cubicBezTo>
                  <a:pt x="16076" y="841026"/>
                  <a:pt x="-16189" y="915315"/>
                  <a:pt x="14792" y="982520"/>
                </a:cubicBezTo>
                <a:cubicBezTo>
                  <a:pt x="15991" y="986131"/>
                  <a:pt x="20184" y="988078"/>
                  <a:pt x="23779" y="987160"/>
                </a:cubicBezTo>
                <a:cubicBezTo>
                  <a:pt x="30026" y="1034010"/>
                  <a:pt x="84371" y="1037690"/>
                  <a:pt x="121857" y="1034362"/>
                </a:cubicBezTo>
                <a:cubicBezTo>
                  <a:pt x="156604" y="1033221"/>
                  <a:pt x="195886" y="1031600"/>
                  <a:pt x="230205" y="1030116"/>
                </a:cubicBezTo>
                <a:cubicBezTo>
                  <a:pt x="233200" y="1029987"/>
                  <a:pt x="253655" y="1029095"/>
                  <a:pt x="255623" y="1029009"/>
                </a:cubicBezTo>
                <a:cubicBezTo>
                  <a:pt x="341977" y="1025184"/>
                  <a:pt x="454774" y="1021015"/>
                  <a:pt x="541384" y="1017936"/>
                </a:cubicBezTo>
                <a:cubicBezTo>
                  <a:pt x="569113" y="1014445"/>
                  <a:pt x="556276" y="967209"/>
                  <a:pt x="543182" y="953571"/>
                </a:cubicBezTo>
                <a:cubicBezTo>
                  <a:pt x="527349" y="717802"/>
                  <a:pt x="535651" y="484384"/>
                  <a:pt x="591023" y="254586"/>
                </a:cubicBezTo>
                <a:cubicBezTo>
                  <a:pt x="639890" y="276604"/>
                  <a:pt x="686105" y="271123"/>
                  <a:pt x="731721" y="251352"/>
                </a:cubicBezTo>
                <a:cubicBezTo>
                  <a:pt x="712293" y="403670"/>
                  <a:pt x="697060" y="595008"/>
                  <a:pt x="699028" y="737170"/>
                </a:cubicBezTo>
                <a:cubicBezTo>
                  <a:pt x="699970" y="789295"/>
                  <a:pt x="700654" y="825261"/>
                  <a:pt x="705190" y="872291"/>
                </a:cubicBezTo>
                <a:cubicBezTo>
                  <a:pt x="706817" y="887576"/>
                  <a:pt x="709726" y="902706"/>
                  <a:pt x="713834" y="917520"/>
                </a:cubicBezTo>
                <a:cubicBezTo>
                  <a:pt x="714433" y="920256"/>
                  <a:pt x="716488" y="922443"/>
                  <a:pt x="719140" y="923258"/>
                </a:cubicBezTo>
                <a:cubicBezTo>
                  <a:pt x="720424" y="968333"/>
                  <a:pt x="726243" y="1023674"/>
                  <a:pt x="784526" y="1021899"/>
                </a:cubicBezTo>
                <a:cubicBezTo>
                  <a:pt x="839983" y="1019300"/>
                  <a:pt x="896553" y="1014016"/>
                  <a:pt x="951327" y="1009865"/>
                </a:cubicBezTo>
                <a:cubicBezTo>
                  <a:pt x="977430" y="1007780"/>
                  <a:pt x="1004473" y="1005593"/>
                  <a:pt x="1030919" y="1003586"/>
                </a:cubicBezTo>
                <a:cubicBezTo>
                  <a:pt x="1046238" y="1001656"/>
                  <a:pt x="1063013" y="1003603"/>
                  <a:pt x="1077049" y="996132"/>
                </a:cubicBezTo>
                <a:cubicBezTo>
                  <a:pt x="1085948" y="990162"/>
                  <a:pt x="1092881" y="967063"/>
                  <a:pt x="1089886" y="954454"/>
                </a:cubicBezTo>
                <a:close/>
                <a:moveTo>
                  <a:pt x="901347" y="180485"/>
                </a:moveTo>
                <a:cubicBezTo>
                  <a:pt x="900063" y="182870"/>
                  <a:pt x="898864" y="185280"/>
                  <a:pt x="897752" y="187664"/>
                </a:cubicBezTo>
                <a:cubicBezTo>
                  <a:pt x="897495" y="188136"/>
                  <a:pt x="895355" y="192794"/>
                  <a:pt x="895099" y="193377"/>
                </a:cubicBezTo>
                <a:cubicBezTo>
                  <a:pt x="887995" y="208928"/>
                  <a:pt x="881833" y="225268"/>
                  <a:pt x="875929" y="241076"/>
                </a:cubicBezTo>
                <a:lnTo>
                  <a:pt x="875929" y="241093"/>
                </a:lnTo>
                <a:cubicBezTo>
                  <a:pt x="790602" y="462374"/>
                  <a:pt x="747126" y="700390"/>
                  <a:pt x="745928" y="937231"/>
                </a:cubicBezTo>
                <a:cubicBezTo>
                  <a:pt x="745928" y="938552"/>
                  <a:pt x="745671" y="940610"/>
                  <a:pt x="745329" y="939435"/>
                </a:cubicBezTo>
                <a:cubicBezTo>
                  <a:pt x="743531" y="933551"/>
                  <a:pt x="741734" y="928507"/>
                  <a:pt x="740279" y="922666"/>
                </a:cubicBezTo>
                <a:lnTo>
                  <a:pt x="740279" y="922658"/>
                </a:lnTo>
                <a:cubicBezTo>
                  <a:pt x="738225" y="914029"/>
                  <a:pt x="734973" y="905700"/>
                  <a:pt x="731549" y="897586"/>
                </a:cubicBezTo>
                <a:cubicBezTo>
                  <a:pt x="721451" y="692276"/>
                  <a:pt x="730352" y="479418"/>
                  <a:pt x="752089" y="276655"/>
                </a:cubicBezTo>
                <a:cubicBezTo>
                  <a:pt x="756540" y="229960"/>
                  <a:pt x="760306" y="189431"/>
                  <a:pt x="761932" y="144048"/>
                </a:cubicBezTo>
                <a:cubicBezTo>
                  <a:pt x="762446" y="130487"/>
                  <a:pt x="758252" y="90550"/>
                  <a:pt x="756369" y="78430"/>
                </a:cubicBezTo>
                <a:cubicBezTo>
                  <a:pt x="756197" y="77384"/>
                  <a:pt x="757310" y="76689"/>
                  <a:pt x="758252" y="77255"/>
                </a:cubicBezTo>
                <a:cubicBezTo>
                  <a:pt x="782814" y="92755"/>
                  <a:pt x="808232" y="105947"/>
                  <a:pt x="833393" y="120194"/>
                </a:cubicBezTo>
                <a:cubicBezTo>
                  <a:pt x="852735" y="131345"/>
                  <a:pt x="872334" y="141586"/>
                  <a:pt x="893387" y="150121"/>
                </a:cubicBezTo>
                <a:cubicBezTo>
                  <a:pt x="900148" y="153166"/>
                  <a:pt x="908022" y="156399"/>
                  <a:pt x="915211" y="153226"/>
                </a:cubicBezTo>
                <a:cubicBezTo>
                  <a:pt x="915297" y="153183"/>
                  <a:pt x="915211" y="153629"/>
                  <a:pt x="915211" y="153629"/>
                </a:cubicBezTo>
                <a:lnTo>
                  <a:pt x="915211" y="153638"/>
                </a:lnTo>
                <a:cubicBezTo>
                  <a:pt x="911017" y="161666"/>
                  <a:pt x="907337" y="169300"/>
                  <a:pt x="903400" y="178023"/>
                </a:cubicBezTo>
                <a:cubicBezTo>
                  <a:pt x="902459" y="178684"/>
                  <a:pt x="901774" y="179524"/>
                  <a:pt x="901347" y="180485"/>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grpSp>
        <p:nvGrpSpPr>
          <p:cNvPr id="129" name="Graphic 39" descr="Man wearing a jacket">
            <a:extLst>
              <a:ext uri="{FF2B5EF4-FFF2-40B4-BE49-F238E27FC236}">
                <a16:creationId xmlns:a16="http://schemas.microsoft.com/office/drawing/2014/main" id="{440F8581-081B-0C92-3EEF-9A4E620D63F3}"/>
              </a:ext>
            </a:extLst>
          </p:cNvPr>
          <p:cNvGrpSpPr/>
          <p:nvPr/>
        </p:nvGrpSpPr>
        <p:grpSpPr>
          <a:xfrm>
            <a:off x="3099187" y="3914080"/>
            <a:ext cx="788425" cy="570059"/>
            <a:chOff x="4071652" y="4001036"/>
            <a:chExt cx="788425" cy="570059"/>
          </a:xfrm>
          <a:solidFill>
            <a:srgbClr val="FFFFFF"/>
          </a:solidFill>
        </p:grpSpPr>
        <p:sp>
          <p:nvSpPr>
            <p:cNvPr id="139" name="Freeform: Shape 138">
              <a:extLst>
                <a:ext uri="{FF2B5EF4-FFF2-40B4-BE49-F238E27FC236}">
                  <a16:creationId xmlns:a16="http://schemas.microsoft.com/office/drawing/2014/main" id="{9AF32583-3711-4283-685B-7E59C7DBB1EA}"/>
                </a:ext>
              </a:extLst>
            </p:cNvPr>
            <p:cNvSpPr/>
            <p:nvPr/>
          </p:nvSpPr>
          <p:spPr>
            <a:xfrm>
              <a:off x="4833313" y="4266172"/>
              <a:ext cx="26764" cy="249603"/>
            </a:xfrm>
            <a:custGeom>
              <a:avLst/>
              <a:gdLst>
                <a:gd name="connsiteX0" fmla="*/ 7361 w 26764"/>
                <a:gd name="connsiteY0" fmla="*/ 78 h 249603"/>
                <a:gd name="connsiteX1" fmla="*/ 1884 w 26764"/>
                <a:gd name="connsiteY1" fmla="*/ 5370 h 249603"/>
                <a:gd name="connsiteX2" fmla="*/ 17632 w 26764"/>
                <a:gd name="connsiteY2" fmla="*/ 244544 h 249603"/>
                <a:gd name="connsiteX3" fmla="*/ 28586 w 26764"/>
                <a:gd name="connsiteY3" fmla="*/ 244544 h 249603"/>
                <a:gd name="connsiteX4" fmla="*/ 12838 w 26764"/>
                <a:gd name="connsiteY4" fmla="*/ 5379 h 249603"/>
                <a:gd name="connsiteX5" fmla="*/ 7361 w 26764"/>
                <a:gd name="connsiteY5" fmla="*/ 78 h 249603"/>
                <a:gd name="connsiteX6" fmla="*/ 7361 w 26764"/>
                <a:gd name="connsiteY6" fmla="*/ 78 h 24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64" h="249603">
                  <a:moveTo>
                    <a:pt x="7361" y="78"/>
                  </a:moveTo>
                  <a:cubicBezTo>
                    <a:pt x="4451" y="-33"/>
                    <a:pt x="1713" y="2377"/>
                    <a:pt x="1884" y="5370"/>
                  </a:cubicBezTo>
                  <a:cubicBezTo>
                    <a:pt x="1969" y="76357"/>
                    <a:pt x="7875" y="165760"/>
                    <a:pt x="17632" y="244544"/>
                  </a:cubicBezTo>
                  <a:cubicBezTo>
                    <a:pt x="17973" y="250917"/>
                    <a:pt x="29528" y="251826"/>
                    <a:pt x="28586" y="244544"/>
                  </a:cubicBezTo>
                  <a:cubicBezTo>
                    <a:pt x="19343" y="170512"/>
                    <a:pt x="12838" y="78056"/>
                    <a:pt x="12838" y="5379"/>
                  </a:cubicBezTo>
                  <a:cubicBezTo>
                    <a:pt x="12924" y="2360"/>
                    <a:pt x="10357" y="-119"/>
                    <a:pt x="7361" y="78"/>
                  </a:cubicBezTo>
                  <a:lnTo>
                    <a:pt x="7361" y="78"/>
                  </a:ln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140" name="Freeform: Shape 139">
              <a:extLst>
                <a:ext uri="{FF2B5EF4-FFF2-40B4-BE49-F238E27FC236}">
                  <a16:creationId xmlns:a16="http://schemas.microsoft.com/office/drawing/2014/main" id="{F6ED1486-F189-00A6-7B93-8F27BFDCF95F}"/>
                </a:ext>
              </a:extLst>
            </p:cNvPr>
            <p:cNvSpPr/>
            <p:nvPr/>
          </p:nvSpPr>
          <p:spPr>
            <a:xfrm>
              <a:off x="4194443" y="4357574"/>
              <a:ext cx="139610" cy="96426"/>
            </a:xfrm>
            <a:custGeom>
              <a:avLst/>
              <a:gdLst>
                <a:gd name="connsiteX0" fmla="*/ 135901 w 139610"/>
                <a:gd name="connsiteY0" fmla="*/ 68 h 96426"/>
                <a:gd name="connsiteX1" fmla="*/ 4190 w 139610"/>
                <a:gd name="connsiteY1" fmla="*/ 85989 h 96426"/>
                <a:gd name="connsiteX2" fmla="*/ 2220 w 139610"/>
                <a:gd name="connsiteY2" fmla="*/ 92722 h 96426"/>
                <a:gd name="connsiteX3" fmla="*/ 9666 w 139610"/>
                <a:gd name="connsiteY3" fmla="*/ 95450 h 96426"/>
                <a:gd name="connsiteX4" fmla="*/ 72570 w 139610"/>
                <a:gd name="connsiteY4" fmla="*/ 50186 h 96426"/>
                <a:gd name="connsiteX5" fmla="*/ 138811 w 139610"/>
                <a:gd name="connsiteY5" fmla="*/ 10224 h 96426"/>
                <a:gd name="connsiteX6" fmla="*/ 135901 w 139610"/>
                <a:gd name="connsiteY6" fmla="*/ 68 h 96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610" h="96426">
                  <a:moveTo>
                    <a:pt x="135901" y="68"/>
                  </a:moveTo>
                  <a:cubicBezTo>
                    <a:pt x="89430" y="22781"/>
                    <a:pt x="47837" y="53163"/>
                    <a:pt x="4190" y="85989"/>
                  </a:cubicBezTo>
                  <a:cubicBezTo>
                    <a:pt x="2135" y="87567"/>
                    <a:pt x="1365" y="90295"/>
                    <a:pt x="2220" y="92722"/>
                  </a:cubicBezTo>
                  <a:cubicBezTo>
                    <a:pt x="2991" y="95913"/>
                    <a:pt x="7099" y="97783"/>
                    <a:pt x="9666" y="95450"/>
                  </a:cubicBezTo>
                  <a:cubicBezTo>
                    <a:pt x="31747" y="78475"/>
                    <a:pt x="52287" y="63670"/>
                    <a:pt x="72570" y="50186"/>
                  </a:cubicBezTo>
                  <a:cubicBezTo>
                    <a:pt x="95249" y="35056"/>
                    <a:pt x="116902" y="21984"/>
                    <a:pt x="138811" y="10224"/>
                  </a:cubicBezTo>
                  <a:cubicBezTo>
                    <a:pt x="143860" y="7908"/>
                    <a:pt x="141122" y="-52"/>
                    <a:pt x="135901" y="68"/>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141" name="Freeform: Shape 140">
              <a:extLst>
                <a:ext uri="{FF2B5EF4-FFF2-40B4-BE49-F238E27FC236}">
                  <a16:creationId xmlns:a16="http://schemas.microsoft.com/office/drawing/2014/main" id="{10465F0B-26E5-7ABD-FBFC-B73F696FA243}"/>
                </a:ext>
              </a:extLst>
            </p:cNvPr>
            <p:cNvSpPr/>
            <p:nvPr/>
          </p:nvSpPr>
          <p:spPr>
            <a:xfrm>
              <a:off x="4716933" y="4351640"/>
              <a:ext cx="45496" cy="38453"/>
            </a:xfrm>
            <a:custGeom>
              <a:avLst/>
              <a:gdLst>
                <a:gd name="connsiteX0" fmla="*/ 7349 w 45496"/>
                <a:gd name="connsiteY0" fmla="*/ 67 h 38453"/>
                <a:gd name="connsiteX1" fmla="*/ 45263 w 45496"/>
                <a:gd name="connsiteY1" fmla="*/ 37516 h 38453"/>
                <a:gd name="connsiteX2" fmla="*/ 44663 w 45496"/>
                <a:gd name="connsiteY2" fmla="*/ 28793 h 38453"/>
                <a:gd name="connsiteX3" fmla="*/ 11971 w 45496"/>
                <a:gd name="connsiteY3" fmla="*/ 2357 h 38453"/>
                <a:gd name="connsiteX4" fmla="*/ 7349 w 45496"/>
                <a:gd name="connsiteY4" fmla="*/ 67 h 38453"/>
                <a:gd name="connsiteX5" fmla="*/ 7349 w 45496"/>
                <a:gd name="connsiteY5" fmla="*/ 67 h 3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96" h="38453">
                  <a:moveTo>
                    <a:pt x="7349" y="67"/>
                  </a:moveTo>
                  <a:cubicBezTo>
                    <a:pt x="-15245" y="1311"/>
                    <a:pt x="39016" y="45691"/>
                    <a:pt x="45263" y="37516"/>
                  </a:cubicBezTo>
                  <a:cubicBezTo>
                    <a:pt x="48087" y="35269"/>
                    <a:pt x="48258" y="30320"/>
                    <a:pt x="44663" y="28793"/>
                  </a:cubicBezTo>
                  <a:cubicBezTo>
                    <a:pt x="31911" y="22506"/>
                    <a:pt x="20786" y="13482"/>
                    <a:pt x="11971" y="2357"/>
                  </a:cubicBezTo>
                  <a:cubicBezTo>
                    <a:pt x="10858" y="908"/>
                    <a:pt x="9146" y="58"/>
                    <a:pt x="7349" y="67"/>
                  </a:cubicBezTo>
                  <a:lnTo>
                    <a:pt x="7349" y="67"/>
                  </a:ln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142" name="Freeform: Shape 141">
              <a:extLst>
                <a:ext uri="{FF2B5EF4-FFF2-40B4-BE49-F238E27FC236}">
                  <a16:creationId xmlns:a16="http://schemas.microsoft.com/office/drawing/2014/main" id="{14D75806-49C7-EE65-5430-E89539B06AC1}"/>
                </a:ext>
              </a:extLst>
            </p:cNvPr>
            <p:cNvSpPr/>
            <p:nvPr/>
          </p:nvSpPr>
          <p:spPr>
            <a:xfrm>
              <a:off x="4167170" y="4026210"/>
              <a:ext cx="138157" cy="55471"/>
            </a:xfrm>
            <a:custGeom>
              <a:avLst/>
              <a:gdLst>
                <a:gd name="connsiteX0" fmla="*/ 8525 w 138157"/>
                <a:gd name="connsiteY0" fmla="*/ 69 h 55471"/>
                <a:gd name="connsiteX1" fmla="*/ 6899 w 138157"/>
                <a:gd name="connsiteY1" fmla="*/ 51104 h 55471"/>
                <a:gd name="connsiteX2" fmla="*/ 23588 w 138157"/>
                <a:gd name="connsiteY2" fmla="*/ 55539 h 55471"/>
                <a:gd name="connsiteX3" fmla="*/ 139638 w 138157"/>
                <a:gd name="connsiteY3" fmla="*/ 30613 h 55471"/>
                <a:gd name="connsiteX4" fmla="*/ 109171 w 138157"/>
                <a:gd name="connsiteY4" fmla="*/ 28820 h 55471"/>
                <a:gd name="connsiteX5" fmla="*/ 16570 w 138157"/>
                <a:gd name="connsiteY5" fmla="*/ 44414 h 55471"/>
                <a:gd name="connsiteX6" fmla="*/ 14260 w 138157"/>
                <a:gd name="connsiteY6" fmla="*/ 6913 h 55471"/>
                <a:gd name="connsiteX7" fmla="*/ 8525 w 138157"/>
                <a:gd name="connsiteY7" fmla="*/ 69 h 55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157" h="55471">
                  <a:moveTo>
                    <a:pt x="8525" y="69"/>
                  </a:moveTo>
                  <a:cubicBezTo>
                    <a:pt x="-4227" y="3731"/>
                    <a:pt x="4930" y="41695"/>
                    <a:pt x="6899" y="51104"/>
                  </a:cubicBezTo>
                  <a:cubicBezTo>
                    <a:pt x="9381" y="57598"/>
                    <a:pt x="18025" y="54750"/>
                    <a:pt x="23588" y="55539"/>
                  </a:cubicBezTo>
                  <a:cubicBezTo>
                    <a:pt x="62613" y="54312"/>
                    <a:pt x="103265" y="43556"/>
                    <a:pt x="139638" y="30613"/>
                  </a:cubicBezTo>
                  <a:cubicBezTo>
                    <a:pt x="143575" y="13441"/>
                    <a:pt x="117045" y="28297"/>
                    <a:pt x="109171" y="28820"/>
                  </a:cubicBezTo>
                  <a:cubicBezTo>
                    <a:pt x="79045" y="37158"/>
                    <a:pt x="47893" y="45786"/>
                    <a:pt x="16570" y="44414"/>
                  </a:cubicBezTo>
                  <a:cubicBezTo>
                    <a:pt x="13917" y="32869"/>
                    <a:pt x="11520" y="19385"/>
                    <a:pt x="14260" y="6913"/>
                  </a:cubicBezTo>
                  <a:cubicBezTo>
                    <a:pt x="15287" y="3362"/>
                    <a:pt x="12034" y="-17"/>
                    <a:pt x="8525" y="69"/>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143" name="Freeform: Shape 142">
              <a:extLst>
                <a:ext uri="{FF2B5EF4-FFF2-40B4-BE49-F238E27FC236}">
                  <a16:creationId xmlns:a16="http://schemas.microsoft.com/office/drawing/2014/main" id="{5F6E302A-5BA0-A8C2-5F98-A808857939CA}"/>
                </a:ext>
              </a:extLst>
            </p:cNvPr>
            <p:cNvSpPr/>
            <p:nvPr/>
          </p:nvSpPr>
          <p:spPr>
            <a:xfrm>
              <a:off x="4729498" y="4001036"/>
              <a:ext cx="67560" cy="52815"/>
            </a:xfrm>
            <a:custGeom>
              <a:avLst/>
              <a:gdLst>
                <a:gd name="connsiteX0" fmla="*/ 6680 w 67560"/>
                <a:gd name="connsiteY0" fmla="*/ 34386 h 52815"/>
                <a:gd name="connsiteX1" fmla="*/ 44849 w 67560"/>
                <a:gd name="connsiteY1" fmla="*/ 51876 h 52815"/>
                <a:gd name="connsiteX2" fmla="*/ 68043 w 67560"/>
                <a:gd name="connsiteY2" fmla="*/ 1655 h 52815"/>
                <a:gd name="connsiteX3" fmla="*/ 56746 w 67560"/>
                <a:gd name="connsiteY3" fmla="*/ 24342 h 52815"/>
                <a:gd name="connsiteX4" fmla="*/ 6680 w 67560"/>
                <a:gd name="connsiteY4" fmla="*/ 34386 h 52815"/>
                <a:gd name="connsiteX5" fmla="*/ 6680 w 67560"/>
                <a:gd name="connsiteY5" fmla="*/ 34386 h 52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60" h="52815">
                  <a:moveTo>
                    <a:pt x="6680" y="34386"/>
                  </a:moveTo>
                  <a:cubicBezTo>
                    <a:pt x="-13603" y="45854"/>
                    <a:pt x="36377" y="56207"/>
                    <a:pt x="44849" y="51876"/>
                  </a:cubicBezTo>
                  <a:cubicBezTo>
                    <a:pt x="65304" y="47741"/>
                    <a:pt x="72835" y="17892"/>
                    <a:pt x="68043" y="1655"/>
                  </a:cubicBezTo>
                  <a:cubicBezTo>
                    <a:pt x="54093" y="-6202"/>
                    <a:pt x="59912" y="17291"/>
                    <a:pt x="56746" y="24342"/>
                  </a:cubicBezTo>
                  <a:cubicBezTo>
                    <a:pt x="51782" y="50538"/>
                    <a:pt x="23198" y="41145"/>
                    <a:pt x="6680" y="34386"/>
                  </a:cubicBezTo>
                  <a:lnTo>
                    <a:pt x="6680" y="34386"/>
                  </a:lnTo>
                  <a:close/>
                </a:path>
              </a:pathLst>
            </a:custGeom>
            <a:solidFill>
              <a:srgbClr val="FFFFFF"/>
            </a:solidFill>
            <a:ln w="8552" cap="flat">
              <a:noFill/>
              <a:prstDash val="solid"/>
              <a:miter/>
            </a:ln>
          </p:spPr>
          <p:txBody>
            <a:bodyPr rtlCol="0" anchor="ctr"/>
            <a:lstStyle/>
            <a:p>
              <a:endParaRPr lang="en-GB">
                <a:solidFill>
                  <a:schemeClr val="bg1"/>
                </a:solidFill>
              </a:endParaRPr>
            </a:p>
          </p:txBody>
        </p:sp>
        <p:sp>
          <p:nvSpPr>
            <p:cNvPr id="144" name="Freeform: Shape 143">
              <a:extLst>
                <a:ext uri="{FF2B5EF4-FFF2-40B4-BE49-F238E27FC236}">
                  <a16:creationId xmlns:a16="http://schemas.microsoft.com/office/drawing/2014/main" id="{BA4641DD-23A8-F042-AFC9-B4E91568795B}"/>
                </a:ext>
              </a:extLst>
            </p:cNvPr>
            <p:cNvSpPr/>
            <p:nvPr/>
          </p:nvSpPr>
          <p:spPr>
            <a:xfrm>
              <a:off x="4071652" y="4117812"/>
              <a:ext cx="59718" cy="453283"/>
            </a:xfrm>
            <a:custGeom>
              <a:avLst/>
              <a:gdLst>
                <a:gd name="connsiteX0" fmla="*/ 50640 w 59718"/>
                <a:gd name="connsiteY0" fmla="*/ 448443 h 453283"/>
                <a:gd name="connsiteX1" fmla="*/ 35662 w 59718"/>
                <a:gd name="connsiteY1" fmla="*/ 54309 h 453283"/>
                <a:gd name="connsiteX2" fmla="*/ 1942 w 59718"/>
                <a:gd name="connsiteY2" fmla="*/ 29314 h 453283"/>
                <a:gd name="connsiteX3" fmla="*/ 35748 w 59718"/>
                <a:gd name="connsiteY3" fmla="*/ 40044 h 453283"/>
                <a:gd name="connsiteX4" fmla="*/ 45676 w 59718"/>
                <a:gd name="connsiteY4" fmla="*/ 1678 h 453283"/>
                <a:gd name="connsiteX5" fmla="*/ 47387 w 59718"/>
                <a:gd name="connsiteY5" fmla="*/ 109831 h 453283"/>
                <a:gd name="connsiteX6" fmla="*/ 61594 w 59718"/>
                <a:gd name="connsiteY6" fmla="*/ 447979 h 453283"/>
                <a:gd name="connsiteX7" fmla="*/ 56117 w 59718"/>
                <a:gd name="connsiteY7" fmla="*/ 453340 h 453283"/>
                <a:gd name="connsiteX8" fmla="*/ 50640 w 59718"/>
                <a:gd name="connsiteY8" fmla="*/ 448443 h 453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18" h="453283">
                  <a:moveTo>
                    <a:pt x="50640" y="448443"/>
                  </a:moveTo>
                  <a:cubicBezTo>
                    <a:pt x="46532" y="317311"/>
                    <a:pt x="36005" y="186436"/>
                    <a:pt x="35662" y="54309"/>
                  </a:cubicBezTo>
                  <a:cubicBezTo>
                    <a:pt x="25906" y="43887"/>
                    <a:pt x="11357" y="39281"/>
                    <a:pt x="1942" y="29314"/>
                  </a:cubicBezTo>
                  <a:cubicBezTo>
                    <a:pt x="317" y="9972"/>
                    <a:pt x="29072" y="36485"/>
                    <a:pt x="35748" y="40044"/>
                  </a:cubicBezTo>
                  <a:cubicBezTo>
                    <a:pt x="37631" y="29005"/>
                    <a:pt x="29928" y="-8049"/>
                    <a:pt x="45676" y="1678"/>
                  </a:cubicBezTo>
                  <a:cubicBezTo>
                    <a:pt x="49013" y="34864"/>
                    <a:pt x="45162" y="70434"/>
                    <a:pt x="47387" y="109831"/>
                  </a:cubicBezTo>
                  <a:cubicBezTo>
                    <a:pt x="49955" y="223671"/>
                    <a:pt x="57828" y="334397"/>
                    <a:pt x="61594" y="447979"/>
                  </a:cubicBezTo>
                  <a:cubicBezTo>
                    <a:pt x="61594" y="447979"/>
                    <a:pt x="61337" y="453066"/>
                    <a:pt x="56117" y="453340"/>
                  </a:cubicBezTo>
                  <a:cubicBezTo>
                    <a:pt x="51152" y="453606"/>
                    <a:pt x="50640" y="448443"/>
                    <a:pt x="50640" y="448443"/>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grpSp>
      <p:sp>
        <p:nvSpPr>
          <p:cNvPr id="130" name="Freeform: Shape 129">
            <a:extLst>
              <a:ext uri="{FF2B5EF4-FFF2-40B4-BE49-F238E27FC236}">
                <a16:creationId xmlns:a16="http://schemas.microsoft.com/office/drawing/2014/main" id="{3C64D0AF-5B50-090A-FF43-80F8583C8C7D}"/>
              </a:ext>
            </a:extLst>
          </p:cNvPr>
          <p:cNvSpPr/>
          <p:nvPr/>
        </p:nvSpPr>
        <p:spPr>
          <a:xfrm>
            <a:off x="3314139" y="3052272"/>
            <a:ext cx="494110" cy="496266"/>
          </a:xfrm>
          <a:custGeom>
            <a:avLst/>
            <a:gdLst>
              <a:gd name="connsiteX0" fmla="*/ 91211 w 494110"/>
              <a:gd name="connsiteY0" fmla="*/ 211457 h 496266"/>
              <a:gd name="connsiteX1" fmla="*/ 1348 w 494110"/>
              <a:gd name="connsiteY1" fmla="*/ 284795 h 496266"/>
              <a:gd name="connsiteX2" fmla="*/ 89747 w 494110"/>
              <a:gd name="connsiteY2" fmla="*/ 350489 h 496266"/>
              <a:gd name="connsiteX3" fmla="*/ 115816 w 494110"/>
              <a:gd name="connsiteY3" fmla="*/ 381128 h 496266"/>
              <a:gd name="connsiteX4" fmla="*/ 347574 w 494110"/>
              <a:gd name="connsiteY4" fmla="*/ 495886 h 496266"/>
              <a:gd name="connsiteX5" fmla="*/ 464095 w 494110"/>
              <a:gd name="connsiteY5" fmla="*/ 413791 h 496266"/>
              <a:gd name="connsiteX6" fmla="*/ 493878 w 494110"/>
              <a:gd name="connsiteY6" fmla="*/ 278439 h 496266"/>
              <a:gd name="connsiteX7" fmla="*/ 464284 w 494110"/>
              <a:gd name="connsiteY7" fmla="*/ 120983 h 496266"/>
              <a:gd name="connsiteX8" fmla="*/ 220184 w 494110"/>
              <a:gd name="connsiteY8" fmla="*/ 2073 h 496266"/>
              <a:gd name="connsiteX9" fmla="*/ 91211 w 494110"/>
              <a:gd name="connsiteY9" fmla="*/ 211457 h 49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4110" h="496266">
                <a:moveTo>
                  <a:pt x="91211" y="211457"/>
                </a:moveTo>
                <a:cubicBezTo>
                  <a:pt x="91211" y="211457"/>
                  <a:pt x="-12952" y="215652"/>
                  <a:pt x="1348" y="284795"/>
                </a:cubicBezTo>
                <a:cubicBezTo>
                  <a:pt x="17361" y="362198"/>
                  <a:pt x="89747" y="350489"/>
                  <a:pt x="89747" y="350489"/>
                </a:cubicBezTo>
                <a:lnTo>
                  <a:pt x="115816" y="381128"/>
                </a:lnTo>
                <a:cubicBezTo>
                  <a:pt x="115816" y="381128"/>
                  <a:pt x="204189" y="503949"/>
                  <a:pt x="347574" y="495886"/>
                </a:cubicBezTo>
                <a:cubicBezTo>
                  <a:pt x="347574" y="495886"/>
                  <a:pt x="421475" y="489959"/>
                  <a:pt x="464095" y="413791"/>
                </a:cubicBezTo>
                <a:cubicBezTo>
                  <a:pt x="491550" y="364728"/>
                  <a:pt x="495205" y="309755"/>
                  <a:pt x="493878" y="278439"/>
                </a:cubicBezTo>
                <a:cubicBezTo>
                  <a:pt x="490438" y="197459"/>
                  <a:pt x="464284" y="120983"/>
                  <a:pt x="464284" y="120983"/>
                </a:cubicBezTo>
                <a:cubicBezTo>
                  <a:pt x="464284" y="120983"/>
                  <a:pt x="390665" y="-18513"/>
                  <a:pt x="220184" y="2073"/>
                </a:cubicBezTo>
                <a:cubicBezTo>
                  <a:pt x="84655" y="18439"/>
                  <a:pt x="98477" y="166246"/>
                  <a:pt x="91211" y="211457"/>
                </a:cubicBezTo>
                <a:close/>
              </a:path>
            </a:pathLst>
          </a:custGeom>
          <a:solidFill>
            <a:srgbClr val="FFFFFF"/>
          </a:solidFill>
          <a:ln w="8552" cap="flat">
            <a:noFill/>
            <a:prstDash val="solid"/>
            <a:miter/>
          </a:ln>
        </p:spPr>
        <p:txBody>
          <a:bodyPr rtlCol="0" anchor="ctr"/>
          <a:lstStyle/>
          <a:p>
            <a:endParaRPr lang="en-GB">
              <a:solidFill>
                <a:schemeClr val="bg1"/>
              </a:solidFill>
            </a:endParaRPr>
          </a:p>
        </p:txBody>
      </p:sp>
      <p:grpSp>
        <p:nvGrpSpPr>
          <p:cNvPr id="131" name="Graphic 39" descr="Man wearing a jacket">
            <a:extLst>
              <a:ext uri="{FF2B5EF4-FFF2-40B4-BE49-F238E27FC236}">
                <a16:creationId xmlns:a16="http://schemas.microsoft.com/office/drawing/2014/main" id="{86F971E6-1A23-A54E-5D4E-A43D51D80753}"/>
              </a:ext>
            </a:extLst>
          </p:cNvPr>
          <p:cNvGrpSpPr/>
          <p:nvPr/>
        </p:nvGrpSpPr>
        <p:grpSpPr>
          <a:xfrm>
            <a:off x="3269993" y="2836603"/>
            <a:ext cx="2159884" cy="718362"/>
            <a:chOff x="4242458" y="2923559"/>
            <a:chExt cx="2159884" cy="718362"/>
          </a:xfrm>
          <a:solidFill>
            <a:srgbClr val="191246"/>
          </a:solidFill>
        </p:grpSpPr>
        <p:sp>
          <p:nvSpPr>
            <p:cNvPr id="7" name="Freeform: Shape 137">
              <a:extLst>
                <a:ext uri="{FF2B5EF4-FFF2-40B4-BE49-F238E27FC236}">
                  <a16:creationId xmlns:a16="http://schemas.microsoft.com/office/drawing/2014/main" id="{353F6807-9D4B-5925-35C5-152B5F2E3DB3}"/>
                </a:ext>
              </a:extLst>
            </p:cNvPr>
            <p:cNvSpPr/>
            <p:nvPr/>
          </p:nvSpPr>
          <p:spPr>
            <a:xfrm>
              <a:off x="5789657" y="2923559"/>
              <a:ext cx="612685" cy="673912"/>
            </a:xfrm>
            <a:custGeom>
              <a:avLst/>
              <a:gdLst>
                <a:gd name="connsiteX0" fmla="*/ 612234 w 612685"/>
                <a:gd name="connsiteY0" fmla="*/ 300350 h 673912"/>
                <a:gd name="connsiteX1" fmla="*/ 600021 w 612685"/>
                <a:gd name="connsiteY1" fmla="*/ 281188 h 673912"/>
                <a:gd name="connsiteX2" fmla="*/ 566798 w 612685"/>
                <a:gd name="connsiteY2" fmla="*/ 211642 h 673912"/>
                <a:gd name="connsiteX3" fmla="*/ 517579 w 612685"/>
                <a:gd name="connsiteY3" fmla="*/ 154045 h 673912"/>
                <a:gd name="connsiteX4" fmla="*/ 557084 w 612685"/>
                <a:gd name="connsiteY4" fmla="*/ 160701 h 673912"/>
                <a:gd name="connsiteX5" fmla="*/ 559694 w 612685"/>
                <a:gd name="connsiteY5" fmla="*/ 152381 h 673912"/>
                <a:gd name="connsiteX6" fmla="*/ 339866 w 612685"/>
                <a:gd name="connsiteY6" fmla="*/ 42529 h 673912"/>
                <a:gd name="connsiteX7" fmla="*/ 347389 w 612685"/>
                <a:gd name="connsiteY7" fmla="*/ 30890 h 673912"/>
                <a:gd name="connsiteX8" fmla="*/ 357539 w 612685"/>
                <a:gd name="connsiteY8" fmla="*/ 5175 h 673912"/>
                <a:gd name="connsiteX9" fmla="*/ 355519 w 612685"/>
                <a:gd name="connsiteY9" fmla="*/ 11 h 673912"/>
                <a:gd name="connsiteX10" fmla="*/ 333345 w 612685"/>
                <a:gd name="connsiteY10" fmla="*/ 4694 h 673912"/>
                <a:gd name="connsiteX11" fmla="*/ 251716 w 612685"/>
                <a:gd name="connsiteY11" fmla="*/ 31362 h 673912"/>
                <a:gd name="connsiteX12" fmla="*/ 167245 w 612685"/>
                <a:gd name="connsiteY12" fmla="*/ 72525 h 673912"/>
                <a:gd name="connsiteX13" fmla="*/ 169993 w 612685"/>
                <a:gd name="connsiteY13" fmla="*/ 56614 h 673912"/>
                <a:gd name="connsiteX14" fmla="*/ 174563 w 612685"/>
                <a:gd name="connsiteY14" fmla="*/ 38378 h 673912"/>
                <a:gd name="connsiteX15" fmla="*/ 166116 w 612685"/>
                <a:gd name="connsiteY15" fmla="*/ 36885 h 673912"/>
                <a:gd name="connsiteX16" fmla="*/ 131455 w 612685"/>
                <a:gd name="connsiteY16" fmla="*/ 89525 h 673912"/>
                <a:gd name="connsiteX17" fmla="*/ 129187 w 612685"/>
                <a:gd name="connsiteY17" fmla="*/ 93711 h 673912"/>
                <a:gd name="connsiteX18" fmla="*/ 124017 w 612685"/>
                <a:gd name="connsiteY18" fmla="*/ 93102 h 673912"/>
                <a:gd name="connsiteX19" fmla="*/ 112301 w 612685"/>
                <a:gd name="connsiteY19" fmla="*/ 92270 h 673912"/>
                <a:gd name="connsiteX20" fmla="*/ 108493 w 612685"/>
                <a:gd name="connsiteY20" fmla="*/ 96070 h 673912"/>
                <a:gd name="connsiteX21" fmla="*/ 924 w 612685"/>
                <a:gd name="connsiteY21" fmla="*/ 353076 h 673912"/>
                <a:gd name="connsiteX22" fmla="*/ 2832 w 612685"/>
                <a:gd name="connsiteY22" fmla="*/ 386820 h 673912"/>
                <a:gd name="connsiteX23" fmla="*/ 2669 w 612685"/>
                <a:gd name="connsiteY23" fmla="*/ 387909 h 673912"/>
                <a:gd name="connsiteX24" fmla="*/ 7967 w 612685"/>
                <a:gd name="connsiteY24" fmla="*/ 389350 h 673912"/>
                <a:gd name="connsiteX25" fmla="*/ 26307 w 612685"/>
                <a:gd name="connsiteY25" fmla="*/ 356258 h 673912"/>
                <a:gd name="connsiteX26" fmla="*/ 37510 w 612685"/>
                <a:gd name="connsiteY26" fmla="*/ 444477 h 673912"/>
                <a:gd name="connsiteX27" fmla="*/ 54627 w 612685"/>
                <a:gd name="connsiteY27" fmla="*/ 493558 h 673912"/>
                <a:gd name="connsiteX28" fmla="*/ 80687 w 612685"/>
                <a:gd name="connsiteY28" fmla="*/ 553325 h 673912"/>
                <a:gd name="connsiteX29" fmla="*/ 99780 w 612685"/>
                <a:gd name="connsiteY29" fmla="*/ 588664 h 673912"/>
                <a:gd name="connsiteX30" fmla="*/ 119533 w 612685"/>
                <a:gd name="connsiteY30" fmla="*/ 611275 h 673912"/>
                <a:gd name="connsiteX31" fmla="*/ 124385 w 612685"/>
                <a:gd name="connsiteY31" fmla="*/ 608676 h 673912"/>
                <a:gd name="connsiteX32" fmla="*/ 128827 w 612685"/>
                <a:gd name="connsiteY32" fmla="*/ 598563 h 673912"/>
                <a:gd name="connsiteX33" fmla="*/ 130547 w 612685"/>
                <a:gd name="connsiteY33" fmla="*/ 587524 h 673912"/>
                <a:gd name="connsiteX34" fmla="*/ 139611 w 612685"/>
                <a:gd name="connsiteY34" fmla="*/ 606891 h 673912"/>
                <a:gd name="connsiteX35" fmla="*/ 154160 w 612685"/>
                <a:gd name="connsiteY35" fmla="*/ 625993 h 673912"/>
                <a:gd name="connsiteX36" fmla="*/ 157429 w 612685"/>
                <a:gd name="connsiteY36" fmla="*/ 625144 h 673912"/>
                <a:gd name="connsiteX37" fmla="*/ 161434 w 612685"/>
                <a:gd name="connsiteY37" fmla="*/ 621602 h 673912"/>
                <a:gd name="connsiteX38" fmla="*/ 171182 w 612685"/>
                <a:gd name="connsiteY38" fmla="*/ 580010 h 673912"/>
                <a:gd name="connsiteX39" fmla="*/ 189848 w 612685"/>
                <a:gd name="connsiteY39" fmla="*/ 599215 h 673912"/>
                <a:gd name="connsiteX40" fmla="*/ 221856 w 612685"/>
                <a:gd name="connsiteY40" fmla="*/ 621181 h 673912"/>
                <a:gd name="connsiteX41" fmla="*/ 227102 w 612685"/>
                <a:gd name="connsiteY41" fmla="*/ 614337 h 673912"/>
                <a:gd name="connsiteX42" fmla="*/ 201016 w 612685"/>
                <a:gd name="connsiteY42" fmla="*/ 588012 h 673912"/>
                <a:gd name="connsiteX43" fmla="*/ 139208 w 612685"/>
                <a:gd name="connsiteY43" fmla="*/ 511021 h 673912"/>
                <a:gd name="connsiteX44" fmla="*/ 138532 w 612685"/>
                <a:gd name="connsiteY44" fmla="*/ 509949 h 673912"/>
                <a:gd name="connsiteX45" fmla="*/ 129572 w 612685"/>
                <a:gd name="connsiteY45" fmla="*/ 499613 h 673912"/>
                <a:gd name="connsiteX46" fmla="*/ 123119 w 612685"/>
                <a:gd name="connsiteY46" fmla="*/ 503327 h 673912"/>
                <a:gd name="connsiteX47" fmla="*/ 123555 w 612685"/>
                <a:gd name="connsiteY47" fmla="*/ 507745 h 673912"/>
                <a:gd name="connsiteX48" fmla="*/ 63313 w 612685"/>
                <a:gd name="connsiteY48" fmla="*/ 478264 h 673912"/>
                <a:gd name="connsiteX49" fmla="*/ 73524 w 612685"/>
                <a:gd name="connsiteY49" fmla="*/ 412801 h 673912"/>
                <a:gd name="connsiteX50" fmla="*/ 93413 w 612685"/>
                <a:gd name="connsiteY50" fmla="*/ 406771 h 673912"/>
                <a:gd name="connsiteX51" fmla="*/ 105189 w 612685"/>
                <a:gd name="connsiteY51" fmla="*/ 406900 h 673912"/>
                <a:gd name="connsiteX52" fmla="*/ 118728 w 612685"/>
                <a:gd name="connsiteY52" fmla="*/ 407732 h 673912"/>
                <a:gd name="connsiteX53" fmla="*/ 154639 w 612685"/>
                <a:gd name="connsiteY53" fmla="*/ 461229 h 673912"/>
                <a:gd name="connsiteX54" fmla="*/ 164918 w 612685"/>
                <a:gd name="connsiteY54" fmla="*/ 458527 h 673912"/>
                <a:gd name="connsiteX55" fmla="*/ 166809 w 612685"/>
                <a:gd name="connsiteY55" fmla="*/ 428266 h 673912"/>
                <a:gd name="connsiteX56" fmla="*/ 181332 w 612685"/>
                <a:gd name="connsiteY56" fmla="*/ 441261 h 673912"/>
                <a:gd name="connsiteX57" fmla="*/ 189951 w 612685"/>
                <a:gd name="connsiteY57" fmla="*/ 436303 h 673912"/>
                <a:gd name="connsiteX58" fmla="*/ 200862 w 612685"/>
                <a:gd name="connsiteY58" fmla="*/ 361285 h 673912"/>
                <a:gd name="connsiteX59" fmla="*/ 228138 w 612685"/>
                <a:gd name="connsiteY59" fmla="*/ 289140 h 673912"/>
                <a:gd name="connsiteX60" fmla="*/ 250920 w 612685"/>
                <a:gd name="connsiteY60" fmla="*/ 315438 h 673912"/>
                <a:gd name="connsiteX61" fmla="*/ 260574 w 612685"/>
                <a:gd name="connsiteY61" fmla="*/ 309803 h 673912"/>
                <a:gd name="connsiteX62" fmla="*/ 247779 w 612685"/>
                <a:gd name="connsiteY62" fmla="*/ 233395 h 673912"/>
                <a:gd name="connsiteX63" fmla="*/ 278914 w 612685"/>
                <a:gd name="connsiteY63" fmla="*/ 337817 h 673912"/>
                <a:gd name="connsiteX64" fmla="*/ 289406 w 612685"/>
                <a:gd name="connsiteY64" fmla="*/ 339189 h 673912"/>
                <a:gd name="connsiteX65" fmla="*/ 307927 w 612685"/>
                <a:gd name="connsiteY65" fmla="*/ 249186 h 673912"/>
                <a:gd name="connsiteX66" fmla="*/ 325719 w 612685"/>
                <a:gd name="connsiteY66" fmla="*/ 288642 h 673912"/>
                <a:gd name="connsiteX67" fmla="*/ 337461 w 612685"/>
                <a:gd name="connsiteY67" fmla="*/ 287047 h 673912"/>
                <a:gd name="connsiteX68" fmla="*/ 338231 w 612685"/>
                <a:gd name="connsiteY68" fmla="*/ 241766 h 673912"/>
                <a:gd name="connsiteX69" fmla="*/ 508251 w 612685"/>
                <a:gd name="connsiteY69" fmla="*/ 326211 h 673912"/>
                <a:gd name="connsiteX70" fmla="*/ 519137 w 612685"/>
                <a:gd name="connsiteY70" fmla="*/ 374228 h 673912"/>
                <a:gd name="connsiteX71" fmla="*/ 528962 w 612685"/>
                <a:gd name="connsiteY71" fmla="*/ 470090 h 673912"/>
                <a:gd name="connsiteX72" fmla="*/ 447718 w 612685"/>
                <a:gd name="connsiteY72" fmla="*/ 638499 h 673912"/>
                <a:gd name="connsiteX73" fmla="*/ 353799 w 612685"/>
                <a:gd name="connsiteY73" fmla="*/ 660183 h 673912"/>
                <a:gd name="connsiteX74" fmla="*/ 318453 w 612685"/>
                <a:gd name="connsiteY74" fmla="*/ 657387 h 673912"/>
                <a:gd name="connsiteX75" fmla="*/ 317315 w 612685"/>
                <a:gd name="connsiteY75" fmla="*/ 665827 h 673912"/>
                <a:gd name="connsiteX76" fmla="*/ 382264 w 612685"/>
                <a:gd name="connsiteY76" fmla="*/ 673710 h 673912"/>
                <a:gd name="connsiteX77" fmla="*/ 513873 w 612685"/>
                <a:gd name="connsiteY77" fmla="*/ 590517 h 673912"/>
                <a:gd name="connsiteX78" fmla="*/ 542937 w 612685"/>
                <a:gd name="connsiteY78" fmla="*/ 492177 h 673912"/>
                <a:gd name="connsiteX79" fmla="*/ 539600 w 612685"/>
                <a:gd name="connsiteY79" fmla="*/ 392995 h 673912"/>
                <a:gd name="connsiteX80" fmla="*/ 524503 w 612685"/>
                <a:gd name="connsiteY80" fmla="*/ 328399 h 673912"/>
                <a:gd name="connsiteX81" fmla="*/ 576614 w 612685"/>
                <a:gd name="connsiteY81" fmla="*/ 327155 h 673912"/>
                <a:gd name="connsiteX82" fmla="*/ 576614 w 612685"/>
                <a:gd name="connsiteY82" fmla="*/ 319796 h 673912"/>
                <a:gd name="connsiteX83" fmla="*/ 559977 w 612685"/>
                <a:gd name="connsiteY83" fmla="*/ 306689 h 673912"/>
                <a:gd name="connsiteX84" fmla="*/ 534379 w 612685"/>
                <a:gd name="connsiteY84" fmla="*/ 280820 h 673912"/>
                <a:gd name="connsiteX85" fmla="*/ 589221 w 612685"/>
                <a:gd name="connsiteY85" fmla="*/ 302984 h 673912"/>
                <a:gd name="connsiteX86" fmla="*/ 609649 w 612685"/>
                <a:gd name="connsiteY86" fmla="*/ 304699 h 673912"/>
                <a:gd name="connsiteX87" fmla="*/ 612234 w 612685"/>
                <a:gd name="connsiteY87" fmla="*/ 300350 h 67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12685" h="673912">
                  <a:moveTo>
                    <a:pt x="612234" y="300350"/>
                  </a:moveTo>
                  <a:cubicBezTo>
                    <a:pt x="608391" y="293814"/>
                    <a:pt x="603812" y="287784"/>
                    <a:pt x="600021" y="281188"/>
                  </a:cubicBezTo>
                  <a:cubicBezTo>
                    <a:pt x="587440" y="258715"/>
                    <a:pt x="580645" y="233481"/>
                    <a:pt x="566798" y="211642"/>
                  </a:cubicBezTo>
                  <a:cubicBezTo>
                    <a:pt x="553284" y="190345"/>
                    <a:pt x="537392" y="169947"/>
                    <a:pt x="517579" y="154045"/>
                  </a:cubicBezTo>
                  <a:cubicBezTo>
                    <a:pt x="530802" y="155915"/>
                    <a:pt x="543613" y="160675"/>
                    <a:pt x="557084" y="160701"/>
                  </a:cubicBezTo>
                  <a:cubicBezTo>
                    <a:pt x="561885" y="160710"/>
                    <a:pt x="562758" y="154611"/>
                    <a:pt x="559694" y="152381"/>
                  </a:cubicBezTo>
                  <a:cubicBezTo>
                    <a:pt x="521114" y="74077"/>
                    <a:pt x="425004" y="28780"/>
                    <a:pt x="339866" y="42529"/>
                  </a:cubicBezTo>
                  <a:cubicBezTo>
                    <a:pt x="342810" y="38807"/>
                    <a:pt x="345258" y="34587"/>
                    <a:pt x="347389" y="30890"/>
                  </a:cubicBezTo>
                  <a:cubicBezTo>
                    <a:pt x="351882" y="22904"/>
                    <a:pt x="357188" y="14524"/>
                    <a:pt x="357539" y="5175"/>
                  </a:cubicBezTo>
                  <a:cubicBezTo>
                    <a:pt x="359388" y="3433"/>
                    <a:pt x="358241" y="97"/>
                    <a:pt x="355519" y="11"/>
                  </a:cubicBezTo>
                  <a:cubicBezTo>
                    <a:pt x="348296" y="-203"/>
                    <a:pt x="340260" y="2781"/>
                    <a:pt x="333345" y="4694"/>
                  </a:cubicBezTo>
                  <a:cubicBezTo>
                    <a:pt x="305744" y="12345"/>
                    <a:pt x="278965" y="22604"/>
                    <a:pt x="251716" y="31362"/>
                  </a:cubicBezTo>
                  <a:cubicBezTo>
                    <a:pt x="221257" y="41243"/>
                    <a:pt x="192244" y="52368"/>
                    <a:pt x="167245" y="72525"/>
                  </a:cubicBezTo>
                  <a:cubicBezTo>
                    <a:pt x="169590" y="67764"/>
                    <a:pt x="169128" y="61786"/>
                    <a:pt x="169993" y="56614"/>
                  </a:cubicBezTo>
                  <a:cubicBezTo>
                    <a:pt x="171037" y="50412"/>
                    <a:pt x="172629" y="44348"/>
                    <a:pt x="174563" y="38378"/>
                  </a:cubicBezTo>
                  <a:cubicBezTo>
                    <a:pt x="176326" y="32597"/>
                    <a:pt x="167228" y="31139"/>
                    <a:pt x="166116" y="36885"/>
                  </a:cubicBezTo>
                  <a:cubicBezTo>
                    <a:pt x="149846" y="50729"/>
                    <a:pt x="139876" y="70209"/>
                    <a:pt x="131455" y="89525"/>
                  </a:cubicBezTo>
                  <a:cubicBezTo>
                    <a:pt x="130873" y="90906"/>
                    <a:pt x="130308" y="93239"/>
                    <a:pt x="129187" y="93711"/>
                  </a:cubicBezTo>
                  <a:cubicBezTo>
                    <a:pt x="128356" y="94063"/>
                    <a:pt x="124685" y="93179"/>
                    <a:pt x="124017" y="93102"/>
                  </a:cubicBezTo>
                  <a:cubicBezTo>
                    <a:pt x="120106" y="92647"/>
                    <a:pt x="116238" y="92399"/>
                    <a:pt x="112301" y="92270"/>
                  </a:cubicBezTo>
                  <a:cubicBezTo>
                    <a:pt x="109913" y="92193"/>
                    <a:pt x="108570" y="94106"/>
                    <a:pt x="108493" y="96070"/>
                  </a:cubicBezTo>
                  <a:cubicBezTo>
                    <a:pt x="28250" y="132824"/>
                    <a:pt x="5057" y="273323"/>
                    <a:pt x="924" y="353076"/>
                  </a:cubicBezTo>
                  <a:cubicBezTo>
                    <a:pt x="393" y="363223"/>
                    <a:pt x="-1644" y="377316"/>
                    <a:pt x="2832" y="386820"/>
                  </a:cubicBezTo>
                  <a:cubicBezTo>
                    <a:pt x="2781" y="387180"/>
                    <a:pt x="2721" y="387540"/>
                    <a:pt x="2669" y="387909"/>
                  </a:cubicBezTo>
                  <a:cubicBezTo>
                    <a:pt x="2284" y="390834"/>
                    <a:pt x="6666" y="391615"/>
                    <a:pt x="7967" y="389350"/>
                  </a:cubicBezTo>
                  <a:cubicBezTo>
                    <a:pt x="14266" y="378414"/>
                    <a:pt x="19341" y="366817"/>
                    <a:pt x="26307" y="356258"/>
                  </a:cubicBezTo>
                  <a:cubicBezTo>
                    <a:pt x="21027" y="386039"/>
                    <a:pt x="31870" y="415374"/>
                    <a:pt x="37510" y="444477"/>
                  </a:cubicBezTo>
                  <a:cubicBezTo>
                    <a:pt x="35396" y="462576"/>
                    <a:pt x="42123" y="480494"/>
                    <a:pt x="54627" y="493558"/>
                  </a:cubicBezTo>
                  <a:cubicBezTo>
                    <a:pt x="62038" y="513963"/>
                    <a:pt x="71127" y="533880"/>
                    <a:pt x="80687" y="553325"/>
                  </a:cubicBezTo>
                  <a:cubicBezTo>
                    <a:pt x="86592" y="565334"/>
                    <a:pt x="92788" y="577248"/>
                    <a:pt x="99780" y="588664"/>
                  </a:cubicBezTo>
                  <a:cubicBezTo>
                    <a:pt x="105087" y="597336"/>
                    <a:pt x="111043" y="605485"/>
                    <a:pt x="119533" y="611275"/>
                  </a:cubicBezTo>
                  <a:cubicBezTo>
                    <a:pt x="121655" y="612724"/>
                    <a:pt x="124146" y="610846"/>
                    <a:pt x="124385" y="608676"/>
                  </a:cubicBezTo>
                  <a:cubicBezTo>
                    <a:pt x="127663" y="606840"/>
                    <a:pt x="128151" y="602620"/>
                    <a:pt x="128827" y="598563"/>
                  </a:cubicBezTo>
                  <a:cubicBezTo>
                    <a:pt x="129418" y="595055"/>
                    <a:pt x="130188" y="591280"/>
                    <a:pt x="130547" y="587524"/>
                  </a:cubicBezTo>
                  <a:cubicBezTo>
                    <a:pt x="133123" y="594188"/>
                    <a:pt x="136110" y="600647"/>
                    <a:pt x="139611" y="606891"/>
                  </a:cubicBezTo>
                  <a:cubicBezTo>
                    <a:pt x="143051" y="613041"/>
                    <a:pt x="147441" y="622983"/>
                    <a:pt x="154160" y="625993"/>
                  </a:cubicBezTo>
                  <a:cubicBezTo>
                    <a:pt x="155426" y="626560"/>
                    <a:pt x="156787" y="626131"/>
                    <a:pt x="157429" y="625144"/>
                  </a:cubicBezTo>
                  <a:cubicBezTo>
                    <a:pt x="159252" y="625101"/>
                    <a:pt x="161169" y="623909"/>
                    <a:pt x="161434" y="621602"/>
                  </a:cubicBezTo>
                  <a:cubicBezTo>
                    <a:pt x="162975" y="607363"/>
                    <a:pt x="166364" y="593485"/>
                    <a:pt x="171182" y="580010"/>
                  </a:cubicBezTo>
                  <a:cubicBezTo>
                    <a:pt x="177139" y="586666"/>
                    <a:pt x="183352" y="593090"/>
                    <a:pt x="189848" y="599215"/>
                  </a:cubicBezTo>
                  <a:cubicBezTo>
                    <a:pt x="199151" y="607989"/>
                    <a:pt x="208993" y="618866"/>
                    <a:pt x="221856" y="621181"/>
                  </a:cubicBezTo>
                  <a:cubicBezTo>
                    <a:pt x="225878" y="621911"/>
                    <a:pt x="229036" y="618119"/>
                    <a:pt x="227102" y="614337"/>
                  </a:cubicBezTo>
                  <a:cubicBezTo>
                    <a:pt x="221419" y="603229"/>
                    <a:pt x="210045" y="596478"/>
                    <a:pt x="201016" y="588012"/>
                  </a:cubicBezTo>
                  <a:cubicBezTo>
                    <a:pt x="176831" y="565471"/>
                    <a:pt x="156710" y="539001"/>
                    <a:pt x="139208" y="511021"/>
                  </a:cubicBezTo>
                  <a:cubicBezTo>
                    <a:pt x="139029" y="510635"/>
                    <a:pt x="138798" y="510275"/>
                    <a:pt x="138532" y="509949"/>
                  </a:cubicBezTo>
                  <a:cubicBezTo>
                    <a:pt x="136042" y="506003"/>
                    <a:pt x="133303" y="501861"/>
                    <a:pt x="129572" y="499613"/>
                  </a:cubicBezTo>
                  <a:cubicBezTo>
                    <a:pt x="126653" y="497855"/>
                    <a:pt x="123290" y="500154"/>
                    <a:pt x="123119" y="503327"/>
                  </a:cubicBezTo>
                  <a:cubicBezTo>
                    <a:pt x="123042" y="504785"/>
                    <a:pt x="123213" y="506269"/>
                    <a:pt x="123555" y="507745"/>
                  </a:cubicBezTo>
                  <a:cubicBezTo>
                    <a:pt x="100516" y="508457"/>
                    <a:pt x="77871" y="495668"/>
                    <a:pt x="63313" y="478264"/>
                  </a:cubicBezTo>
                  <a:cubicBezTo>
                    <a:pt x="47498" y="458664"/>
                    <a:pt x="50365" y="425633"/>
                    <a:pt x="73524" y="412801"/>
                  </a:cubicBezTo>
                  <a:cubicBezTo>
                    <a:pt x="79634" y="409413"/>
                    <a:pt x="86455" y="407371"/>
                    <a:pt x="93413" y="406771"/>
                  </a:cubicBezTo>
                  <a:cubicBezTo>
                    <a:pt x="97324" y="406436"/>
                    <a:pt x="101287" y="406428"/>
                    <a:pt x="105189" y="406900"/>
                  </a:cubicBezTo>
                  <a:cubicBezTo>
                    <a:pt x="109640" y="407440"/>
                    <a:pt x="114364" y="406985"/>
                    <a:pt x="118728" y="407732"/>
                  </a:cubicBezTo>
                  <a:cubicBezTo>
                    <a:pt x="125832" y="428034"/>
                    <a:pt x="135092" y="450181"/>
                    <a:pt x="154639" y="461229"/>
                  </a:cubicBezTo>
                  <a:cubicBezTo>
                    <a:pt x="157908" y="463022"/>
                    <a:pt x="163223" y="462336"/>
                    <a:pt x="164918" y="458527"/>
                  </a:cubicBezTo>
                  <a:cubicBezTo>
                    <a:pt x="169188" y="448963"/>
                    <a:pt x="169000" y="438405"/>
                    <a:pt x="166809" y="428266"/>
                  </a:cubicBezTo>
                  <a:cubicBezTo>
                    <a:pt x="171020" y="433018"/>
                    <a:pt x="175769" y="437401"/>
                    <a:pt x="181332" y="441261"/>
                  </a:cubicBezTo>
                  <a:cubicBezTo>
                    <a:pt x="184670" y="443577"/>
                    <a:pt x="190464" y="440549"/>
                    <a:pt x="189951" y="436303"/>
                  </a:cubicBezTo>
                  <a:cubicBezTo>
                    <a:pt x="186844" y="410665"/>
                    <a:pt x="188136" y="384307"/>
                    <a:pt x="200862" y="361285"/>
                  </a:cubicBezTo>
                  <a:cubicBezTo>
                    <a:pt x="215951" y="335415"/>
                    <a:pt x="228566" y="321159"/>
                    <a:pt x="228138" y="289140"/>
                  </a:cubicBezTo>
                  <a:cubicBezTo>
                    <a:pt x="235438" y="298146"/>
                    <a:pt x="243226" y="306784"/>
                    <a:pt x="250920" y="315438"/>
                  </a:cubicBezTo>
                  <a:cubicBezTo>
                    <a:pt x="255036" y="320070"/>
                    <a:pt x="261626" y="315061"/>
                    <a:pt x="260574" y="309803"/>
                  </a:cubicBezTo>
                  <a:cubicBezTo>
                    <a:pt x="255302" y="284448"/>
                    <a:pt x="247223" y="259616"/>
                    <a:pt x="247779" y="233395"/>
                  </a:cubicBezTo>
                  <a:cubicBezTo>
                    <a:pt x="273043" y="260534"/>
                    <a:pt x="271768" y="303147"/>
                    <a:pt x="278914" y="337817"/>
                  </a:cubicBezTo>
                  <a:cubicBezTo>
                    <a:pt x="279736" y="342423"/>
                    <a:pt x="287507" y="343701"/>
                    <a:pt x="289406" y="339189"/>
                  </a:cubicBezTo>
                  <a:cubicBezTo>
                    <a:pt x="301148" y="311338"/>
                    <a:pt x="307541" y="279910"/>
                    <a:pt x="307927" y="249186"/>
                  </a:cubicBezTo>
                  <a:cubicBezTo>
                    <a:pt x="314525" y="262052"/>
                    <a:pt x="320653" y="275184"/>
                    <a:pt x="325719" y="288642"/>
                  </a:cubicBezTo>
                  <a:cubicBezTo>
                    <a:pt x="328030" y="294784"/>
                    <a:pt x="337256" y="294132"/>
                    <a:pt x="337461" y="287047"/>
                  </a:cubicBezTo>
                  <a:cubicBezTo>
                    <a:pt x="337889" y="271976"/>
                    <a:pt x="338240" y="256871"/>
                    <a:pt x="338231" y="241766"/>
                  </a:cubicBezTo>
                  <a:cubicBezTo>
                    <a:pt x="377266" y="295873"/>
                    <a:pt x="445835" y="315052"/>
                    <a:pt x="508251" y="326211"/>
                  </a:cubicBezTo>
                  <a:cubicBezTo>
                    <a:pt x="510407" y="342491"/>
                    <a:pt x="515294" y="358300"/>
                    <a:pt x="519137" y="374228"/>
                  </a:cubicBezTo>
                  <a:cubicBezTo>
                    <a:pt x="526856" y="405905"/>
                    <a:pt x="530519" y="437444"/>
                    <a:pt x="528962" y="470090"/>
                  </a:cubicBezTo>
                  <a:cubicBezTo>
                    <a:pt x="526266" y="533957"/>
                    <a:pt x="504956" y="603469"/>
                    <a:pt x="447718" y="638499"/>
                  </a:cubicBezTo>
                  <a:cubicBezTo>
                    <a:pt x="418543" y="657953"/>
                    <a:pt x="388015" y="661341"/>
                    <a:pt x="353799" y="660183"/>
                  </a:cubicBezTo>
                  <a:cubicBezTo>
                    <a:pt x="341929" y="659840"/>
                    <a:pt x="330289" y="658013"/>
                    <a:pt x="318453" y="657387"/>
                  </a:cubicBezTo>
                  <a:cubicBezTo>
                    <a:pt x="313310" y="657112"/>
                    <a:pt x="313070" y="664215"/>
                    <a:pt x="317315" y="665827"/>
                  </a:cubicBezTo>
                  <a:cubicBezTo>
                    <a:pt x="337393" y="673470"/>
                    <a:pt x="360971" y="674447"/>
                    <a:pt x="382264" y="673710"/>
                  </a:cubicBezTo>
                  <a:cubicBezTo>
                    <a:pt x="436977" y="672629"/>
                    <a:pt x="487428" y="637539"/>
                    <a:pt x="513873" y="590517"/>
                  </a:cubicBezTo>
                  <a:cubicBezTo>
                    <a:pt x="530528" y="560342"/>
                    <a:pt x="539060" y="526238"/>
                    <a:pt x="542937" y="492177"/>
                  </a:cubicBezTo>
                  <a:cubicBezTo>
                    <a:pt x="546677" y="459325"/>
                    <a:pt x="545950" y="425495"/>
                    <a:pt x="539600" y="392995"/>
                  </a:cubicBezTo>
                  <a:cubicBezTo>
                    <a:pt x="535389" y="371269"/>
                    <a:pt x="528594" y="350151"/>
                    <a:pt x="524503" y="328399"/>
                  </a:cubicBezTo>
                  <a:cubicBezTo>
                    <a:pt x="541927" y="330243"/>
                    <a:pt x="559489" y="330337"/>
                    <a:pt x="576614" y="327155"/>
                  </a:cubicBezTo>
                  <a:cubicBezTo>
                    <a:pt x="580619" y="326409"/>
                    <a:pt x="579926" y="320868"/>
                    <a:pt x="576614" y="319796"/>
                  </a:cubicBezTo>
                  <a:cubicBezTo>
                    <a:pt x="572498" y="314357"/>
                    <a:pt x="565163" y="310772"/>
                    <a:pt x="559977" y="306689"/>
                  </a:cubicBezTo>
                  <a:cubicBezTo>
                    <a:pt x="550426" y="298987"/>
                    <a:pt x="541457" y="291147"/>
                    <a:pt x="534379" y="280820"/>
                  </a:cubicBezTo>
                  <a:cubicBezTo>
                    <a:pt x="552471" y="289980"/>
                    <a:pt x="569708" y="298069"/>
                    <a:pt x="589221" y="302984"/>
                  </a:cubicBezTo>
                  <a:cubicBezTo>
                    <a:pt x="595408" y="304605"/>
                    <a:pt x="603333" y="306989"/>
                    <a:pt x="609649" y="304699"/>
                  </a:cubicBezTo>
                  <a:cubicBezTo>
                    <a:pt x="611772" y="304605"/>
                    <a:pt x="613552" y="302589"/>
                    <a:pt x="612234" y="300350"/>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stretch>
                <a:fillRect l="-212069" r="-6185"/>
              </a:stretch>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37" name="Freeform: Shape 136">
              <a:extLst>
                <a:ext uri="{FF2B5EF4-FFF2-40B4-BE49-F238E27FC236}">
                  <a16:creationId xmlns:a16="http://schemas.microsoft.com/office/drawing/2014/main" id="{9E7C8D9E-2211-3FF0-FECC-2A50A345DD07}"/>
                </a:ext>
              </a:extLst>
            </p:cNvPr>
            <p:cNvSpPr/>
            <p:nvPr/>
          </p:nvSpPr>
          <p:spPr>
            <a:xfrm>
              <a:off x="4319950" y="3387106"/>
              <a:ext cx="46831" cy="43944"/>
            </a:xfrm>
            <a:custGeom>
              <a:avLst/>
              <a:gdLst>
                <a:gd name="connsiteX0" fmla="*/ 2570 w 46831"/>
                <a:gd name="connsiteY0" fmla="*/ 1474 h 43944"/>
                <a:gd name="connsiteX1" fmla="*/ 3828 w 46831"/>
                <a:gd name="connsiteY1" fmla="*/ 11150 h 43944"/>
                <a:gd name="connsiteX2" fmla="*/ 14740 w 46831"/>
                <a:gd name="connsiteY2" fmla="*/ 13569 h 43944"/>
                <a:gd name="connsiteX3" fmla="*/ 24522 w 46831"/>
                <a:gd name="connsiteY3" fmla="*/ 22206 h 43944"/>
                <a:gd name="connsiteX4" fmla="*/ 30444 w 46831"/>
                <a:gd name="connsiteY4" fmla="*/ 32285 h 43944"/>
                <a:gd name="connsiteX5" fmla="*/ 35802 w 46831"/>
                <a:gd name="connsiteY5" fmla="*/ 42312 h 43944"/>
                <a:gd name="connsiteX6" fmla="*/ 44873 w 46831"/>
                <a:gd name="connsiteY6" fmla="*/ 41137 h 43944"/>
                <a:gd name="connsiteX7" fmla="*/ 33303 w 46831"/>
                <a:gd name="connsiteY7" fmla="*/ 10875 h 43944"/>
                <a:gd name="connsiteX8" fmla="*/ 2570 w 46831"/>
                <a:gd name="connsiteY8" fmla="*/ 1474 h 4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831" h="43944">
                  <a:moveTo>
                    <a:pt x="2570" y="1474"/>
                  </a:moveTo>
                  <a:cubicBezTo>
                    <a:pt x="-1547" y="3310"/>
                    <a:pt x="-417" y="10283"/>
                    <a:pt x="3828" y="11150"/>
                  </a:cubicBezTo>
                  <a:cubicBezTo>
                    <a:pt x="7696" y="11939"/>
                    <a:pt x="11145" y="11613"/>
                    <a:pt x="14740" y="13569"/>
                  </a:cubicBezTo>
                  <a:cubicBezTo>
                    <a:pt x="18514" y="15619"/>
                    <a:pt x="21817" y="18895"/>
                    <a:pt x="24522" y="22206"/>
                  </a:cubicBezTo>
                  <a:cubicBezTo>
                    <a:pt x="26978" y="25208"/>
                    <a:pt x="29040" y="28665"/>
                    <a:pt x="30444" y="32285"/>
                  </a:cubicBezTo>
                  <a:cubicBezTo>
                    <a:pt x="32027" y="36350"/>
                    <a:pt x="32404" y="39292"/>
                    <a:pt x="35802" y="42312"/>
                  </a:cubicBezTo>
                  <a:cubicBezTo>
                    <a:pt x="38720" y="44902"/>
                    <a:pt x="42700" y="44336"/>
                    <a:pt x="44873" y="41137"/>
                  </a:cubicBezTo>
                  <a:cubicBezTo>
                    <a:pt x="51378" y="31564"/>
                    <a:pt x="40166" y="17437"/>
                    <a:pt x="33303" y="10875"/>
                  </a:cubicBezTo>
                  <a:cubicBezTo>
                    <a:pt x="25882" y="3756"/>
                    <a:pt x="12805" y="-3089"/>
                    <a:pt x="2570" y="1474"/>
                  </a:cubicBezTo>
                  <a:close/>
                </a:path>
              </a:pathLst>
            </a:custGeom>
            <a:solidFill>
              <a:srgbClr val="16180A"/>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38" name="Freeform: Shape 137">
              <a:extLst>
                <a:ext uri="{FF2B5EF4-FFF2-40B4-BE49-F238E27FC236}">
                  <a16:creationId xmlns:a16="http://schemas.microsoft.com/office/drawing/2014/main" id="{481E7613-5AEE-3C67-B017-11C05E8C36B8}"/>
                </a:ext>
              </a:extLst>
            </p:cNvPr>
            <p:cNvSpPr/>
            <p:nvPr/>
          </p:nvSpPr>
          <p:spPr>
            <a:xfrm>
              <a:off x="4242458" y="2968009"/>
              <a:ext cx="612685" cy="673912"/>
            </a:xfrm>
            <a:custGeom>
              <a:avLst/>
              <a:gdLst>
                <a:gd name="connsiteX0" fmla="*/ 612234 w 612685"/>
                <a:gd name="connsiteY0" fmla="*/ 300350 h 673912"/>
                <a:gd name="connsiteX1" fmla="*/ 600021 w 612685"/>
                <a:gd name="connsiteY1" fmla="*/ 281188 h 673912"/>
                <a:gd name="connsiteX2" fmla="*/ 566798 w 612685"/>
                <a:gd name="connsiteY2" fmla="*/ 211642 h 673912"/>
                <a:gd name="connsiteX3" fmla="*/ 517579 w 612685"/>
                <a:gd name="connsiteY3" fmla="*/ 154045 h 673912"/>
                <a:gd name="connsiteX4" fmla="*/ 557084 w 612685"/>
                <a:gd name="connsiteY4" fmla="*/ 160701 h 673912"/>
                <a:gd name="connsiteX5" fmla="*/ 559694 w 612685"/>
                <a:gd name="connsiteY5" fmla="*/ 152381 h 673912"/>
                <a:gd name="connsiteX6" fmla="*/ 339866 w 612685"/>
                <a:gd name="connsiteY6" fmla="*/ 42529 h 673912"/>
                <a:gd name="connsiteX7" fmla="*/ 347389 w 612685"/>
                <a:gd name="connsiteY7" fmla="*/ 30890 h 673912"/>
                <a:gd name="connsiteX8" fmla="*/ 357539 w 612685"/>
                <a:gd name="connsiteY8" fmla="*/ 5175 h 673912"/>
                <a:gd name="connsiteX9" fmla="*/ 355519 w 612685"/>
                <a:gd name="connsiteY9" fmla="*/ 11 h 673912"/>
                <a:gd name="connsiteX10" fmla="*/ 333345 w 612685"/>
                <a:gd name="connsiteY10" fmla="*/ 4694 h 673912"/>
                <a:gd name="connsiteX11" fmla="*/ 251716 w 612685"/>
                <a:gd name="connsiteY11" fmla="*/ 31362 h 673912"/>
                <a:gd name="connsiteX12" fmla="*/ 167245 w 612685"/>
                <a:gd name="connsiteY12" fmla="*/ 72525 h 673912"/>
                <a:gd name="connsiteX13" fmla="*/ 169993 w 612685"/>
                <a:gd name="connsiteY13" fmla="*/ 56614 h 673912"/>
                <a:gd name="connsiteX14" fmla="*/ 174563 w 612685"/>
                <a:gd name="connsiteY14" fmla="*/ 38378 h 673912"/>
                <a:gd name="connsiteX15" fmla="*/ 166116 w 612685"/>
                <a:gd name="connsiteY15" fmla="*/ 36885 h 673912"/>
                <a:gd name="connsiteX16" fmla="*/ 131455 w 612685"/>
                <a:gd name="connsiteY16" fmla="*/ 89525 h 673912"/>
                <a:gd name="connsiteX17" fmla="*/ 129187 w 612685"/>
                <a:gd name="connsiteY17" fmla="*/ 93711 h 673912"/>
                <a:gd name="connsiteX18" fmla="*/ 124017 w 612685"/>
                <a:gd name="connsiteY18" fmla="*/ 93102 h 673912"/>
                <a:gd name="connsiteX19" fmla="*/ 112301 w 612685"/>
                <a:gd name="connsiteY19" fmla="*/ 92270 h 673912"/>
                <a:gd name="connsiteX20" fmla="*/ 108493 w 612685"/>
                <a:gd name="connsiteY20" fmla="*/ 96070 h 673912"/>
                <a:gd name="connsiteX21" fmla="*/ 924 w 612685"/>
                <a:gd name="connsiteY21" fmla="*/ 353076 h 673912"/>
                <a:gd name="connsiteX22" fmla="*/ 2832 w 612685"/>
                <a:gd name="connsiteY22" fmla="*/ 386820 h 673912"/>
                <a:gd name="connsiteX23" fmla="*/ 2669 w 612685"/>
                <a:gd name="connsiteY23" fmla="*/ 387909 h 673912"/>
                <a:gd name="connsiteX24" fmla="*/ 7967 w 612685"/>
                <a:gd name="connsiteY24" fmla="*/ 389350 h 673912"/>
                <a:gd name="connsiteX25" fmla="*/ 26307 w 612685"/>
                <a:gd name="connsiteY25" fmla="*/ 356258 h 673912"/>
                <a:gd name="connsiteX26" fmla="*/ 37510 w 612685"/>
                <a:gd name="connsiteY26" fmla="*/ 444477 h 673912"/>
                <a:gd name="connsiteX27" fmla="*/ 54627 w 612685"/>
                <a:gd name="connsiteY27" fmla="*/ 493558 h 673912"/>
                <a:gd name="connsiteX28" fmla="*/ 80687 w 612685"/>
                <a:gd name="connsiteY28" fmla="*/ 553325 h 673912"/>
                <a:gd name="connsiteX29" fmla="*/ 99780 w 612685"/>
                <a:gd name="connsiteY29" fmla="*/ 588664 h 673912"/>
                <a:gd name="connsiteX30" fmla="*/ 119533 w 612685"/>
                <a:gd name="connsiteY30" fmla="*/ 611275 h 673912"/>
                <a:gd name="connsiteX31" fmla="*/ 124385 w 612685"/>
                <a:gd name="connsiteY31" fmla="*/ 608676 h 673912"/>
                <a:gd name="connsiteX32" fmla="*/ 128827 w 612685"/>
                <a:gd name="connsiteY32" fmla="*/ 598563 h 673912"/>
                <a:gd name="connsiteX33" fmla="*/ 130547 w 612685"/>
                <a:gd name="connsiteY33" fmla="*/ 587524 h 673912"/>
                <a:gd name="connsiteX34" fmla="*/ 139611 w 612685"/>
                <a:gd name="connsiteY34" fmla="*/ 606891 h 673912"/>
                <a:gd name="connsiteX35" fmla="*/ 154160 w 612685"/>
                <a:gd name="connsiteY35" fmla="*/ 625993 h 673912"/>
                <a:gd name="connsiteX36" fmla="*/ 157429 w 612685"/>
                <a:gd name="connsiteY36" fmla="*/ 625144 h 673912"/>
                <a:gd name="connsiteX37" fmla="*/ 161434 w 612685"/>
                <a:gd name="connsiteY37" fmla="*/ 621602 h 673912"/>
                <a:gd name="connsiteX38" fmla="*/ 171182 w 612685"/>
                <a:gd name="connsiteY38" fmla="*/ 580010 h 673912"/>
                <a:gd name="connsiteX39" fmla="*/ 189848 w 612685"/>
                <a:gd name="connsiteY39" fmla="*/ 599215 h 673912"/>
                <a:gd name="connsiteX40" fmla="*/ 221856 w 612685"/>
                <a:gd name="connsiteY40" fmla="*/ 621181 h 673912"/>
                <a:gd name="connsiteX41" fmla="*/ 227102 w 612685"/>
                <a:gd name="connsiteY41" fmla="*/ 614337 h 673912"/>
                <a:gd name="connsiteX42" fmla="*/ 201016 w 612685"/>
                <a:gd name="connsiteY42" fmla="*/ 588012 h 673912"/>
                <a:gd name="connsiteX43" fmla="*/ 139208 w 612685"/>
                <a:gd name="connsiteY43" fmla="*/ 511021 h 673912"/>
                <a:gd name="connsiteX44" fmla="*/ 138532 w 612685"/>
                <a:gd name="connsiteY44" fmla="*/ 509949 h 673912"/>
                <a:gd name="connsiteX45" fmla="*/ 129572 w 612685"/>
                <a:gd name="connsiteY45" fmla="*/ 499613 h 673912"/>
                <a:gd name="connsiteX46" fmla="*/ 123119 w 612685"/>
                <a:gd name="connsiteY46" fmla="*/ 503327 h 673912"/>
                <a:gd name="connsiteX47" fmla="*/ 123555 w 612685"/>
                <a:gd name="connsiteY47" fmla="*/ 507745 h 673912"/>
                <a:gd name="connsiteX48" fmla="*/ 63313 w 612685"/>
                <a:gd name="connsiteY48" fmla="*/ 478264 h 673912"/>
                <a:gd name="connsiteX49" fmla="*/ 73524 w 612685"/>
                <a:gd name="connsiteY49" fmla="*/ 412801 h 673912"/>
                <a:gd name="connsiteX50" fmla="*/ 93413 w 612685"/>
                <a:gd name="connsiteY50" fmla="*/ 406771 h 673912"/>
                <a:gd name="connsiteX51" fmla="*/ 105189 w 612685"/>
                <a:gd name="connsiteY51" fmla="*/ 406900 h 673912"/>
                <a:gd name="connsiteX52" fmla="*/ 118728 w 612685"/>
                <a:gd name="connsiteY52" fmla="*/ 407732 h 673912"/>
                <a:gd name="connsiteX53" fmla="*/ 154639 w 612685"/>
                <a:gd name="connsiteY53" fmla="*/ 461229 h 673912"/>
                <a:gd name="connsiteX54" fmla="*/ 164918 w 612685"/>
                <a:gd name="connsiteY54" fmla="*/ 458527 h 673912"/>
                <a:gd name="connsiteX55" fmla="*/ 166809 w 612685"/>
                <a:gd name="connsiteY55" fmla="*/ 428266 h 673912"/>
                <a:gd name="connsiteX56" fmla="*/ 181332 w 612685"/>
                <a:gd name="connsiteY56" fmla="*/ 441261 h 673912"/>
                <a:gd name="connsiteX57" fmla="*/ 189951 w 612685"/>
                <a:gd name="connsiteY57" fmla="*/ 436303 h 673912"/>
                <a:gd name="connsiteX58" fmla="*/ 200862 w 612685"/>
                <a:gd name="connsiteY58" fmla="*/ 361285 h 673912"/>
                <a:gd name="connsiteX59" fmla="*/ 228138 w 612685"/>
                <a:gd name="connsiteY59" fmla="*/ 289140 h 673912"/>
                <a:gd name="connsiteX60" fmla="*/ 250920 w 612685"/>
                <a:gd name="connsiteY60" fmla="*/ 315438 h 673912"/>
                <a:gd name="connsiteX61" fmla="*/ 260574 w 612685"/>
                <a:gd name="connsiteY61" fmla="*/ 309803 h 673912"/>
                <a:gd name="connsiteX62" fmla="*/ 247779 w 612685"/>
                <a:gd name="connsiteY62" fmla="*/ 233395 h 673912"/>
                <a:gd name="connsiteX63" fmla="*/ 278914 w 612685"/>
                <a:gd name="connsiteY63" fmla="*/ 337817 h 673912"/>
                <a:gd name="connsiteX64" fmla="*/ 289406 w 612685"/>
                <a:gd name="connsiteY64" fmla="*/ 339189 h 673912"/>
                <a:gd name="connsiteX65" fmla="*/ 307927 w 612685"/>
                <a:gd name="connsiteY65" fmla="*/ 249186 h 673912"/>
                <a:gd name="connsiteX66" fmla="*/ 325719 w 612685"/>
                <a:gd name="connsiteY66" fmla="*/ 288642 h 673912"/>
                <a:gd name="connsiteX67" fmla="*/ 337461 w 612685"/>
                <a:gd name="connsiteY67" fmla="*/ 287047 h 673912"/>
                <a:gd name="connsiteX68" fmla="*/ 338231 w 612685"/>
                <a:gd name="connsiteY68" fmla="*/ 241766 h 673912"/>
                <a:gd name="connsiteX69" fmla="*/ 508251 w 612685"/>
                <a:gd name="connsiteY69" fmla="*/ 326211 h 673912"/>
                <a:gd name="connsiteX70" fmla="*/ 519137 w 612685"/>
                <a:gd name="connsiteY70" fmla="*/ 374228 h 673912"/>
                <a:gd name="connsiteX71" fmla="*/ 528962 w 612685"/>
                <a:gd name="connsiteY71" fmla="*/ 470090 h 673912"/>
                <a:gd name="connsiteX72" fmla="*/ 447718 w 612685"/>
                <a:gd name="connsiteY72" fmla="*/ 638499 h 673912"/>
                <a:gd name="connsiteX73" fmla="*/ 353799 w 612685"/>
                <a:gd name="connsiteY73" fmla="*/ 660183 h 673912"/>
                <a:gd name="connsiteX74" fmla="*/ 318453 w 612685"/>
                <a:gd name="connsiteY74" fmla="*/ 657387 h 673912"/>
                <a:gd name="connsiteX75" fmla="*/ 317315 w 612685"/>
                <a:gd name="connsiteY75" fmla="*/ 665827 h 673912"/>
                <a:gd name="connsiteX76" fmla="*/ 382264 w 612685"/>
                <a:gd name="connsiteY76" fmla="*/ 673710 h 673912"/>
                <a:gd name="connsiteX77" fmla="*/ 513873 w 612685"/>
                <a:gd name="connsiteY77" fmla="*/ 590517 h 673912"/>
                <a:gd name="connsiteX78" fmla="*/ 542937 w 612685"/>
                <a:gd name="connsiteY78" fmla="*/ 492177 h 673912"/>
                <a:gd name="connsiteX79" fmla="*/ 539600 w 612685"/>
                <a:gd name="connsiteY79" fmla="*/ 392995 h 673912"/>
                <a:gd name="connsiteX80" fmla="*/ 524503 w 612685"/>
                <a:gd name="connsiteY80" fmla="*/ 328399 h 673912"/>
                <a:gd name="connsiteX81" fmla="*/ 576614 w 612685"/>
                <a:gd name="connsiteY81" fmla="*/ 327155 h 673912"/>
                <a:gd name="connsiteX82" fmla="*/ 576614 w 612685"/>
                <a:gd name="connsiteY82" fmla="*/ 319796 h 673912"/>
                <a:gd name="connsiteX83" fmla="*/ 559977 w 612685"/>
                <a:gd name="connsiteY83" fmla="*/ 306689 h 673912"/>
                <a:gd name="connsiteX84" fmla="*/ 534379 w 612685"/>
                <a:gd name="connsiteY84" fmla="*/ 280820 h 673912"/>
                <a:gd name="connsiteX85" fmla="*/ 589221 w 612685"/>
                <a:gd name="connsiteY85" fmla="*/ 302984 h 673912"/>
                <a:gd name="connsiteX86" fmla="*/ 609649 w 612685"/>
                <a:gd name="connsiteY86" fmla="*/ 304699 h 673912"/>
                <a:gd name="connsiteX87" fmla="*/ 612234 w 612685"/>
                <a:gd name="connsiteY87" fmla="*/ 300350 h 67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12685" h="673912">
                  <a:moveTo>
                    <a:pt x="612234" y="300350"/>
                  </a:moveTo>
                  <a:cubicBezTo>
                    <a:pt x="608391" y="293814"/>
                    <a:pt x="603812" y="287784"/>
                    <a:pt x="600021" y="281188"/>
                  </a:cubicBezTo>
                  <a:cubicBezTo>
                    <a:pt x="587440" y="258715"/>
                    <a:pt x="580645" y="233481"/>
                    <a:pt x="566798" y="211642"/>
                  </a:cubicBezTo>
                  <a:cubicBezTo>
                    <a:pt x="553284" y="190345"/>
                    <a:pt x="537392" y="169947"/>
                    <a:pt x="517579" y="154045"/>
                  </a:cubicBezTo>
                  <a:cubicBezTo>
                    <a:pt x="530802" y="155915"/>
                    <a:pt x="543613" y="160675"/>
                    <a:pt x="557084" y="160701"/>
                  </a:cubicBezTo>
                  <a:cubicBezTo>
                    <a:pt x="561885" y="160710"/>
                    <a:pt x="562758" y="154611"/>
                    <a:pt x="559694" y="152381"/>
                  </a:cubicBezTo>
                  <a:cubicBezTo>
                    <a:pt x="521114" y="74077"/>
                    <a:pt x="425004" y="28780"/>
                    <a:pt x="339866" y="42529"/>
                  </a:cubicBezTo>
                  <a:cubicBezTo>
                    <a:pt x="342810" y="38807"/>
                    <a:pt x="345258" y="34587"/>
                    <a:pt x="347389" y="30890"/>
                  </a:cubicBezTo>
                  <a:cubicBezTo>
                    <a:pt x="351882" y="22904"/>
                    <a:pt x="357188" y="14524"/>
                    <a:pt x="357539" y="5175"/>
                  </a:cubicBezTo>
                  <a:cubicBezTo>
                    <a:pt x="359388" y="3433"/>
                    <a:pt x="358241" y="97"/>
                    <a:pt x="355519" y="11"/>
                  </a:cubicBezTo>
                  <a:cubicBezTo>
                    <a:pt x="348296" y="-203"/>
                    <a:pt x="340260" y="2781"/>
                    <a:pt x="333345" y="4694"/>
                  </a:cubicBezTo>
                  <a:cubicBezTo>
                    <a:pt x="305744" y="12345"/>
                    <a:pt x="278965" y="22604"/>
                    <a:pt x="251716" y="31362"/>
                  </a:cubicBezTo>
                  <a:cubicBezTo>
                    <a:pt x="221257" y="41243"/>
                    <a:pt x="192244" y="52368"/>
                    <a:pt x="167245" y="72525"/>
                  </a:cubicBezTo>
                  <a:cubicBezTo>
                    <a:pt x="169590" y="67764"/>
                    <a:pt x="169128" y="61786"/>
                    <a:pt x="169993" y="56614"/>
                  </a:cubicBezTo>
                  <a:cubicBezTo>
                    <a:pt x="171037" y="50412"/>
                    <a:pt x="172629" y="44348"/>
                    <a:pt x="174563" y="38378"/>
                  </a:cubicBezTo>
                  <a:cubicBezTo>
                    <a:pt x="176326" y="32597"/>
                    <a:pt x="167228" y="31139"/>
                    <a:pt x="166116" y="36885"/>
                  </a:cubicBezTo>
                  <a:cubicBezTo>
                    <a:pt x="149846" y="50729"/>
                    <a:pt x="139876" y="70209"/>
                    <a:pt x="131455" y="89525"/>
                  </a:cubicBezTo>
                  <a:cubicBezTo>
                    <a:pt x="130873" y="90906"/>
                    <a:pt x="130308" y="93239"/>
                    <a:pt x="129187" y="93711"/>
                  </a:cubicBezTo>
                  <a:cubicBezTo>
                    <a:pt x="128356" y="94063"/>
                    <a:pt x="124685" y="93179"/>
                    <a:pt x="124017" y="93102"/>
                  </a:cubicBezTo>
                  <a:cubicBezTo>
                    <a:pt x="120106" y="92647"/>
                    <a:pt x="116238" y="92399"/>
                    <a:pt x="112301" y="92270"/>
                  </a:cubicBezTo>
                  <a:cubicBezTo>
                    <a:pt x="109913" y="92193"/>
                    <a:pt x="108570" y="94106"/>
                    <a:pt x="108493" y="96070"/>
                  </a:cubicBezTo>
                  <a:cubicBezTo>
                    <a:pt x="28250" y="132824"/>
                    <a:pt x="5057" y="273323"/>
                    <a:pt x="924" y="353076"/>
                  </a:cubicBezTo>
                  <a:cubicBezTo>
                    <a:pt x="393" y="363223"/>
                    <a:pt x="-1644" y="377316"/>
                    <a:pt x="2832" y="386820"/>
                  </a:cubicBezTo>
                  <a:cubicBezTo>
                    <a:pt x="2781" y="387180"/>
                    <a:pt x="2721" y="387540"/>
                    <a:pt x="2669" y="387909"/>
                  </a:cubicBezTo>
                  <a:cubicBezTo>
                    <a:pt x="2284" y="390834"/>
                    <a:pt x="6666" y="391615"/>
                    <a:pt x="7967" y="389350"/>
                  </a:cubicBezTo>
                  <a:cubicBezTo>
                    <a:pt x="14266" y="378414"/>
                    <a:pt x="19341" y="366817"/>
                    <a:pt x="26307" y="356258"/>
                  </a:cubicBezTo>
                  <a:cubicBezTo>
                    <a:pt x="21027" y="386039"/>
                    <a:pt x="31870" y="415374"/>
                    <a:pt x="37510" y="444477"/>
                  </a:cubicBezTo>
                  <a:cubicBezTo>
                    <a:pt x="35396" y="462576"/>
                    <a:pt x="42123" y="480494"/>
                    <a:pt x="54627" y="493558"/>
                  </a:cubicBezTo>
                  <a:cubicBezTo>
                    <a:pt x="62038" y="513963"/>
                    <a:pt x="71127" y="533880"/>
                    <a:pt x="80687" y="553325"/>
                  </a:cubicBezTo>
                  <a:cubicBezTo>
                    <a:pt x="86592" y="565334"/>
                    <a:pt x="92788" y="577248"/>
                    <a:pt x="99780" y="588664"/>
                  </a:cubicBezTo>
                  <a:cubicBezTo>
                    <a:pt x="105087" y="597336"/>
                    <a:pt x="111043" y="605485"/>
                    <a:pt x="119533" y="611275"/>
                  </a:cubicBezTo>
                  <a:cubicBezTo>
                    <a:pt x="121655" y="612724"/>
                    <a:pt x="124146" y="610846"/>
                    <a:pt x="124385" y="608676"/>
                  </a:cubicBezTo>
                  <a:cubicBezTo>
                    <a:pt x="127663" y="606840"/>
                    <a:pt x="128151" y="602620"/>
                    <a:pt x="128827" y="598563"/>
                  </a:cubicBezTo>
                  <a:cubicBezTo>
                    <a:pt x="129418" y="595055"/>
                    <a:pt x="130188" y="591280"/>
                    <a:pt x="130547" y="587524"/>
                  </a:cubicBezTo>
                  <a:cubicBezTo>
                    <a:pt x="133123" y="594188"/>
                    <a:pt x="136110" y="600647"/>
                    <a:pt x="139611" y="606891"/>
                  </a:cubicBezTo>
                  <a:cubicBezTo>
                    <a:pt x="143051" y="613041"/>
                    <a:pt x="147441" y="622983"/>
                    <a:pt x="154160" y="625993"/>
                  </a:cubicBezTo>
                  <a:cubicBezTo>
                    <a:pt x="155426" y="626560"/>
                    <a:pt x="156787" y="626131"/>
                    <a:pt x="157429" y="625144"/>
                  </a:cubicBezTo>
                  <a:cubicBezTo>
                    <a:pt x="159252" y="625101"/>
                    <a:pt x="161169" y="623909"/>
                    <a:pt x="161434" y="621602"/>
                  </a:cubicBezTo>
                  <a:cubicBezTo>
                    <a:pt x="162975" y="607363"/>
                    <a:pt x="166364" y="593485"/>
                    <a:pt x="171182" y="580010"/>
                  </a:cubicBezTo>
                  <a:cubicBezTo>
                    <a:pt x="177139" y="586666"/>
                    <a:pt x="183352" y="593090"/>
                    <a:pt x="189848" y="599215"/>
                  </a:cubicBezTo>
                  <a:cubicBezTo>
                    <a:pt x="199151" y="607989"/>
                    <a:pt x="208993" y="618866"/>
                    <a:pt x="221856" y="621181"/>
                  </a:cubicBezTo>
                  <a:cubicBezTo>
                    <a:pt x="225878" y="621911"/>
                    <a:pt x="229036" y="618119"/>
                    <a:pt x="227102" y="614337"/>
                  </a:cubicBezTo>
                  <a:cubicBezTo>
                    <a:pt x="221419" y="603229"/>
                    <a:pt x="210045" y="596478"/>
                    <a:pt x="201016" y="588012"/>
                  </a:cubicBezTo>
                  <a:cubicBezTo>
                    <a:pt x="176831" y="565471"/>
                    <a:pt x="156710" y="539001"/>
                    <a:pt x="139208" y="511021"/>
                  </a:cubicBezTo>
                  <a:cubicBezTo>
                    <a:pt x="139029" y="510635"/>
                    <a:pt x="138798" y="510275"/>
                    <a:pt x="138532" y="509949"/>
                  </a:cubicBezTo>
                  <a:cubicBezTo>
                    <a:pt x="136042" y="506003"/>
                    <a:pt x="133303" y="501861"/>
                    <a:pt x="129572" y="499613"/>
                  </a:cubicBezTo>
                  <a:cubicBezTo>
                    <a:pt x="126653" y="497855"/>
                    <a:pt x="123290" y="500154"/>
                    <a:pt x="123119" y="503327"/>
                  </a:cubicBezTo>
                  <a:cubicBezTo>
                    <a:pt x="123042" y="504785"/>
                    <a:pt x="123213" y="506269"/>
                    <a:pt x="123555" y="507745"/>
                  </a:cubicBezTo>
                  <a:cubicBezTo>
                    <a:pt x="100516" y="508457"/>
                    <a:pt x="77871" y="495668"/>
                    <a:pt x="63313" y="478264"/>
                  </a:cubicBezTo>
                  <a:cubicBezTo>
                    <a:pt x="47498" y="458664"/>
                    <a:pt x="50365" y="425633"/>
                    <a:pt x="73524" y="412801"/>
                  </a:cubicBezTo>
                  <a:cubicBezTo>
                    <a:pt x="79634" y="409413"/>
                    <a:pt x="86455" y="407371"/>
                    <a:pt x="93413" y="406771"/>
                  </a:cubicBezTo>
                  <a:cubicBezTo>
                    <a:pt x="97324" y="406436"/>
                    <a:pt x="101287" y="406428"/>
                    <a:pt x="105189" y="406900"/>
                  </a:cubicBezTo>
                  <a:cubicBezTo>
                    <a:pt x="109640" y="407440"/>
                    <a:pt x="114364" y="406985"/>
                    <a:pt x="118728" y="407732"/>
                  </a:cubicBezTo>
                  <a:cubicBezTo>
                    <a:pt x="125832" y="428034"/>
                    <a:pt x="135092" y="450181"/>
                    <a:pt x="154639" y="461229"/>
                  </a:cubicBezTo>
                  <a:cubicBezTo>
                    <a:pt x="157908" y="463022"/>
                    <a:pt x="163223" y="462336"/>
                    <a:pt x="164918" y="458527"/>
                  </a:cubicBezTo>
                  <a:cubicBezTo>
                    <a:pt x="169188" y="448963"/>
                    <a:pt x="169000" y="438405"/>
                    <a:pt x="166809" y="428266"/>
                  </a:cubicBezTo>
                  <a:cubicBezTo>
                    <a:pt x="171020" y="433018"/>
                    <a:pt x="175769" y="437401"/>
                    <a:pt x="181332" y="441261"/>
                  </a:cubicBezTo>
                  <a:cubicBezTo>
                    <a:pt x="184670" y="443577"/>
                    <a:pt x="190464" y="440549"/>
                    <a:pt x="189951" y="436303"/>
                  </a:cubicBezTo>
                  <a:cubicBezTo>
                    <a:pt x="186844" y="410665"/>
                    <a:pt x="188136" y="384307"/>
                    <a:pt x="200862" y="361285"/>
                  </a:cubicBezTo>
                  <a:cubicBezTo>
                    <a:pt x="215951" y="335415"/>
                    <a:pt x="228566" y="321159"/>
                    <a:pt x="228138" y="289140"/>
                  </a:cubicBezTo>
                  <a:cubicBezTo>
                    <a:pt x="235438" y="298146"/>
                    <a:pt x="243226" y="306784"/>
                    <a:pt x="250920" y="315438"/>
                  </a:cubicBezTo>
                  <a:cubicBezTo>
                    <a:pt x="255036" y="320070"/>
                    <a:pt x="261626" y="315061"/>
                    <a:pt x="260574" y="309803"/>
                  </a:cubicBezTo>
                  <a:cubicBezTo>
                    <a:pt x="255302" y="284448"/>
                    <a:pt x="247223" y="259616"/>
                    <a:pt x="247779" y="233395"/>
                  </a:cubicBezTo>
                  <a:cubicBezTo>
                    <a:pt x="273043" y="260534"/>
                    <a:pt x="271768" y="303147"/>
                    <a:pt x="278914" y="337817"/>
                  </a:cubicBezTo>
                  <a:cubicBezTo>
                    <a:pt x="279736" y="342423"/>
                    <a:pt x="287507" y="343701"/>
                    <a:pt x="289406" y="339189"/>
                  </a:cubicBezTo>
                  <a:cubicBezTo>
                    <a:pt x="301148" y="311338"/>
                    <a:pt x="307541" y="279910"/>
                    <a:pt x="307927" y="249186"/>
                  </a:cubicBezTo>
                  <a:cubicBezTo>
                    <a:pt x="314525" y="262052"/>
                    <a:pt x="320653" y="275184"/>
                    <a:pt x="325719" y="288642"/>
                  </a:cubicBezTo>
                  <a:cubicBezTo>
                    <a:pt x="328030" y="294784"/>
                    <a:pt x="337256" y="294132"/>
                    <a:pt x="337461" y="287047"/>
                  </a:cubicBezTo>
                  <a:cubicBezTo>
                    <a:pt x="337889" y="271976"/>
                    <a:pt x="338240" y="256871"/>
                    <a:pt x="338231" y="241766"/>
                  </a:cubicBezTo>
                  <a:cubicBezTo>
                    <a:pt x="377266" y="295873"/>
                    <a:pt x="445835" y="315052"/>
                    <a:pt x="508251" y="326211"/>
                  </a:cubicBezTo>
                  <a:cubicBezTo>
                    <a:pt x="510407" y="342491"/>
                    <a:pt x="515294" y="358300"/>
                    <a:pt x="519137" y="374228"/>
                  </a:cubicBezTo>
                  <a:cubicBezTo>
                    <a:pt x="526856" y="405905"/>
                    <a:pt x="530519" y="437444"/>
                    <a:pt x="528962" y="470090"/>
                  </a:cubicBezTo>
                  <a:cubicBezTo>
                    <a:pt x="526266" y="533957"/>
                    <a:pt x="504956" y="603469"/>
                    <a:pt x="447718" y="638499"/>
                  </a:cubicBezTo>
                  <a:cubicBezTo>
                    <a:pt x="418543" y="657953"/>
                    <a:pt x="388015" y="661341"/>
                    <a:pt x="353799" y="660183"/>
                  </a:cubicBezTo>
                  <a:cubicBezTo>
                    <a:pt x="341929" y="659840"/>
                    <a:pt x="330289" y="658013"/>
                    <a:pt x="318453" y="657387"/>
                  </a:cubicBezTo>
                  <a:cubicBezTo>
                    <a:pt x="313310" y="657112"/>
                    <a:pt x="313070" y="664215"/>
                    <a:pt x="317315" y="665827"/>
                  </a:cubicBezTo>
                  <a:cubicBezTo>
                    <a:pt x="337393" y="673470"/>
                    <a:pt x="360971" y="674447"/>
                    <a:pt x="382264" y="673710"/>
                  </a:cubicBezTo>
                  <a:cubicBezTo>
                    <a:pt x="436977" y="672629"/>
                    <a:pt x="487428" y="637539"/>
                    <a:pt x="513873" y="590517"/>
                  </a:cubicBezTo>
                  <a:cubicBezTo>
                    <a:pt x="530528" y="560342"/>
                    <a:pt x="539060" y="526238"/>
                    <a:pt x="542937" y="492177"/>
                  </a:cubicBezTo>
                  <a:cubicBezTo>
                    <a:pt x="546677" y="459325"/>
                    <a:pt x="545950" y="425495"/>
                    <a:pt x="539600" y="392995"/>
                  </a:cubicBezTo>
                  <a:cubicBezTo>
                    <a:pt x="535389" y="371269"/>
                    <a:pt x="528594" y="350151"/>
                    <a:pt x="524503" y="328399"/>
                  </a:cubicBezTo>
                  <a:cubicBezTo>
                    <a:pt x="541927" y="330243"/>
                    <a:pt x="559489" y="330337"/>
                    <a:pt x="576614" y="327155"/>
                  </a:cubicBezTo>
                  <a:cubicBezTo>
                    <a:pt x="580619" y="326409"/>
                    <a:pt x="579926" y="320868"/>
                    <a:pt x="576614" y="319796"/>
                  </a:cubicBezTo>
                  <a:cubicBezTo>
                    <a:pt x="572498" y="314357"/>
                    <a:pt x="565163" y="310772"/>
                    <a:pt x="559977" y="306689"/>
                  </a:cubicBezTo>
                  <a:cubicBezTo>
                    <a:pt x="550426" y="298987"/>
                    <a:pt x="541457" y="291147"/>
                    <a:pt x="534379" y="280820"/>
                  </a:cubicBezTo>
                  <a:cubicBezTo>
                    <a:pt x="552471" y="289980"/>
                    <a:pt x="569708" y="298069"/>
                    <a:pt x="589221" y="302984"/>
                  </a:cubicBezTo>
                  <a:cubicBezTo>
                    <a:pt x="595408" y="304605"/>
                    <a:pt x="603333" y="306989"/>
                    <a:pt x="609649" y="304699"/>
                  </a:cubicBezTo>
                  <a:cubicBezTo>
                    <a:pt x="611772" y="304605"/>
                    <a:pt x="613552" y="302589"/>
                    <a:pt x="612234" y="300350"/>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stretch>
                <a:fillRect l="-212069" r="-6185"/>
              </a:stretch>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grpSp>
      <p:sp>
        <p:nvSpPr>
          <p:cNvPr id="132" name="Freeform: Shape 131">
            <a:extLst>
              <a:ext uri="{FF2B5EF4-FFF2-40B4-BE49-F238E27FC236}">
                <a16:creationId xmlns:a16="http://schemas.microsoft.com/office/drawing/2014/main" id="{7125A085-8B6F-417D-CC5C-8DF8A34FA598}"/>
              </a:ext>
            </a:extLst>
          </p:cNvPr>
          <p:cNvSpPr/>
          <p:nvPr/>
        </p:nvSpPr>
        <p:spPr>
          <a:xfrm>
            <a:off x="3625235" y="3472218"/>
            <a:ext cx="63624" cy="22939"/>
          </a:xfrm>
          <a:custGeom>
            <a:avLst/>
            <a:gdLst>
              <a:gd name="connsiteX0" fmla="*/ 40146 w 63624"/>
              <a:gd name="connsiteY0" fmla="*/ 23765 h 22939"/>
              <a:gd name="connsiteX1" fmla="*/ 2832 w 63624"/>
              <a:gd name="connsiteY1" fmla="*/ 12623 h 22939"/>
              <a:gd name="connsiteX2" fmla="*/ 2148 w 63624"/>
              <a:gd name="connsiteY2" fmla="*/ 9981 h 22939"/>
              <a:gd name="connsiteX3" fmla="*/ 4116 w 63624"/>
              <a:gd name="connsiteY3" fmla="*/ 7983 h 22939"/>
              <a:gd name="connsiteX4" fmla="*/ 20206 w 63624"/>
              <a:gd name="connsiteY4" fmla="*/ 6027 h 22939"/>
              <a:gd name="connsiteX5" fmla="*/ 31331 w 63624"/>
              <a:gd name="connsiteY5" fmla="*/ 4938 h 22939"/>
              <a:gd name="connsiteX6" fmla="*/ 39975 w 63624"/>
              <a:gd name="connsiteY6" fmla="*/ 3050 h 22939"/>
              <a:gd name="connsiteX7" fmla="*/ 52727 w 63624"/>
              <a:gd name="connsiteY7" fmla="*/ 829 h 22939"/>
              <a:gd name="connsiteX8" fmla="*/ 60772 w 63624"/>
              <a:gd name="connsiteY8" fmla="*/ 2553 h 22939"/>
              <a:gd name="connsiteX9" fmla="*/ 65308 w 63624"/>
              <a:gd name="connsiteY9" fmla="*/ 8695 h 22939"/>
              <a:gd name="connsiteX10" fmla="*/ 57091 w 63624"/>
              <a:gd name="connsiteY10" fmla="*/ 21664 h 22939"/>
              <a:gd name="connsiteX11" fmla="*/ 47849 w 63624"/>
              <a:gd name="connsiteY11" fmla="*/ 23439 h 22939"/>
              <a:gd name="connsiteX12" fmla="*/ 40146 w 63624"/>
              <a:gd name="connsiteY12" fmla="*/ 23765 h 2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624" h="22939">
                <a:moveTo>
                  <a:pt x="40146" y="23765"/>
                </a:moveTo>
                <a:cubicBezTo>
                  <a:pt x="27137" y="23533"/>
                  <a:pt x="13102" y="21261"/>
                  <a:pt x="2832" y="12623"/>
                </a:cubicBezTo>
                <a:cubicBezTo>
                  <a:pt x="2148" y="11954"/>
                  <a:pt x="1891" y="10925"/>
                  <a:pt x="2148" y="9981"/>
                </a:cubicBezTo>
                <a:cubicBezTo>
                  <a:pt x="2404" y="9003"/>
                  <a:pt x="3089" y="8223"/>
                  <a:pt x="4116" y="7983"/>
                </a:cubicBezTo>
                <a:cubicBezTo>
                  <a:pt x="9422" y="6979"/>
                  <a:pt x="14814" y="6327"/>
                  <a:pt x="20206" y="6027"/>
                </a:cubicBezTo>
                <a:cubicBezTo>
                  <a:pt x="23885" y="5744"/>
                  <a:pt x="27651" y="5452"/>
                  <a:pt x="31331" y="4938"/>
                </a:cubicBezTo>
                <a:cubicBezTo>
                  <a:pt x="34241" y="4466"/>
                  <a:pt x="37151" y="3840"/>
                  <a:pt x="39975" y="3050"/>
                </a:cubicBezTo>
                <a:cubicBezTo>
                  <a:pt x="44083" y="1781"/>
                  <a:pt x="48447" y="1035"/>
                  <a:pt x="52727" y="829"/>
                </a:cubicBezTo>
                <a:cubicBezTo>
                  <a:pt x="55551" y="778"/>
                  <a:pt x="58290" y="1369"/>
                  <a:pt x="60772" y="2553"/>
                </a:cubicBezTo>
                <a:cubicBezTo>
                  <a:pt x="63083" y="3840"/>
                  <a:pt x="64708" y="6087"/>
                  <a:pt x="65308" y="8695"/>
                </a:cubicBezTo>
                <a:cubicBezTo>
                  <a:pt x="67105" y="14459"/>
                  <a:pt x="61970" y="19519"/>
                  <a:pt x="57091" y="21664"/>
                </a:cubicBezTo>
                <a:cubicBezTo>
                  <a:pt x="54096" y="22736"/>
                  <a:pt x="51015" y="23328"/>
                  <a:pt x="47849" y="23439"/>
                </a:cubicBezTo>
                <a:cubicBezTo>
                  <a:pt x="45195" y="23654"/>
                  <a:pt x="42628" y="23765"/>
                  <a:pt x="40146" y="23765"/>
                </a:cubicBez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133" name="Freeform: Shape 132">
            <a:extLst>
              <a:ext uri="{FF2B5EF4-FFF2-40B4-BE49-F238E27FC236}">
                <a16:creationId xmlns:a16="http://schemas.microsoft.com/office/drawing/2014/main" id="{3408B21F-BE8F-3CDD-549B-B81D81422863}"/>
              </a:ext>
            </a:extLst>
          </p:cNvPr>
          <p:cNvSpPr/>
          <p:nvPr/>
        </p:nvSpPr>
        <p:spPr>
          <a:xfrm>
            <a:off x="3636662" y="3332185"/>
            <a:ext cx="67949" cy="60923"/>
          </a:xfrm>
          <a:custGeom>
            <a:avLst/>
            <a:gdLst>
              <a:gd name="connsiteX0" fmla="*/ 39588 w 67949"/>
              <a:gd name="connsiteY0" fmla="*/ 61727 h 60923"/>
              <a:gd name="connsiteX1" fmla="*/ 5698 w 67949"/>
              <a:gd name="connsiteY1" fmla="*/ 34356 h 60923"/>
              <a:gd name="connsiteX2" fmla="*/ 10661 w 67949"/>
              <a:gd name="connsiteY2" fmla="*/ 32426 h 60923"/>
              <a:gd name="connsiteX3" fmla="*/ 14512 w 67949"/>
              <a:gd name="connsiteY3" fmla="*/ 33601 h 60923"/>
              <a:gd name="connsiteX4" fmla="*/ 53110 w 67949"/>
              <a:gd name="connsiteY4" fmla="*/ 42187 h 60923"/>
              <a:gd name="connsiteX5" fmla="*/ 39074 w 67949"/>
              <a:gd name="connsiteY5" fmla="*/ 7869 h 60923"/>
              <a:gd name="connsiteX6" fmla="*/ 38219 w 67949"/>
              <a:gd name="connsiteY6" fmla="*/ 4155 h 60923"/>
              <a:gd name="connsiteX7" fmla="*/ 42926 w 67949"/>
              <a:gd name="connsiteY7" fmla="*/ 827 h 60923"/>
              <a:gd name="connsiteX8" fmla="*/ 69800 w 67949"/>
              <a:gd name="connsiteY8" fmla="*/ 33207 h 60923"/>
              <a:gd name="connsiteX9" fmla="*/ 39588 w 67949"/>
              <a:gd name="connsiteY9" fmla="*/ 61727 h 60923"/>
              <a:gd name="connsiteX10" fmla="*/ 39588 w 67949"/>
              <a:gd name="connsiteY10" fmla="*/ 61727 h 6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949" h="60923">
                <a:moveTo>
                  <a:pt x="39588" y="61727"/>
                </a:moveTo>
                <a:cubicBezTo>
                  <a:pt x="28805" y="62113"/>
                  <a:pt x="-9879" y="48835"/>
                  <a:pt x="5698" y="34356"/>
                </a:cubicBezTo>
                <a:cubicBezTo>
                  <a:pt x="7067" y="33147"/>
                  <a:pt x="8865" y="32469"/>
                  <a:pt x="10661" y="32426"/>
                </a:cubicBezTo>
                <a:cubicBezTo>
                  <a:pt x="12031" y="32435"/>
                  <a:pt x="13315" y="32846"/>
                  <a:pt x="14512" y="33601"/>
                </a:cubicBezTo>
                <a:cubicBezTo>
                  <a:pt x="24013" y="41269"/>
                  <a:pt x="41728" y="54650"/>
                  <a:pt x="53110" y="42187"/>
                </a:cubicBezTo>
                <a:cubicBezTo>
                  <a:pt x="64322" y="28626"/>
                  <a:pt x="46863" y="11737"/>
                  <a:pt x="39074" y="7869"/>
                </a:cubicBezTo>
                <a:cubicBezTo>
                  <a:pt x="38048" y="6951"/>
                  <a:pt x="37706" y="5450"/>
                  <a:pt x="38219" y="4155"/>
                </a:cubicBezTo>
                <a:cubicBezTo>
                  <a:pt x="38904" y="2131"/>
                  <a:pt x="40787" y="784"/>
                  <a:pt x="42926" y="827"/>
                </a:cubicBezTo>
                <a:cubicBezTo>
                  <a:pt x="58930" y="2054"/>
                  <a:pt x="71768" y="17073"/>
                  <a:pt x="69800" y="33207"/>
                </a:cubicBezTo>
                <a:cubicBezTo>
                  <a:pt x="68858" y="48715"/>
                  <a:pt x="55421" y="62387"/>
                  <a:pt x="39588" y="61727"/>
                </a:cubicBezTo>
                <a:lnTo>
                  <a:pt x="39588" y="61727"/>
                </a:ln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134" name="Freeform: Shape 133">
            <a:extLst>
              <a:ext uri="{FF2B5EF4-FFF2-40B4-BE49-F238E27FC236}">
                <a16:creationId xmlns:a16="http://schemas.microsoft.com/office/drawing/2014/main" id="{3AC17E20-0836-FAE7-AF0F-788F049E9FBA}"/>
              </a:ext>
            </a:extLst>
          </p:cNvPr>
          <p:cNvSpPr/>
          <p:nvPr/>
        </p:nvSpPr>
        <p:spPr>
          <a:xfrm>
            <a:off x="3707149" y="3273404"/>
            <a:ext cx="32350" cy="54176"/>
          </a:xfrm>
          <a:custGeom>
            <a:avLst/>
            <a:gdLst>
              <a:gd name="connsiteX0" fmla="*/ 18225 w 32350"/>
              <a:gd name="connsiteY0" fmla="*/ 55002 h 54176"/>
              <a:gd name="connsiteX1" fmla="*/ 2050 w 32350"/>
              <a:gd name="connsiteY1" fmla="*/ 27778 h 54176"/>
              <a:gd name="connsiteX2" fmla="*/ 34401 w 32350"/>
              <a:gd name="connsiteY2" fmla="*/ 27778 h 54176"/>
              <a:gd name="connsiteX3" fmla="*/ 18225 w 32350"/>
              <a:gd name="connsiteY3" fmla="*/ 55002 h 54176"/>
              <a:gd name="connsiteX4" fmla="*/ 18225 w 32350"/>
              <a:gd name="connsiteY4" fmla="*/ 55002 h 54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50" h="54176">
                <a:moveTo>
                  <a:pt x="18225" y="55002"/>
                </a:moveTo>
                <a:cubicBezTo>
                  <a:pt x="5816" y="53887"/>
                  <a:pt x="2136" y="38190"/>
                  <a:pt x="2050" y="27778"/>
                </a:cubicBezTo>
                <a:cubicBezTo>
                  <a:pt x="2478" y="-8197"/>
                  <a:pt x="33972" y="-8119"/>
                  <a:pt x="34401" y="27778"/>
                </a:cubicBezTo>
                <a:cubicBezTo>
                  <a:pt x="34315" y="38182"/>
                  <a:pt x="30550" y="53904"/>
                  <a:pt x="18225" y="55002"/>
                </a:cubicBezTo>
                <a:lnTo>
                  <a:pt x="18225" y="55002"/>
                </a:ln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135" name="Freeform: Shape 134">
            <a:extLst>
              <a:ext uri="{FF2B5EF4-FFF2-40B4-BE49-F238E27FC236}">
                <a16:creationId xmlns:a16="http://schemas.microsoft.com/office/drawing/2014/main" id="{0D0929D3-7CEB-6097-396C-B5D7F9D038C6}"/>
              </a:ext>
            </a:extLst>
          </p:cNvPr>
          <p:cNvSpPr/>
          <p:nvPr/>
        </p:nvSpPr>
        <p:spPr>
          <a:xfrm>
            <a:off x="3518610" y="3280095"/>
            <a:ext cx="114172" cy="47313"/>
          </a:xfrm>
          <a:custGeom>
            <a:avLst/>
            <a:gdLst>
              <a:gd name="connsiteX0" fmla="*/ 61958 w 114172"/>
              <a:gd name="connsiteY0" fmla="*/ 48140 h 47313"/>
              <a:gd name="connsiteX1" fmla="*/ 51603 w 114172"/>
              <a:gd name="connsiteY1" fmla="*/ 40291 h 47313"/>
              <a:gd name="connsiteX2" fmla="*/ 52458 w 114172"/>
              <a:gd name="connsiteY2" fmla="*/ 19662 h 47313"/>
              <a:gd name="connsiteX3" fmla="*/ 52801 w 114172"/>
              <a:gd name="connsiteY3" fmla="*/ 19208 h 47313"/>
              <a:gd name="connsiteX4" fmla="*/ 52715 w 114172"/>
              <a:gd name="connsiteY4" fmla="*/ 18084 h 47313"/>
              <a:gd name="connsiteX5" fmla="*/ 25244 w 114172"/>
              <a:gd name="connsiteY5" fmla="*/ 15340 h 47313"/>
              <a:gd name="connsiteX6" fmla="*/ 2136 w 114172"/>
              <a:gd name="connsiteY6" fmla="*/ 9524 h 47313"/>
              <a:gd name="connsiteX7" fmla="*/ 2050 w 114172"/>
              <a:gd name="connsiteY7" fmla="*/ 9250 h 47313"/>
              <a:gd name="connsiteX8" fmla="*/ 2221 w 114172"/>
              <a:gd name="connsiteY8" fmla="*/ 8958 h 47313"/>
              <a:gd name="connsiteX9" fmla="*/ 23960 w 114172"/>
              <a:gd name="connsiteY9" fmla="*/ 6693 h 47313"/>
              <a:gd name="connsiteX10" fmla="*/ 62044 w 114172"/>
              <a:gd name="connsiteY10" fmla="*/ 5004 h 47313"/>
              <a:gd name="connsiteX11" fmla="*/ 71972 w 114172"/>
              <a:gd name="connsiteY11" fmla="*/ 4317 h 47313"/>
              <a:gd name="connsiteX12" fmla="*/ 90201 w 114172"/>
              <a:gd name="connsiteY12" fmla="*/ 2739 h 47313"/>
              <a:gd name="connsiteX13" fmla="*/ 106205 w 114172"/>
              <a:gd name="connsiteY13" fmla="*/ 827 h 47313"/>
              <a:gd name="connsiteX14" fmla="*/ 114079 w 114172"/>
              <a:gd name="connsiteY14" fmla="*/ 14396 h 47313"/>
              <a:gd name="connsiteX15" fmla="*/ 100470 w 114172"/>
              <a:gd name="connsiteY15" fmla="*/ 18445 h 47313"/>
              <a:gd name="connsiteX16" fmla="*/ 82327 w 114172"/>
              <a:gd name="connsiteY16" fmla="*/ 18873 h 47313"/>
              <a:gd name="connsiteX17" fmla="*/ 66751 w 114172"/>
              <a:gd name="connsiteY17" fmla="*/ 46459 h 47313"/>
              <a:gd name="connsiteX18" fmla="*/ 61958 w 114172"/>
              <a:gd name="connsiteY18" fmla="*/ 48140 h 47313"/>
              <a:gd name="connsiteX19" fmla="*/ 61958 w 114172"/>
              <a:gd name="connsiteY19" fmla="*/ 48140 h 4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172" h="47313">
                <a:moveTo>
                  <a:pt x="61958" y="48140"/>
                </a:moveTo>
                <a:cubicBezTo>
                  <a:pt x="57337" y="48140"/>
                  <a:pt x="53058" y="44151"/>
                  <a:pt x="51603" y="40291"/>
                </a:cubicBezTo>
                <a:cubicBezTo>
                  <a:pt x="49463" y="33695"/>
                  <a:pt x="48950" y="25873"/>
                  <a:pt x="52458" y="19662"/>
                </a:cubicBezTo>
                <a:lnTo>
                  <a:pt x="52801" y="19208"/>
                </a:lnTo>
                <a:cubicBezTo>
                  <a:pt x="52715" y="18899"/>
                  <a:pt x="52715" y="18385"/>
                  <a:pt x="52715" y="18084"/>
                </a:cubicBezTo>
                <a:cubicBezTo>
                  <a:pt x="44329" y="17578"/>
                  <a:pt x="34658" y="16609"/>
                  <a:pt x="25244" y="15340"/>
                </a:cubicBezTo>
                <a:cubicBezTo>
                  <a:pt x="17712" y="14362"/>
                  <a:pt x="7956" y="14096"/>
                  <a:pt x="2136" y="9524"/>
                </a:cubicBezTo>
                <a:cubicBezTo>
                  <a:pt x="2050" y="9455"/>
                  <a:pt x="2050" y="9352"/>
                  <a:pt x="2050" y="9250"/>
                </a:cubicBezTo>
                <a:cubicBezTo>
                  <a:pt x="2050" y="9130"/>
                  <a:pt x="2136" y="9018"/>
                  <a:pt x="2221" y="8958"/>
                </a:cubicBezTo>
                <a:cubicBezTo>
                  <a:pt x="8983" y="6067"/>
                  <a:pt x="16771" y="7448"/>
                  <a:pt x="23960" y="6693"/>
                </a:cubicBezTo>
                <a:cubicBezTo>
                  <a:pt x="37140" y="6316"/>
                  <a:pt x="49977" y="5732"/>
                  <a:pt x="62044" y="5004"/>
                </a:cubicBezTo>
                <a:cubicBezTo>
                  <a:pt x="65125" y="3700"/>
                  <a:pt x="68719" y="3262"/>
                  <a:pt x="71972" y="4317"/>
                </a:cubicBezTo>
                <a:cubicBezTo>
                  <a:pt x="77877" y="3880"/>
                  <a:pt x="84210" y="3237"/>
                  <a:pt x="90201" y="2739"/>
                </a:cubicBezTo>
                <a:cubicBezTo>
                  <a:pt x="95593" y="2602"/>
                  <a:pt x="100813" y="1221"/>
                  <a:pt x="106205" y="827"/>
                </a:cubicBezTo>
                <a:cubicBezTo>
                  <a:pt x="112966" y="758"/>
                  <a:pt x="119812" y="7697"/>
                  <a:pt x="114079" y="14396"/>
                </a:cubicBezTo>
                <a:cubicBezTo>
                  <a:pt x="110056" y="19148"/>
                  <a:pt x="105606" y="18264"/>
                  <a:pt x="100470" y="18445"/>
                </a:cubicBezTo>
                <a:cubicBezTo>
                  <a:pt x="94394" y="18685"/>
                  <a:pt x="88318" y="18873"/>
                  <a:pt x="82327" y="18873"/>
                </a:cubicBezTo>
                <a:cubicBezTo>
                  <a:pt x="82669" y="30136"/>
                  <a:pt x="75481" y="40017"/>
                  <a:pt x="66751" y="46459"/>
                </a:cubicBezTo>
                <a:cubicBezTo>
                  <a:pt x="65382" y="47539"/>
                  <a:pt x="63670" y="48131"/>
                  <a:pt x="61958" y="48140"/>
                </a:cubicBezTo>
                <a:lnTo>
                  <a:pt x="61958" y="48140"/>
                </a:ln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136" name="Freeform: Shape 135">
            <a:extLst>
              <a:ext uri="{FF2B5EF4-FFF2-40B4-BE49-F238E27FC236}">
                <a16:creationId xmlns:a16="http://schemas.microsoft.com/office/drawing/2014/main" id="{7E970362-CA1F-C739-7508-6D6DDDD3912E}"/>
              </a:ext>
            </a:extLst>
          </p:cNvPr>
          <p:cNvSpPr/>
          <p:nvPr/>
        </p:nvSpPr>
        <p:spPr>
          <a:xfrm>
            <a:off x="3658559" y="3188341"/>
            <a:ext cx="77979" cy="54931"/>
          </a:xfrm>
          <a:custGeom>
            <a:avLst/>
            <a:gdLst>
              <a:gd name="connsiteX0" fmla="*/ 11187 w 77979"/>
              <a:gd name="connsiteY0" fmla="*/ 55757 h 54931"/>
              <a:gd name="connsiteX1" fmla="*/ 2715 w 77979"/>
              <a:gd name="connsiteY1" fmla="*/ 45172 h 54931"/>
              <a:gd name="connsiteX2" fmla="*/ 2800 w 77979"/>
              <a:gd name="connsiteY2" fmla="*/ 30693 h 54931"/>
              <a:gd name="connsiteX3" fmla="*/ 22826 w 77979"/>
              <a:gd name="connsiteY3" fmla="*/ 4841 h 54931"/>
              <a:gd name="connsiteX4" fmla="*/ 79911 w 77979"/>
              <a:gd name="connsiteY4" fmla="*/ 32735 h 54931"/>
              <a:gd name="connsiteX5" fmla="*/ 75888 w 77979"/>
              <a:gd name="connsiteY5" fmla="*/ 38971 h 54931"/>
              <a:gd name="connsiteX6" fmla="*/ 69041 w 77979"/>
              <a:gd name="connsiteY6" fmla="*/ 40969 h 54931"/>
              <a:gd name="connsiteX7" fmla="*/ 57231 w 77979"/>
              <a:gd name="connsiteY7" fmla="*/ 31337 h 54931"/>
              <a:gd name="connsiteX8" fmla="*/ 28561 w 77979"/>
              <a:gd name="connsiteY8" fmla="*/ 26345 h 54931"/>
              <a:gd name="connsiteX9" fmla="*/ 17263 w 77979"/>
              <a:gd name="connsiteY9" fmla="*/ 40798 h 54931"/>
              <a:gd name="connsiteX10" fmla="*/ 15295 w 77979"/>
              <a:gd name="connsiteY10" fmla="*/ 46545 h 54931"/>
              <a:gd name="connsiteX11" fmla="*/ 11530 w 77979"/>
              <a:gd name="connsiteY11" fmla="*/ 55620 h 54931"/>
              <a:gd name="connsiteX12" fmla="*/ 11187 w 77979"/>
              <a:gd name="connsiteY12" fmla="*/ 55757 h 54931"/>
              <a:gd name="connsiteX13" fmla="*/ 11187 w 77979"/>
              <a:gd name="connsiteY13" fmla="*/ 55757 h 54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7979" h="54931">
                <a:moveTo>
                  <a:pt x="11187" y="55757"/>
                </a:moveTo>
                <a:cubicBezTo>
                  <a:pt x="5795" y="54642"/>
                  <a:pt x="3570" y="49324"/>
                  <a:pt x="2715" y="45172"/>
                </a:cubicBezTo>
                <a:cubicBezTo>
                  <a:pt x="1773" y="40386"/>
                  <a:pt x="1859" y="35463"/>
                  <a:pt x="2800" y="30693"/>
                </a:cubicBezTo>
                <a:cubicBezTo>
                  <a:pt x="5282" y="19697"/>
                  <a:pt x="12728" y="9893"/>
                  <a:pt x="22826" y="4841"/>
                </a:cubicBezTo>
                <a:cubicBezTo>
                  <a:pt x="42938" y="-6104"/>
                  <a:pt x="82477" y="6025"/>
                  <a:pt x="79911" y="32735"/>
                </a:cubicBezTo>
                <a:cubicBezTo>
                  <a:pt x="79397" y="35265"/>
                  <a:pt x="77942" y="37496"/>
                  <a:pt x="75888" y="38971"/>
                </a:cubicBezTo>
                <a:cubicBezTo>
                  <a:pt x="73833" y="40317"/>
                  <a:pt x="71524" y="41012"/>
                  <a:pt x="69041" y="40969"/>
                </a:cubicBezTo>
                <a:cubicBezTo>
                  <a:pt x="63478" y="41090"/>
                  <a:pt x="57574" y="37238"/>
                  <a:pt x="57231" y="31337"/>
                </a:cubicBezTo>
                <a:cubicBezTo>
                  <a:pt x="51582" y="23180"/>
                  <a:pt x="37376" y="20709"/>
                  <a:pt x="28561" y="26345"/>
                </a:cubicBezTo>
                <a:cubicBezTo>
                  <a:pt x="24025" y="29201"/>
                  <a:pt x="20174" y="34064"/>
                  <a:pt x="17263" y="40798"/>
                </a:cubicBezTo>
                <a:cubicBezTo>
                  <a:pt x="16493" y="42668"/>
                  <a:pt x="15809" y="44580"/>
                  <a:pt x="15295" y="46545"/>
                </a:cubicBezTo>
                <a:cubicBezTo>
                  <a:pt x="14439" y="49736"/>
                  <a:pt x="13498" y="53038"/>
                  <a:pt x="11530" y="55620"/>
                </a:cubicBezTo>
                <a:cubicBezTo>
                  <a:pt x="11444" y="55714"/>
                  <a:pt x="11273" y="55766"/>
                  <a:pt x="11187" y="55757"/>
                </a:cubicBezTo>
                <a:lnTo>
                  <a:pt x="11187" y="55757"/>
                </a:lnTo>
                <a:close/>
              </a:path>
            </a:pathLst>
          </a:custGeom>
          <a:solidFill>
            <a:srgbClr val="16180A"/>
          </a:solidFill>
          <a:ln w="8552" cap="flat">
            <a:noFill/>
            <a:prstDash val="solid"/>
            <a:miter/>
          </a:ln>
        </p:spPr>
        <p:txBody>
          <a:bodyPr rtlCol="0" anchor="ctr"/>
          <a:lstStyle/>
          <a:p>
            <a:endParaRPr lang="en-GB">
              <a:solidFill>
                <a:schemeClr val="bg1"/>
              </a:solidFill>
            </a:endParaRPr>
          </a:p>
        </p:txBody>
      </p:sp>
      <p:sp>
        <p:nvSpPr>
          <p:cNvPr id="146" name="Rounded Rectangle 4">
            <a:extLst>
              <a:ext uri="{FF2B5EF4-FFF2-40B4-BE49-F238E27FC236}">
                <a16:creationId xmlns:a16="http://schemas.microsoft.com/office/drawing/2014/main" id="{43F67A25-8B56-F098-A881-3833FA56CA3E}"/>
              </a:ext>
            </a:extLst>
          </p:cNvPr>
          <p:cNvSpPr/>
          <p:nvPr/>
        </p:nvSpPr>
        <p:spPr>
          <a:xfrm>
            <a:off x="4455378" y="3259975"/>
            <a:ext cx="1336313" cy="1229408"/>
          </a:xfrm>
          <a:prstGeom prst="roundRect">
            <a:avLst/>
          </a:prstGeom>
          <a:solidFill>
            <a:schemeClr val="bg1">
              <a:alpha val="10000"/>
            </a:schemeClr>
          </a:solidFill>
          <a:ln w="6350" cap="rnd">
            <a:solidFill>
              <a:schemeClr val="bg1">
                <a:alpha val="5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LT" sz="1000" spc="30">
              <a:solidFill>
                <a:schemeClr val="bg1"/>
              </a:solidFill>
              <a:cs typeface="Poppins SemiBold" panose="00000700000000000000" pitchFamily="2" charset="0"/>
            </a:endParaRPr>
          </a:p>
        </p:txBody>
      </p:sp>
      <p:sp>
        <p:nvSpPr>
          <p:cNvPr id="148" name="TextBox 147">
            <a:extLst>
              <a:ext uri="{FF2B5EF4-FFF2-40B4-BE49-F238E27FC236}">
                <a16:creationId xmlns:a16="http://schemas.microsoft.com/office/drawing/2014/main" id="{04673B93-D298-7924-1380-7662E3E57049}"/>
              </a:ext>
            </a:extLst>
          </p:cNvPr>
          <p:cNvSpPr txBox="1"/>
          <p:nvPr/>
        </p:nvSpPr>
        <p:spPr>
          <a:xfrm>
            <a:off x="4655169" y="4701877"/>
            <a:ext cx="967124" cy="275717"/>
          </a:xfrm>
          <a:prstGeom prst="rect">
            <a:avLst/>
          </a:prstGeom>
          <a:noFill/>
        </p:spPr>
        <p:txBody>
          <a:bodyPr wrap="none" rtlCol="0">
            <a:spAutoFit/>
          </a:bodyPr>
          <a:lstStyle/>
          <a:p>
            <a:pPr algn="ctr">
              <a:lnSpc>
                <a:spcPct val="70000"/>
              </a:lnSpc>
            </a:pPr>
            <a:r>
              <a:rPr lang="en-US" sz="1600" dirty="0">
                <a:solidFill>
                  <a:schemeClr val="bg1"/>
                </a:solidFill>
                <a:latin typeface="+mj-lt"/>
              </a:rPr>
              <a:t>Devshree</a:t>
            </a:r>
            <a:endParaRPr lang="en-GB" sz="1600" dirty="0">
              <a:solidFill>
                <a:schemeClr val="bg1"/>
              </a:solidFill>
              <a:latin typeface="+mj-lt"/>
            </a:endParaRPr>
          </a:p>
        </p:txBody>
      </p:sp>
      <p:sp>
        <p:nvSpPr>
          <p:cNvPr id="149" name="Freeform: Shape 148">
            <a:extLst>
              <a:ext uri="{FF2B5EF4-FFF2-40B4-BE49-F238E27FC236}">
                <a16:creationId xmlns:a16="http://schemas.microsoft.com/office/drawing/2014/main" id="{39A19AF3-8C86-EA0C-BECB-A95259EA369E}"/>
              </a:ext>
            </a:extLst>
          </p:cNvPr>
          <p:cNvSpPr/>
          <p:nvPr/>
        </p:nvSpPr>
        <p:spPr>
          <a:xfrm>
            <a:off x="4587667" y="3394546"/>
            <a:ext cx="1557220" cy="1071945"/>
          </a:xfrm>
          <a:custGeom>
            <a:avLst/>
            <a:gdLst>
              <a:gd name="connsiteX0" fmla="*/ 414401 w 1557220"/>
              <a:gd name="connsiteY0" fmla="*/ 11183 h 1071945"/>
              <a:gd name="connsiteX1" fmla="*/ 424236 w 1557220"/>
              <a:gd name="connsiteY1" fmla="*/ 91224 h 1071945"/>
              <a:gd name="connsiteX2" fmla="*/ 377420 w 1557220"/>
              <a:gd name="connsiteY2" fmla="*/ 134882 h 1071945"/>
              <a:gd name="connsiteX3" fmla="*/ 366961 w 1557220"/>
              <a:gd name="connsiteY3" fmla="*/ 129901 h 1071945"/>
              <a:gd name="connsiteX4" fmla="*/ 157790 w 1557220"/>
              <a:gd name="connsiteY4" fmla="*/ 207692 h 1071945"/>
              <a:gd name="connsiteX5" fmla="*/ 77512 w 1557220"/>
              <a:gd name="connsiteY5" fmla="*/ 282175 h 1071945"/>
              <a:gd name="connsiteX6" fmla="*/ 1208 w 1557220"/>
              <a:gd name="connsiteY6" fmla="*/ 673790 h 1071945"/>
              <a:gd name="connsiteX7" fmla="*/ 29868 w 1557220"/>
              <a:gd name="connsiteY7" fmla="*/ 931478 h 1071945"/>
              <a:gd name="connsiteX8" fmla="*/ 107615 w 1557220"/>
              <a:gd name="connsiteY8" fmla="*/ 980632 h 1071945"/>
              <a:gd name="connsiteX9" fmla="*/ 116711 w 1557220"/>
              <a:gd name="connsiteY9" fmla="*/ 992247 h 1071945"/>
              <a:gd name="connsiteX10" fmla="*/ 106929 w 1557220"/>
              <a:gd name="connsiteY10" fmla="*/ 1050481 h 1071945"/>
              <a:gd name="connsiteX11" fmla="*/ 118146 w 1557220"/>
              <a:gd name="connsiteY11" fmla="*/ 1064373 h 1071945"/>
              <a:gd name="connsiteX12" fmla="*/ 542430 w 1557220"/>
              <a:gd name="connsiteY12" fmla="*/ 1066827 h 1071945"/>
              <a:gd name="connsiteX13" fmla="*/ 911756 w 1557220"/>
              <a:gd name="connsiteY13" fmla="*/ 1011892 h 1071945"/>
              <a:gd name="connsiteX14" fmla="*/ 905680 w 1557220"/>
              <a:gd name="connsiteY14" fmla="*/ 899408 h 1071945"/>
              <a:gd name="connsiteX15" fmla="*/ 911827 w 1557220"/>
              <a:gd name="connsiteY15" fmla="*/ 893565 h 1071945"/>
              <a:gd name="connsiteX16" fmla="*/ 1142941 w 1557220"/>
              <a:gd name="connsiteY16" fmla="*/ 854460 h 1071945"/>
              <a:gd name="connsiteX17" fmla="*/ 1348593 w 1557220"/>
              <a:gd name="connsiteY17" fmla="*/ 813399 h 1071945"/>
              <a:gd name="connsiteX18" fmla="*/ 1373627 w 1557220"/>
              <a:gd name="connsiteY18" fmla="*/ 724340 h 1071945"/>
              <a:gd name="connsiteX19" fmla="*/ 1379685 w 1557220"/>
              <a:gd name="connsiteY19" fmla="*/ 715046 h 1071945"/>
              <a:gd name="connsiteX20" fmla="*/ 1428015 w 1557220"/>
              <a:gd name="connsiteY20" fmla="*/ 654820 h 1071945"/>
              <a:gd name="connsiteX21" fmla="*/ 1543813 w 1557220"/>
              <a:gd name="connsiteY21" fmla="*/ 306134 h 1071945"/>
              <a:gd name="connsiteX22" fmla="*/ 1552071 w 1557220"/>
              <a:gd name="connsiteY22" fmla="*/ 221104 h 1071945"/>
              <a:gd name="connsiteX23" fmla="*/ 1490805 w 1557220"/>
              <a:gd name="connsiteY23" fmla="*/ 207515 h 1071945"/>
              <a:gd name="connsiteX24" fmla="*/ 1239673 w 1557220"/>
              <a:gd name="connsiteY24" fmla="*/ 208840 h 1071945"/>
              <a:gd name="connsiteX25" fmla="*/ 1097844 w 1557220"/>
              <a:gd name="connsiteY25" fmla="*/ 254143 h 1071945"/>
              <a:gd name="connsiteX26" fmla="*/ 1007348 w 1557220"/>
              <a:gd name="connsiteY26" fmla="*/ 586794 h 1071945"/>
              <a:gd name="connsiteX27" fmla="*/ 997753 w 1557220"/>
              <a:gd name="connsiteY27" fmla="*/ 586243 h 1071945"/>
              <a:gd name="connsiteX28" fmla="*/ 967356 w 1557220"/>
              <a:gd name="connsiteY28" fmla="*/ 400254 h 1071945"/>
              <a:gd name="connsiteX29" fmla="*/ 865029 w 1557220"/>
              <a:gd name="connsiteY29" fmla="*/ 258385 h 1071945"/>
              <a:gd name="connsiteX30" fmla="*/ 718870 w 1557220"/>
              <a:gd name="connsiteY30" fmla="*/ 181083 h 1071945"/>
              <a:gd name="connsiteX31" fmla="*/ 661381 w 1557220"/>
              <a:gd name="connsiteY31" fmla="*/ 177303 h 1071945"/>
              <a:gd name="connsiteX32" fmla="*/ 647671 w 1557220"/>
              <a:gd name="connsiteY32" fmla="*/ 100535 h 1071945"/>
              <a:gd name="connsiteX33" fmla="*/ 643706 w 1557220"/>
              <a:gd name="connsiteY33" fmla="*/ 65744 h 1071945"/>
              <a:gd name="connsiteX34" fmla="*/ 421225 w 1557220"/>
              <a:gd name="connsiteY34" fmla="*/ 235 h 1071945"/>
              <a:gd name="connsiteX35" fmla="*/ 414401 w 1557220"/>
              <a:gd name="connsiteY35" fmla="*/ 11183 h 107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57220" h="1071945">
                <a:moveTo>
                  <a:pt x="414401" y="11183"/>
                </a:moveTo>
                <a:cubicBezTo>
                  <a:pt x="414401" y="11183"/>
                  <a:pt x="437475" y="54600"/>
                  <a:pt x="424236" y="91224"/>
                </a:cubicBezTo>
                <a:cubicBezTo>
                  <a:pt x="411586" y="126228"/>
                  <a:pt x="394436" y="188491"/>
                  <a:pt x="377420" y="134882"/>
                </a:cubicBezTo>
                <a:cubicBezTo>
                  <a:pt x="376030" y="130515"/>
                  <a:pt x="371229" y="128229"/>
                  <a:pt x="366961" y="129901"/>
                </a:cubicBezTo>
                <a:cubicBezTo>
                  <a:pt x="344573" y="138661"/>
                  <a:pt x="275645" y="165288"/>
                  <a:pt x="157790" y="207692"/>
                </a:cubicBezTo>
                <a:cubicBezTo>
                  <a:pt x="116408" y="222580"/>
                  <a:pt x="89432" y="260573"/>
                  <a:pt x="77512" y="282175"/>
                </a:cubicBezTo>
                <a:cubicBezTo>
                  <a:pt x="44701" y="341637"/>
                  <a:pt x="6669" y="507011"/>
                  <a:pt x="1208" y="673790"/>
                </a:cubicBezTo>
                <a:cubicBezTo>
                  <a:pt x="-1785" y="765117"/>
                  <a:pt x="-1509" y="858018"/>
                  <a:pt x="29868" y="931478"/>
                </a:cubicBezTo>
                <a:cubicBezTo>
                  <a:pt x="29868" y="931478"/>
                  <a:pt x="54465" y="977217"/>
                  <a:pt x="107615" y="980632"/>
                </a:cubicBezTo>
                <a:cubicBezTo>
                  <a:pt x="113477" y="981005"/>
                  <a:pt x="117682" y="986457"/>
                  <a:pt x="116711" y="992247"/>
                </a:cubicBezTo>
                <a:lnTo>
                  <a:pt x="106929" y="1050481"/>
                </a:lnTo>
                <a:cubicBezTo>
                  <a:pt x="105905" y="1057489"/>
                  <a:pt x="111063" y="1063892"/>
                  <a:pt x="118146" y="1064373"/>
                </a:cubicBezTo>
                <a:cubicBezTo>
                  <a:pt x="167358" y="1067699"/>
                  <a:pt x="348172" y="1078113"/>
                  <a:pt x="542430" y="1066827"/>
                </a:cubicBezTo>
                <a:cubicBezTo>
                  <a:pt x="670887" y="1059366"/>
                  <a:pt x="806631" y="1053078"/>
                  <a:pt x="911756" y="1011892"/>
                </a:cubicBezTo>
                <a:lnTo>
                  <a:pt x="905680" y="899408"/>
                </a:lnTo>
                <a:cubicBezTo>
                  <a:pt x="905493" y="895984"/>
                  <a:pt x="908397" y="893369"/>
                  <a:pt x="911827" y="893565"/>
                </a:cubicBezTo>
                <a:cubicBezTo>
                  <a:pt x="964897" y="896553"/>
                  <a:pt x="1039170" y="902716"/>
                  <a:pt x="1142941" y="854460"/>
                </a:cubicBezTo>
                <a:cubicBezTo>
                  <a:pt x="1142941" y="854460"/>
                  <a:pt x="1314552" y="863523"/>
                  <a:pt x="1348593" y="813399"/>
                </a:cubicBezTo>
                <a:cubicBezTo>
                  <a:pt x="1382634" y="763276"/>
                  <a:pt x="1373627" y="724340"/>
                  <a:pt x="1373627" y="724340"/>
                </a:cubicBezTo>
                <a:cubicBezTo>
                  <a:pt x="1374651" y="720694"/>
                  <a:pt x="1376772" y="717465"/>
                  <a:pt x="1379685" y="715046"/>
                </a:cubicBezTo>
                <a:cubicBezTo>
                  <a:pt x="1389244" y="707140"/>
                  <a:pt x="1412220" y="686089"/>
                  <a:pt x="1428015" y="654820"/>
                </a:cubicBezTo>
                <a:cubicBezTo>
                  <a:pt x="1477941" y="555996"/>
                  <a:pt x="1543813" y="306134"/>
                  <a:pt x="1543813" y="306134"/>
                </a:cubicBezTo>
                <a:cubicBezTo>
                  <a:pt x="1543813" y="306134"/>
                  <a:pt x="1567332" y="252035"/>
                  <a:pt x="1552071" y="221104"/>
                </a:cubicBezTo>
                <a:cubicBezTo>
                  <a:pt x="1544294" y="205345"/>
                  <a:pt x="1524694" y="207034"/>
                  <a:pt x="1490805" y="207515"/>
                </a:cubicBezTo>
                <a:cubicBezTo>
                  <a:pt x="1430510" y="208368"/>
                  <a:pt x="1328744" y="206572"/>
                  <a:pt x="1239673" y="208840"/>
                </a:cubicBezTo>
                <a:cubicBezTo>
                  <a:pt x="1169748" y="210618"/>
                  <a:pt x="1117907" y="217431"/>
                  <a:pt x="1097844" y="254143"/>
                </a:cubicBezTo>
                <a:lnTo>
                  <a:pt x="1007348" y="586794"/>
                </a:lnTo>
                <a:cubicBezTo>
                  <a:pt x="1005914" y="591854"/>
                  <a:pt x="998600" y="591436"/>
                  <a:pt x="997753" y="586243"/>
                </a:cubicBezTo>
                <a:lnTo>
                  <a:pt x="967356" y="400254"/>
                </a:lnTo>
                <a:cubicBezTo>
                  <a:pt x="967356" y="400254"/>
                  <a:pt x="958242" y="304765"/>
                  <a:pt x="865029" y="258385"/>
                </a:cubicBezTo>
                <a:cubicBezTo>
                  <a:pt x="771816" y="212015"/>
                  <a:pt x="732866" y="192405"/>
                  <a:pt x="718870" y="181083"/>
                </a:cubicBezTo>
                <a:cubicBezTo>
                  <a:pt x="704874" y="169753"/>
                  <a:pt x="661381" y="177303"/>
                  <a:pt x="661381" y="177303"/>
                </a:cubicBezTo>
                <a:cubicBezTo>
                  <a:pt x="657996" y="173773"/>
                  <a:pt x="648223" y="105391"/>
                  <a:pt x="647671" y="100535"/>
                </a:cubicBezTo>
                <a:lnTo>
                  <a:pt x="643706" y="65744"/>
                </a:lnTo>
                <a:lnTo>
                  <a:pt x="421225" y="235"/>
                </a:lnTo>
                <a:cubicBezTo>
                  <a:pt x="415693" y="-1357"/>
                  <a:pt x="414775" y="5464"/>
                  <a:pt x="414401" y="11183"/>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150" name="Freeform: Shape 149">
            <a:extLst>
              <a:ext uri="{FF2B5EF4-FFF2-40B4-BE49-F238E27FC236}">
                <a16:creationId xmlns:a16="http://schemas.microsoft.com/office/drawing/2014/main" id="{D0AFD287-302C-B34E-4168-92D09ED74726}"/>
              </a:ext>
            </a:extLst>
          </p:cNvPr>
          <p:cNvSpPr/>
          <p:nvPr/>
        </p:nvSpPr>
        <p:spPr>
          <a:xfrm>
            <a:off x="4594042" y="4127125"/>
            <a:ext cx="202010" cy="180602"/>
          </a:xfrm>
          <a:custGeom>
            <a:avLst/>
            <a:gdLst>
              <a:gd name="connsiteX0" fmla="*/ 202009 w 202010"/>
              <a:gd name="connsiteY0" fmla="*/ 9619 h 180602"/>
              <a:gd name="connsiteX1" fmla="*/ 2557 w 202010"/>
              <a:gd name="connsiteY1" fmla="*/ 29345 h 180602"/>
              <a:gd name="connsiteX2" fmla="*/ 9 w 202010"/>
              <a:gd name="connsiteY2" fmla="*/ 34779 h 180602"/>
              <a:gd name="connsiteX3" fmla="*/ 8598 w 202010"/>
              <a:gd name="connsiteY3" fmla="*/ 118422 h 180602"/>
              <a:gd name="connsiteX4" fmla="*/ 22050 w 202010"/>
              <a:gd name="connsiteY4" fmla="*/ 176416 h 180602"/>
              <a:gd name="connsiteX5" fmla="*/ 33721 w 202010"/>
              <a:gd name="connsiteY5" fmla="*/ 177252 h 180602"/>
              <a:gd name="connsiteX6" fmla="*/ 153188 w 202010"/>
              <a:gd name="connsiteY6" fmla="*/ 45896 h 180602"/>
              <a:gd name="connsiteX7" fmla="*/ 202009 w 202010"/>
              <a:gd name="connsiteY7" fmla="*/ 9619 h 18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2010" h="180602">
                <a:moveTo>
                  <a:pt x="202009" y="9619"/>
                </a:moveTo>
                <a:cubicBezTo>
                  <a:pt x="189857" y="-12134"/>
                  <a:pt x="20010" y="6729"/>
                  <a:pt x="2557" y="29345"/>
                </a:cubicBezTo>
                <a:cubicBezTo>
                  <a:pt x="856" y="30617"/>
                  <a:pt x="-106" y="32662"/>
                  <a:pt x="9" y="34779"/>
                </a:cubicBezTo>
                <a:cubicBezTo>
                  <a:pt x="1551" y="64012"/>
                  <a:pt x="4446" y="92151"/>
                  <a:pt x="8598" y="118422"/>
                </a:cubicBezTo>
                <a:cubicBezTo>
                  <a:pt x="11413" y="136271"/>
                  <a:pt x="15217" y="157118"/>
                  <a:pt x="22050" y="176416"/>
                </a:cubicBezTo>
                <a:cubicBezTo>
                  <a:pt x="23698" y="181530"/>
                  <a:pt x="31351" y="182135"/>
                  <a:pt x="33721" y="177252"/>
                </a:cubicBezTo>
                <a:cubicBezTo>
                  <a:pt x="65008" y="123420"/>
                  <a:pt x="106248" y="82661"/>
                  <a:pt x="153188" y="45896"/>
                </a:cubicBezTo>
                <a:cubicBezTo>
                  <a:pt x="162961" y="37225"/>
                  <a:pt x="202294" y="21430"/>
                  <a:pt x="202009" y="9619"/>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51" name="Freeform: Shape 150">
            <a:extLst>
              <a:ext uri="{FF2B5EF4-FFF2-40B4-BE49-F238E27FC236}">
                <a16:creationId xmlns:a16="http://schemas.microsoft.com/office/drawing/2014/main" id="{40883726-B290-1AB3-FC3A-4DA2EAC0A35D}"/>
              </a:ext>
            </a:extLst>
          </p:cNvPr>
          <p:cNvSpPr/>
          <p:nvPr/>
        </p:nvSpPr>
        <p:spPr>
          <a:xfrm>
            <a:off x="5044359" y="4215546"/>
            <a:ext cx="324545" cy="264361"/>
          </a:xfrm>
          <a:custGeom>
            <a:avLst/>
            <a:gdLst>
              <a:gd name="connsiteX0" fmla="*/ 321547 w 324545"/>
              <a:gd name="connsiteY0" fmla="*/ 210529 h 264361"/>
              <a:gd name="connsiteX1" fmla="*/ 315783 w 324545"/>
              <a:gd name="connsiteY1" fmla="*/ 155052 h 264361"/>
              <a:gd name="connsiteX2" fmla="*/ 318607 w 324545"/>
              <a:gd name="connsiteY2" fmla="*/ 35861 h 264361"/>
              <a:gd name="connsiteX3" fmla="*/ 319463 w 324545"/>
              <a:gd name="connsiteY3" fmla="*/ 7198 h 264361"/>
              <a:gd name="connsiteX4" fmla="*/ 312665 w 324545"/>
              <a:gd name="connsiteY4" fmla="*/ 30 h 264361"/>
              <a:gd name="connsiteX5" fmla="*/ 123521 w 324545"/>
              <a:gd name="connsiteY5" fmla="*/ 17656 h 264361"/>
              <a:gd name="connsiteX6" fmla="*/ 66246 w 324545"/>
              <a:gd name="connsiteY6" fmla="*/ 22068 h 264361"/>
              <a:gd name="connsiteX7" fmla="*/ 3358 w 324545"/>
              <a:gd name="connsiteY7" fmla="*/ 58211 h 264361"/>
              <a:gd name="connsiteX8" fmla="*/ 730 w 324545"/>
              <a:gd name="connsiteY8" fmla="*/ 66775 h 264361"/>
              <a:gd name="connsiteX9" fmla="*/ 11421 w 324545"/>
              <a:gd name="connsiteY9" fmla="*/ 228085 h 264361"/>
              <a:gd name="connsiteX10" fmla="*/ 18664 w 324545"/>
              <a:gd name="connsiteY10" fmla="*/ 264361 h 264361"/>
              <a:gd name="connsiteX11" fmla="*/ 313636 w 324545"/>
              <a:gd name="connsiteY11" fmla="*/ 236596 h 264361"/>
              <a:gd name="connsiteX12" fmla="*/ 324389 w 324545"/>
              <a:gd name="connsiteY12" fmla="*/ 225817 h 264361"/>
              <a:gd name="connsiteX13" fmla="*/ 321547 w 324545"/>
              <a:gd name="connsiteY13" fmla="*/ 210529 h 26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4545" h="264361">
                <a:moveTo>
                  <a:pt x="321547" y="210529"/>
                </a:moveTo>
                <a:cubicBezTo>
                  <a:pt x="313779" y="193738"/>
                  <a:pt x="316059" y="173870"/>
                  <a:pt x="315783" y="155052"/>
                </a:cubicBezTo>
                <a:cubicBezTo>
                  <a:pt x="315952" y="115449"/>
                  <a:pt x="318803" y="75624"/>
                  <a:pt x="318607" y="35861"/>
                </a:cubicBezTo>
                <a:cubicBezTo>
                  <a:pt x="318447" y="26274"/>
                  <a:pt x="318278" y="16358"/>
                  <a:pt x="319463" y="7198"/>
                </a:cubicBezTo>
                <a:cubicBezTo>
                  <a:pt x="320051" y="3347"/>
                  <a:pt x="316567" y="-371"/>
                  <a:pt x="312665" y="30"/>
                </a:cubicBezTo>
                <a:cubicBezTo>
                  <a:pt x="254633" y="4405"/>
                  <a:pt x="185749" y="9243"/>
                  <a:pt x="123521" y="17656"/>
                </a:cubicBezTo>
                <a:cubicBezTo>
                  <a:pt x="104705" y="20316"/>
                  <a:pt x="85240" y="23064"/>
                  <a:pt x="66246" y="22068"/>
                </a:cubicBezTo>
                <a:cubicBezTo>
                  <a:pt x="47119" y="33656"/>
                  <a:pt x="27893" y="45538"/>
                  <a:pt x="3358" y="58211"/>
                </a:cubicBezTo>
                <a:cubicBezTo>
                  <a:pt x="276" y="59865"/>
                  <a:pt x="-891" y="63680"/>
                  <a:pt x="730" y="66775"/>
                </a:cubicBezTo>
                <a:cubicBezTo>
                  <a:pt x="21149" y="105773"/>
                  <a:pt x="15492" y="194841"/>
                  <a:pt x="11421" y="228085"/>
                </a:cubicBezTo>
                <a:cubicBezTo>
                  <a:pt x="9220" y="246041"/>
                  <a:pt x="4588" y="263605"/>
                  <a:pt x="18664" y="264361"/>
                </a:cubicBezTo>
                <a:cubicBezTo>
                  <a:pt x="117802" y="259781"/>
                  <a:pt x="216342" y="257531"/>
                  <a:pt x="313636" y="236596"/>
                </a:cubicBezTo>
                <a:cubicBezTo>
                  <a:pt x="318251" y="235457"/>
                  <a:pt x="325449" y="229783"/>
                  <a:pt x="324389" y="225817"/>
                </a:cubicBezTo>
                <a:cubicBezTo>
                  <a:pt x="325360" y="220988"/>
                  <a:pt x="321476" y="215749"/>
                  <a:pt x="321547" y="210529"/>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152" name="Freeform: Shape 151">
            <a:extLst>
              <a:ext uri="{FF2B5EF4-FFF2-40B4-BE49-F238E27FC236}">
                <a16:creationId xmlns:a16="http://schemas.microsoft.com/office/drawing/2014/main" id="{C5DB559B-C726-FD41-65D4-11C3C4037A53}"/>
              </a:ext>
            </a:extLst>
          </p:cNvPr>
          <p:cNvSpPr/>
          <p:nvPr/>
        </p:nvSpPr>
        <p:spPr>
          <a:xfrm>
            <a:off x="5231839" y="4144878"/>
            <a:ext cx="141962" cy="43056"/>
          </a:xfrm>
          <a:custGeom>
            <a:avLst/>
            <a:gdLst>
              <a:gd name="connsiteX0" fmla="*/ 136259 w 141962"/>
              <a:gd name="connsiteY0" fmla="*/ 8790 h 43056"/>
              <a:gd name="connsiteX1" fmla="*/ 105657 w 141962"/>
              <a:gd name="connsiteY1" fmla="*/ 590 h 43056"/>
              <a:gd name="connsiteX2" fmla="*/ 100098 w 141962"/>
              <a:gd name="connsiteY2" fmla="*/ 679 h 43056"/>
              <a:gd name="connsiteX3" fmla="*/ 29629 w 141962"/>
              <a:gd name="connsiteY3" fmla="*/ 15451 h 43056"/>
              <a:gd name="connsiteX4" fmla="*/ 6724 w 141962"/>
              <a:gd name="connsiteY4" fmla="*/ 29094 h 43056"/>
              <a:gd name="connsiteX5" fmla="*/ 6172 w 141962"/>
              <a:gd name="connsiteY5" fmla="*/ 43056 h 43056"/>
              <a:gd name="connsiteX6" fmla="*/ 135404 w 141962"/>
              <a:gd name="connsiteY6" fmla="*/ 30356 h 43056"/>
              <a:gd name="connsiteX7" fmla="*/ 141943 w 141962"/>
              <a:gd name="connsiteY7" fmla="*/ 15620 h 43056"/>
              <a:gd name="connsiteX8" fmla="*/ 136259 w 141962"/>
              <a:gd name="connsiteY8" fmla="*/ 8790 h 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962" h="43056">
                <a:moveTo>
                  <a:pt x="136259" y="8790"/>
                </a:moveTo>
                <a:cubicBezTo>
                  <a:pt x="125132" y="7607"/>
                  <a:pt x="114833" y="4841"/>
                  <a:pt x="105657" y="590"/>
                </a:cubicBezTo>
                <a:cubicBezTo>
                  <a:pt x="103893" y="-228"/>
                  <a:pt x="101844" y="-193"/>
                  <a:pt x="100098" y="679"/>
                </a:cubicBezTo>
                <a:cubicBezTo>
                  <a:pt x="77799" y="12534"/>
                  <a:pt x="48338" y="21321"/>
                  <a:pt x="29629" y="15451"/>
                </a:cubicBezTo>
                <a:cubicBezTo>
                  <a:pt x="23402" y="14188"/>
                  <a:pt x="15883" y="26194"/>
                  <a:pt x="6724" y="29094"/>
                </a:cubicBezTo>
                <a:cubicBezTo>
                  <a:pt x="-1071" y="30881"/>
                  <a:pt x="-3129" y="42345"/>
                  <a:pt x="6172" y="43056"/>
                </a:cubicBezTo>
                <a:cubicBezTo>
                  <a:pt x="34974" y="39686"/>
                  <a:pt x="124170" y="31246"/>
                  <a:pt x="135404" y="30356"/>
                </a:cubicBezTo>
                <a:cubicBezTo>
                  <a:pt x="142486" y="30107"/>
                  <a:pt x="141355" y="20369"/>
                  <a:pt x="141943" y="15620"/>
                </a:cubicBezTo>
                <a:cubicBezTo>
                  <a:pt x="142210" y="12187"/>
                  <a:pt x="139689" y="9154"/>
                  <a:pt x="136259" y="8790"/>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153" name="Freeform: Shape 152">
            <a:extLst>
              <a:ext uri="{FF2B5EF4-FFF2-40B4-BE49-F238E27FC236}">
                <a16:creationId xmlns:a16="http://schemas.microsoft.com/office/drawing/2014/main" id="{8A1A4A9B-7F06-E454-B18D-31CA90D980EB}"/>
              </a:ext>
            </a:extLst>
          </p:cNvPr>
          <p:cNvSpPr/>
          <p:nvPr/>
        </p:nvSpPr>
        <p:spPr>
          <a:xfrm>
            <a:off x="4897655" y="3716319"/>
            <a:ext cx="381909" cy="518746"/>
          </a:xfrm>
          <a:custGeom>
            <a:avLst/>
            <a:gdLst>
              <a:gd name="connsiteX0" fmla="*/ 376043 w 381909"/>
              <a:gd name="connsiteY0" fmla="*/ 411256 h 518746"/>
              <a:gd name="connsiteX1" fmla="*/ 381014 w 381909"/>
              <a:gd name="connsiteY1" fmla="*/ 403892 h 518746"/>
              <a:gd name="connsiteX2" fmla="*/ 327900 w 381909"/>
              <a:gd name="connsiteY2" fmla="*/ 31772 h 518746"/>
              <a:gd name="connsiteX3" fmla="*/ 316844 w 381909"/>
              <a:gd name="connsiteY3" fmla="*/ 28997 h 518746"/>
              <a:gd name="connsiteX4" fmla="*/ 37355 w 381909"/>
              <a:gd name="connsiteY4" fmla="*/ 15764 h 518746"/>
              <a:gd name="connsiteX5" fmla="*/ 0 w 381909"/>
              <a:gd name="connsiteY5" fmla="*/ 689 h 518746"/>
              <a:gd name="connsiteX6" fmla="*/ 48117 w 381909"/>
              <a:gd name="connsiteY6" fmla="*/ 512472 h 518746"/>
              <a:gd name="connsiteX7" fmla="*/ 56081 w 381909"/>
              <a:gd name="connsiteY7" fmla="*/ 518538 h 518746"/>
              <a:gd name="connsiteX8" fmla="*/ 376043 w 381909"/>
              <a:gd name="connsiteY8" fmla="*/ 411256 h 518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909" h="518746">
                <a:moveTo>
                  <a:pt x="376043" y="411256"/>
                </a:moveTo>
                <a:cubicBezTo>
                  <a:pt x="378912" y="409877"/>
                  <a:pt x="380818" y="407058"/>
                  <a:pt x="381014" y="403892"/>
                </a:cubicBezTo>
                <a:cubicBezTo>
                  <a:pt x="388311" y="285565"/>
                  <a:pt x="349272" y="131459"/>
                  <a:pt x="327900" y="31772"/>
                </a:cubicBezTo>
                <a:cubicBezTo>
                  <a:pt x="326911" y="26836"/>
                  <a:pt x="320069" y="25022"/>
                  <a:pt x="316844" y="28997"/>
                </a:cubicBezTo>
                <a:cubicBezTo>
                  <a:pt x="247818" y="106522"/>
                  <a:pt x="74157" y="32163"/>
                  <a:pt x="37355" y="15764"/>
                </a:cubicBezTo>
                <a:cubicBezTo>
                  <a:pt x="28704" y="13772"/>
                  <a:pt x="6459" y="-3642"/>
                  <a:pt x="0" y="689"/>
                </a:cubicBezTo>
                <a:cubicBezTo>
                  <a:pt x="25248" y="153710"/>
                  <a:pt x="45578" y="334070"/>
                  <a:pt x="48117" y="512472"/>
                </a:cubicBezTo>
                <a:cubicBezTo>
                  <a:pt x="48179" y="516599"/>
                  <a:pt x="52081" y="519578"/>
                  <a:pt x="56081" y="518538"/>
                </a:cubicBezTo>
                <a:cubicBezTo>
                  <a:pt x="160057" y="491457"/>
                  <a:pt x="277066" y="458836"/>
                  <a:pt x="376043" y="411256"/>
                </a:cubicBezTo>
                <a:close/>
              </a:path>
            </a:pathLst>
          </a:custGeom>
          <a:solidFill>
            <a:srgbClr val="FFFFFF"/>
          </a:solidFill>
          <a:ln w="8863" cap="flat">
            <a:noFill/>
            <a:prstDash val="solid"/>
            <a:miter/>
          </a:ln>
        </p:spPr>
        <p:txBody>
          <a:bodyPr rtlCol="0" anchor="ctr"/>
          <a:lstStyle/>
          <a:p>
            <a:endParaRPr lang="en-GB" dirty="0">
              <a:solidFill>
                <a:schemeClr val="bg1"/>
              </a:solidFill>
            </a:endParaRPr>
          </a:p>
        </p:txBody>
      </p:sp>
      <p:sp>
        <p:nvSpPr>
          <p:cNvPr id="154" name="Freeform: Shape 153">
            <a:extLst>
              <a:ext uri="{FF2B5EF4-FFF2-40B4-BE49-F238E27FC236}">
                <a16:creationId xmlns:a16="http://schemas.microsoft.com/office/drawing/2014/main" id="{E9F3A83E-1D38-F539-8B4E-ACA54F374BC2}"/>
              </a:ext>
            </a:extLst>
          </p:cNvPr>
          <p:cNvSpPr/>
          <p:nvPr/>
        </p:nvSpPr>
        <p:spPr>
          <a:xfrm>
            <a:off x="4700390" y="4278630"/>
            <a:ext cx="360034" cy="202334"/>
          </a:xfrm>
          <a:custGeom>
            <a:avLst/>
            <a:gdLst>
              <a:gd name="connsiteX0" fmla="*/ 345991 w 360034"/>
              <a:gd name="connsiteY0" fmla="*/ 5211 h 202334"/>
              <a:gd name="connsiteX1" fmla="*/ 336708 w 360034"/>
              <a:gd name="connsiteY1" fmla="*/ 765 h 202334"/>
              <a:gd name="connsiteX2" fmla="*/ 196554 w 360034"/>
              <a:gd name="connsiteY2" fmla="*/ 60920 h 202334"/>
              <a:gd name="connsiteX3" fmla="*/ 12648 w 360034"/>
              <a:gd name="connsiteY3" fmla="*/ 102008 h 202334"/>
              <a:gd name="connsiteX4" fmla="*/ 6278 w 360034"/>
              <a:gd name="connsiteY4" fmla="*/ 108829 h 202334"/>
              <a:gd name="connsiteX5" fmla="*/ 5263 w 360034"/>
              <a:gd name="connsiteY5" fmla="*/ 187305 h 202334"/>
              <a:gd name="connsiteX6" fmla="*/ 345786 w 360034"/>
              <a:gd name="connsiteY6" fmla="*/ 201712 h 202334"/>
              <a:gd name="connsiteX7" fmla="*/ 356521 w 360034"/>
              <a:gd name="connsiteY7" fmla="*/ 192570 h 202334"/>
              <a:gd name="connsiteX8" fmla="*/ 345991 w 360034"/>
              <a:gd name="connsiteY8" fmla="*/ 5211 h 202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0034" h="202334">
                <a:moveTo>
                  <a:pt x="345991" y="5211"/>
                </a:moveTo>
                <a:cubicBezTo>
                  <a:pt x="345314" y="1103"/>
                  <a:pt x="340361" y="-1325"/>
                  <a:pt x="336708" y="765"/>
                </a:cubicBezTo>
                <a:cubicBezTo>
                  <a:pt x="291228" y="25071"/>
                  <a:pt x="242470" y="44040"/>
                  <a:pt x="196554" y="60920"/>
                </a:cubicBezTo>
                <a:cubicBezTo>
                  <a:pt x="138646" y="82362"/>
                  <a:pt x="76275" y="102177"/>
                  <a:pt x="12648" y="102008"/>
                </a:cubicBezTo>
                <a:cubicBezTo>
                  <a:pt x="9058" y="101937"/>
                  <a:pt x="5940" y="105254"/>
                  <a:pt x="6278" y="108829"/>
                </a:cubicBezTo>
                <a:cubicBezTo>
                  <a:pt x="10955" y="123308"/>
                  <a:pt x="-9081" y="188257"/>
                  <a:pt x="5263" y="187305"/>
                </a:cubicBezTo>
                <a:cubicBezTo>
                  <a:pt x="119296" y="199400"/>
                  <a:pt x="231619" y="204158"/>
                  <a:pt x="345786" y="201712"/>
                </a:cubicBezTo>
                <a:cubicBezTo>
                  <a:pt x="349804" y="201739"/>
                  <a:pt x="357733" y="196394"/>
                  <a:pt x="356521" y="192570"/>
                </a:cubicBezTo>
                <a:cubicBezTo>
                  <a:pt x="365332" y="130467"/>
                  <a:pt x="355978" y="63393"/>
                  <a:pt x="345991" y="5211"/>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55" name="Freeform: Shape 154">
            <a:extLst>
              <a:ext uri="{FF2B5EF4-FFF2-40B4-BE49-F238E27FC236}">
                <a16:creationId xmlns:a16="http://schemas.microsoft.com/office/drawing/2014/main" id="{91008CB9-07F2-6B46-96A5-A2E03CEA6487}"/>
              </a:ext>
            </a:extLst>
          </p:cNvPr>
          <p:cNvSpPr/>
          <p:nvPr/>
        </p:nvSpPr>
        <p:spPr>
          <a:xfrm>
            <a:off x="5361548" y="4206019"/>
            <a:ext cx="135520" cy="241987"/>
          </a:xfrm>
          <a:custGeom>
            <a:avLst/>
            <a:gdLst>
              <a:gd name="connsiteX0" fmla="*/ 134151 w 135520"/>
              <a:gd name="connsiteY0" fmla="*/ 204021 h 241987"/>
              <a:gd name="connsiteX1" fmla="*/ 124263 w 135520"/>
              <a:gd name="connsiteY1" fmla="*/ 104467 h 241987"/>
              <a:gd name="connsiteX2" fmla="*/ 127398 w 135520"/>
              <a:gd name="connsiteY2" fmla="*/ 8525 h 241987"/>
              <a:gd name="connsiteX3" fmla="*/ 120842 w 135520"/>
              <a:gd name="connsiteY3" fmla="*/ 40 h 241987"/>
              <a:gd name="connsiteX4" fmla="*/ 33651 w 135520"/>
              <a:gd name="connsiteY4" fmla="*/ 6773 h 241987"/>
              <a:gd name="connsiteX5" fmla="*/ 5917 w 135520"/>
              <a:gd name="connsiteY5" fmla="*/ 15595 h 241987"/>
              <a:gd name="connsiteX6" fmla="*/ 483 w 135520"/>
              <a:gd name="connsiteY6" fmla="*/ 206653 h 241987"/>
              <a:gd name="connsiteX7" fmla="*/ 1614 w 135520"/>
              <a:gd name="connsiteY7" fmla="*/ 235824 h 241987"/>
              <a:gd name="connsiteX8" fmla="*/ 14069 w 135520"/>
              <a:gd name="connsiteY8" fmla="*/ 241373 h 241987"/>
              <a:gd name="connsiteX9" fmla="*/ 84262 w 135520"/>
              <a:gd name="connsiteY9" fmla="*/ 226583 h 241987"/>
              <a:gd name="connsiteX10" fmla="*/ 134151 w 135520"/>
              <a:gd name="connsiteY10" fmla="*/ 204021 h 241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520" h="241987">
                <a:moveTo>
                  <a:pt x="134151" y="204021"/>
                </a:moveTo>
                <a:cubicBezTo>
                  <a:pt x="124298" y="173116"/>
                  <a:pt x="127381" y="135452"/>
                  <a:pt x="124263" y="104467"/>
                </a:cubicBezTo>
                <a:cubicBezTo>
                  <a:pt x="123915" y="73358"/>
                  <a:pt x="119853" y="38576"/>
                  <a:pt x="127398" y="8525"/>
                </a:cubicBezTo>
                <a:cubicBezTo>
                  <a:pt x="129029" y="4354"/>
                  <a:pt x="125323" y="-493"/>
                  <a:pt x="120842" y="40"/>
                </a:cubicBezTo>
                <a:cubicBezTo>
                  <a:pt x="91816" y="2548"/>
                  <a:pt x="62248" y="4701"/>
                  <a:pt x="33651" y="6773"/>
                </a:cubicBezTo>
                <a:cubicBezTo>
                  <a:pt x="25535" y="9147"/>
                  <a:pt x="6087" y="3473"/>
                  <a:pt x="5917" y="15595"/>
                </a:cubicBezTo>
                <a:cubicBezTo>
                  <a:pt x="7378" y="78089"/>
                  <a:pt x="100" y="141989"/>
                  <a:pt x="483" y="206653"/>
                </a:cubicBezTo>
                <a:cubicBezTo>
                  <a:pt x="554" y="218926"/>
                  <a:pt x="-1219" y="227037"/>
                  <a:pt x="1614" y="235824"/>
                </a:cubicBezTo>
                <a:cubicBezTo>
                  <a:pt x="3120" y="240475"/>
                  <a:pt x="9606" y="243303"/>
                  <a:pt x="14069" y="241373"/>
                </a:cubicBezTo>
                <a:cubicBezTo>
                  <a:pt x="34114" y="235424"/>
                  <a:pt x="58123" y="229020"/>
                  <a:pt x="84262" y="226583"/>
                </a:cubicBezTo>
                <a:cubicBezTo>
                  <a:pt x="94106" y="225641"/>
                  <a:pt x="144397" y="221470"/>
                  <a:pt x="134151" y="204021"/>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56" name="Freeform: Shape 155">
            <a:extLst>
              <a:ext uri="{FF2B5EF4-FFF2-40B4-BE49-F238E27FC236}">
                <a16:creationId xmlns:a16="http://schemas.microsoft.com/office/drawing/2014/main" id="{86865621-6BD0-6713-2F19-149C42FEBD93}"/>
              </a:ext>
            </a:extLst>
          </p:cNvPr>
          <p:cNvSpPr/>
          <p:nvPr/>
        </p:nvSpPr>
        <p:spPr>
          <a:xfrm>
            <a:off x="5368337" y="4130546"/>
            <a:ext cx="144596" cy="44858"/>
          </a:xfrm>
          <a:custGeom>
            <a:avLst/>
            <a:gdLst>
              <a:gd name="connsiteX0" fmla="*/ 139514 w 144596"/>
              <a:gd name="connsiteY0" fmla="*/ 18044 h 44858"/>
              <a:gd name="connsiteX1" fmla="*/ 37258 w 144596"/>
              <a:gd name="connsiteY1" fmla="*/ 20685 h 44858"/>
              <a:gd name="connsiteX2" fmla="*/ 7610 w 144596"/>
              <a:gd name="connsiteY2" fmla="*/ 23255 h 44858"/>
              <a:gd name="connsiteX3" fmla="*/ 572 w 144596"/>
              <a:gd name="connsiteY3" fmla="*/ 29090 h 44858"/>
              <a:gd name="connsiteX4" fmla="*/ 6754 w 144596"/>
              <a:gd name="connsiteY4" fmla="*/ 44831 h 44858"/>
              <a:gd name="connsiteX5" fmla="*/ 139140 w 144596"/>
              <a:gd name="connsiteY5" fmla="*/ 30619 h 44858"/>
              <a:gd name="connsiteX6" fmla="*/ 139514 w 144596"/>
              <a:gd name="connsiteY6" fmla="*/ 18044 h 4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596" h="44858">
                <a:moveTo>
                  <a:pt x="139514" y="18044"/>
                </a:moveTo>
                <a:cubicBezTo>
                  <a:pt x="67700" y="-4074"/>
                  <a:pt x="113901" y="-8814"/>
                  <a:pt x="37258" y="20685"/>
                </a:cubicBezTo>
                <a:cubicBezTo>
                  <a:pt x="25418" y="23629"/>
                  <a:pt x="20296" y="24616"/>
                  <a:pt x="7610" y="23255"/>
                </a:cubicBezTo>
                <a:cubicBezTo>
                  <a:pt x="4144" y="22811"/>
                  <a:pt x="768" y="25603"/>
                  <a:pt x="572" y="29090"/>
                </a:cubicBezTo>
                <a:cubicBezTo>
                  <a:pt x="117" y="34479"/>
                  <a:pt x="-2074" y="45480"/>
                  <a:pt x="6754" y="44831"/>
                </a:cubicBezTo>
                <a:cubicBezTo>
                  <a:pt x="45134" y="41665"/>
                  <a:pt x="87914" y="37067"/>
                  <a:pt x="139140" y="30619"/>
                </a:cubicBezTo>
                <a:cubicBezTo>
                  <a:pt x="146151" y="29926"/>
                  <a:pt x="146543" y="19156"/>
                  <a:pt x="139514" y="18044"/>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157" name="Freeform: Shape 156">
            <a:extLst>
              <a:ext uri="{FF2B5EF4-FFF2-40B4-BE49-F238E27FC236}">
                <a16:creationId xmlns:a16="http://schemas.microsoft.com/office/drawing/2014/main" id="{B840652F-F061-7820-0F65-5685E223B08A}"/>
              </a:ext>
            </a:extLst>
          </p:cNvPr>
          <p:cNvSpPr/>
          <p:nvPr/>
        </p:nvSpPr>
        <p:spPr>
          <a:xfrm>
            <a:off x="5258082" y="3570359"/>
            <a:ext cx="324961" cy="489005"/>
          </a:xfrm>
          <a:custGeom>
            <a:avLst/>
            <a:gdLst>
              <a:gd name="connsiteX0" fmla="*/ 324016 w 324961"/>
              <a:gd name="connsiteY0" fmla="*/ 437883 h 489005"/>
              <a:gd name="connsiteX1" fmla="*/ 309120 w 324961"/>
              <a:gd name="connsiteY1" fmla="*/ 380360 h 489005"/>
              <a:gd name="connsiteX2" fmla="*/ 78425 w 324961"/>
              <a:gd name="connsiteY2" fmla="*/ 30020 h 489005"/>
              <a:gd name="connsiteX3" fmla="*/ 38380 w 324961"/>
              <a:gd name="connsiteY3" fmla="*/ 3509 h 489005"/>
              <a:gd name="connsiteX4" fmla="*/ 125 w 324961"/>
              <a:gd name="connsiteY4" fmla="*/ 4220 h 489005"/>
              <a:gd name="connsiteX5" fmla="*/ 36438 w 324961"/>
              <a:gd name="connsiteY5" fmla="*/ 46455 h 489005"/>
              <a:gd name="connsiteX6" fmla="*/ 46059 w 324961"/>
              <a:gd name="connsiteY6" fmla="*/ 48127 h 489005"/>
              <a:gd name="connsiteX7" fmla="*/ 57881 w 324961"/>
              <a:gd name="connsiteY7" fmla="*/ 57537 h 489005"/>
              <a:gd name="connsiteX8" fmla="*/ 111370 w 324961"/>
              <a:gd name="connsiteY8" fmla="*/ 427238 h 489005"/>
              <a:gd name="connsiteX9" fmla="*/ 119949 w 324961"/>
              <a:gd name="connsiteY9" fmla="*/ 433223 h 489005"/>
              <a:gd name="connsiteX10" fmla="*/ 247791 w 324961"/>
              <a:gd name="connsiteY10" fmla="*/ 449782 h 489005"/>
              <a:gd name="connsiteX11" fmla="*/ 260558 w 324961"/>
              <a:gd name="connsiteY11" fmla="*/ 455377 h 489005"/>
              <a:gd name="connsiteX12" fmla="*/ 306020 w 324961"/>
              <a:gd name="connsiteY12" fmla="*/ 487028 h 489005"/>
              <a:gd name="connsiteX13" fmla="*/ 314768 w 324961"/>
              <a:gd name="connsiteY13" fmla="*/ 485232 h 489005"/>
              <a:gd name="connsiteX14" fmla="*/ 324016 w 324961"/>
              <a:gd name="connsiteY14" fmla="*/ 437883 h 489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4961" h="489005">
                <a:moveTo>
                  <a:pt x="324016" y="437883"/>
                </a:moveTo>
                <a:cubicBezTo>
                  <a:pt x="312657" y="425059"/>
                  <a:pt x="312657" y="398725"/>
                  <a:pt x="309120" y="380360"/>
                </a:cubicBezTo>
                <a:cubicBezTo>
                  <a:pt x="292416" y="180177"/>
                  <a:pt x="286411" y="118839"/>
                  <a:pt x="78425" y="30020"/>
                </a:cubicBezTo>
                <a:cubicBezTo>
                  <a:pt x="73338" y="28117"/>
                  <a:pt x="41079" y="4398"/>
                  <a:pt x="38380" y="3509"/>
                </a:cubicBezTo>
                <a:cubicBezTo>
                  <a:pt x="29800" y="850"/>
                  <a:pt x="5176" y="-3170"/>
                  <a:pt x="125" y="4220"/>
                </a:cubicBezTo>
                <a:cubicBezTo>
                  <a:pt x="-2120" y="17649"/>
                  <a:pt x="26477" y="38709"/>
                  <a:pt x="36438" y="46455"/>
                </a:cubicBezTo>
                <a:cubicBezTo>
                  <a:pt x="37979" y="47514"/>
                  <a:pt x="41578" y="48038"/>
                  <a:pt x="46059" y="48127"/>
                </a:cubicBezTo>
                <a:cubicBezTo>
                  <a:pt x="51672" y="48234"/>
                  <a:pt x="56518" y="52094"/>
                  <a:pt x="57881" y="57537"/>
                </a:cubicBezTo>
                <a:cubicBezTo>
                  <a:pt x="85704" y="168269"/>
                  <a:pt x="111504" y="295766"/>
                  <a:pt x="111370" y="427238"/>
                </a:cubicBezTo>
                <a:cubicBezTo>
                  <a:pt x="111254" y="431515"/>
                  <a:pt x="115940" y="434833"/>
                  <a:pt x="119949" y="433223"/>
                </a:cubicBezTo>
                <a:cubicBezTo>
                  <a:pt x="161126" y="416966"/>
                  <a:pt x="195577" y="427753"/>
                  <a:pt x="247791" y="449782"/>
                </a:cubicBezTo>
                <a:cubicBezTo>
                  <a:pt x="249680" y="450574"/>
                  <a:pt x="257698" y="448502"/>
                  <a:pt x="260558" y="455377"/>
                </a:cubicBezTo>
                <a:cubicBezTo>
                  <a:pt x="264362" y="464519"/>
                  <a:pt x="275908" y="462705"/>
                  <a:pt x="306020" y="487028"/>
                </a:cubicBezTo>
                <a:cubicBezTo>
                  <a:pt x="309423" y="490088"/>
                  <a:pt x="313753" y="489679"/>
                  <a:pt x="314768" y="485232"/>
                </a:cubicBezTo>
                <a:cubicBezTo>
                  <a:pt x="316559" y="472087"/>
                  <a:pt x="328336" y="446661"/>
                  <a:pt x="324016" y="437883"/>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58" name="Freeform: Shape 157">
            <a:extLst>
              <a:ext uri="{FF2B5EF4-FFF2-40B4-BE49-F238E27FC236}">
                <a16:creationId xmlns:a16="http://schemas.microsoft.com/office/drawing/2014/main" id="{CEC630EF-62F1-D652-B4D4-C68C72FE78F6}"/>
              </a:ext>
            </a:extLst>
          </p:cNvPr>
          <p:cNvSpPr/>
          <p:nvPr/>
        </p:nvSpPr>
        <p:spPr>
          <a:xfrm>
            <a:off x="4592685" y="3523024"/>
            <a:ext cx="438135" cy="633267"/>
          </a:xfrm>
          <a:custGeom>
            <a:avLst/>
            <a:gdLst>
              <a:gd name="connsiteX0" fmla="*/ 204301 w 438135"/>
              <a:gd name="connsiteY0" fmla="*/ 607894 h 633267"/>
              <a:gd name="connsiteX1" fmla="*/ 246511 w 438135"/>
              <a:gd name="connsiteY1" fmla="*/ 625032 h 633267"/>
              <a:gd name="connsiteX2" fmla="*/ 272846 w 438135"/>
              <a:gd name="connsiteY2" fmla="*/ 630208 h 633267"/>
              <a:gd name="connsiteX3" fmla="*/ 303590 w 438135"/>
              <a:gd name="connsiteY3" fmla="*/ 633267 h 633267"/>
              <a:gd name="connsiteX4" fmla="*/ 414319 w 438135"/>
              <a:gd name="connsiteY4" fmla="*/ 607103 h 633267"/>
              <a:gd name="connsiteX5" fmla="*/ 437758 w 438135"/>
              <a:gd name="connsiteY5" fmla="*/ 595995 h 633267"/>
              <a:gd name="connsiteX6" fmla="*/ 434150 w 438135"/>
              <a:gd name="connsiteY6" fmla="*/ 537583 h 633267"/>
              <a:gd name="connsiteX7" fmla="*/ 432466 w 438135"/>
              <a:gd name="connsiteY7" fmla="*/ 456786 h 633267"/>
              <a:gd name="connsiteX8" fmla="*/ 413517 w 438135"/>
              <a:gd name="connsiteY8" fmla="*/ 227139 h 633267"/>
              <a:gd name="connsiteX9" fmla="*/ 384091 w 438135"/>
              <a:gd name="connsiteY9" fmla="*/ 64931 h 633267"/>
              <a:gd name="connsiteX10" fmla="*/ 371654 w 438135"/>
              <a:gd name="connsiteY10" fmla="*/ 5122 h 633267"/>
              <a:gd name="connsiteX11" fmla="*/ 367645 w 438135"/>
              <a:gd name="connsiteY11" fmla="*/ 409 h 633267"/>
              <a:gd name="connsiteX12" fmla="*/ 361516 w 438135"/>
              <a:gd name="connsiteY12" fmla="*/ 1307 h 633267"/>
              <a:gd name="connsiteX13" fmla="*/ 295973 w 438135"/>
              <a:gd name="connsiteY13" fmla="*/ 31216 h 633267"/>
              <a:gd name="connsiteX14" fmla="*/ 246066 w 438135"/>
              <a:gd name="connsiteY14" fmla="*/ 47695 h 633267"/>
              <a:gd name="connsiteX15" fmla="*/ 106553 w 438135"/>
              <a:gd name="connsiteY15" fmla="*/ 117420 h 633267"/>
              <a:gd name="connsiteX16" fmla="*/ 106268 w 438135"/>
              <a:gd name="connsiteY16" fmla="*/ 117722 h 633267"/>
              <a:gd name="connsiteX17" fmla="*/ 12386 w 438135"/>
              <a:gd name="connsiteY17" fmla="*/ 398231 h 633267"/>
              <a:gd name="connsiteX18" fmla="*/ 10792 w 438135"/>
              <a:gd name="connsiteY18" fmla="*/ 409882 h 633267"/>
              <a:gd name="connsiteX19" fmla="*/ 10774 w 438135"/>
              <a:gd name="connsiteY19" fmla="*/ 410059 h 633267"/>
              <a:gd name="connsiteX20" fmla="*/ 529 w 438135"/>
              <a:gd name="connsiteY20" fmla="*/ 618753 h 633267"/>
              <a:gd name="connsiteX21" fmla="*/ 3709 w 438135"/>
              <a:gd name="connsiteY21" fmla="*/ 624063 h 633267"/>
              <a:gd name="connsiteX22" fmla="*/ 9901 w 438135"/>
              <a:gd name="connsiteY22" fmla="*/ 624178 h 633267"/>
              <a:gd name="connsiteX23" fmla="*/ 105671 w 438135"/>
              <a:gd name="connsiteY23" fmla="*/ 603545 h 633267"/>
              <a:gd name="connsiteX24" fmla="*/ 204301 w 438135"/>
              <a:gd name="connsiteY24" fmla="*/ 607894 h 633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8135" h="633267">
                <a:moveTo>
                  <a:pt x="204301" y="607894"/>
                </a:moveTo>
                <a:cubicBezTo>
                  <a:pt x="206288" y="608419"/>
                  <a:pt x="238235" y="623129"/>
                  <a:pt x="246511" y="625032"/>
                </a:cubicBezTo>
                <a:cubicBezTo>
                  <a:pt x="255046" y="626989"/>
                  <a:pt x="263875" y="629016"/>
                  <a:pt x="272846" y="630208"/>
                </a:cubicBezTo>
                <a:cubicBezTo>
                  <a:pt x="283207" y="632334"/>
                  <a:pt x="293443" y="633267"/>
                  <a:pt x="303590" y="633267"/>
                </a:cubicBezTo>
                <a:cubicBezTo>
                  <a:pt x="341774" y="633267"/>
                  <a:pt x="378523" y="620016"/>
                  <a:pt x="414319" y="607103"/>
                </a:cubicBezTo>
                <a:cubicBezTo>
                  <a:pt x="420350" y="604924"/>
                  <a:pt x="434230" y="601375"/>
                  <a:pt x="437758" y="595995"/>
                </a:cubicBezTo>
                <a:cubicBezTo>
                  <a:pt x="439557" y="593256"/>
                  <a:pt x="434346" y="554276"/>
                  <a:pt x="434150" y="537583"/>
                </a:cubicBezTo>
                <a:cubicBezTo>
                  <a:pt x="433838" y="511116"/>
                  <a:pt x="433508" y="483742"/>
                  <a:pt x="432466" y="456786"/>
                </a:cubicBezTo>
                <a:cubicBezTo>
                  <a:pt x="429303" y="374681"/>
                  <a:pt x="423103" y="299549"/>
                  <a:pt x="413517" y="227139"/>
                </a:cubicBezTo>
                <a:cubicBezTo>
                  <a:pt x="406897" y="172399"/>
                  <a:pt x="395307" y="117767"/>
                  <a:pt x="384091" y="64931"/>
                </a:cubicBezTo>
                <a:cubicBezTo>
                  <a:pt x="379930" y="45339"/>
                  <a:pt x="375636" y="25079"/>
                  <a:pt x="371654" y="5122"/>
                </a:cubicBezTo>
                <a:cubicBezTo>
                  <a:pt x="371226" y="2961"/>
                  <a:pt x="369712" y="1183"/>
                  <a:pt x="367645" y="409"/>
                </a:cubicBezTo>
                <a:cubicBezTo>
                  <a:pt x="365578" y="-365"/>
                  <a:pt x="363262" y="-27"/>
                  <a:pt x="361516" y="1307"/>
                </a:cubicBezTo>
                <a:cubicBezTo>
                  <a:pt x="342674" y="15697"/>
                  <a:pt x="318931" y="23585"/>
                  <a:pt x="295973" y="31216"/>
                </a:cubicBezTo>
                <a:cubicBezTo>
                  <a:pt x="295973" y="31216"/>
                  <a:pt x="261282" y="42937"/>
                  <a:pt x="246066" y="47695"/>
                </a:cubicBezTo>
                <a:cubicBezTo>
                  <a:pt x="196239" y="63277"/>
                  <a:pt x="144728" y="79383"/>
                  <a:pt x="106553" y="117420"/>
                </a:cubicBezTo>
                <a:cubicBezTo>
                  <a:pt x="106455" y="117518"/>
                  <a:pt x="106357" y="117625"/>
                  <a:pt x="106268" y="117722"/>
                </a:cubicBezTo>
                <a:cubicBezTo>
                  <a:pt x="40423" y="192579"/>
                  <a:pt x="25527" y="301835"/>
                  <a:pt x="12386" y="398231"/>
                </a:cubicBezTo>
                <a:lnTo>
                  <a:pt x="10792" y="409882"/>
                </a:lnTo>
                <a:cubicBezTo>
                  <a:pt x="10783" y="409944"/>
                  <a:pt x="10774" y="410006"/>
                  <a:pt x="10774" y="410059"/>
                </a:cubicBezTo>
                <a:cubicBezTo>
                  <a:pt x="1874" y="492235"/>
                  <a:pt x="-1387" y="558545"/>
                  <a:pt x="529" y="618753"/>
                </a:cubicBezTo>
                <a:cubicBezTo>
                  <a:pt x="600" y="620950"/>
                  <a:pt x="1803" y="622960"/>
                  <a:pt x="3709" y="624063"/>
                </a:cubicBezTo>
                <a:cubicBezTo>
                  <a:pt x="5616" y="625165"/>
                  <a:pt x="7959" y="625210"/>
                  <a:pt x="9901" y="624178"/>
                </a:cubicBezTo>
                <a:cubicBezTo>
                  <a:pt x="37349" y="609629"/>
                  <a:pt x="105671" y="603545"/>
                  <a:pt x="105671" y="603545"/>
                </a:cubicBezTo>
                <a:cubicBezTo>
                  <a:pt x="139525" y="600148"/>
                  <a:pt x="172229" y="599410"/>
                  <a:pt x="204301" y="607894"/>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59" name="Freeform: Shape 158">
            <a:extLst>
              <a:ext uri="{FF2B5EF4-FFF2-40B4-BE49-F238E27FC236}">
                <a16:creationId xmlns:a16="http://schemas.microsoft.com/office/drawing/2014/main" id="{1F8DF8E5-E9E3-E0A2-4185-C0BD15E9D133}"/>
              </a:ext>
            </a:extLst>
          </p:cNvPr>
          <p:cNvSpPr/>
          <p:nvPr/>
        </p:nvSpPr>
        <p:spPr>
          <a:xfrm>
            <a:off x="5090420" y="3599875"/>
            <a:ext cx="1050323" cy="636955"/>
          </a:xfrm>
          <a:custGeom>
            <a:avLst/>
            <a:gdLst>
              <a:gd name="connsiteX0" fmla="*/ 1049203 w 1050323"/>
              <a:gd name="connsiteY0" fmla="*/ 32503 h 636955"/>
              <a:gd name="connsiteX1" fmla="*/ 953246 w 1050323"/>
              <a:gd name="connsiteY1" fmla="*/ 2559 h 636955"/>
              <a:gd name="connsiteX2" fmla="*/ 658460 w 1050323"/>
              <a:gd name="connsiteY2" fmla="*/ 9798 h 636955"/>
              <a:gd name="connsiteX3" fmla="*/ 578975 w 1050323"/>
              <a:gd name="connsiteY3" fmla="*/ 107155 h 636955"/>
              <a:gd name="connsiteX4" fmla="*/ 462082 w 1050323"/>
              <a:gd name="connsiteY4" fmla="*/ 549764 h 636955"/>
              <a:gd name="connsiteX5" fmla="*/ 446224 w 1050323"/>
              <a:gd name="connsiteY5" fmla="*/ 555883 h 636955"/>
              <a:gd name="connsiteX6" fmla="*/ 114334 w 1050323"/>
              <a:gd name="connsiteY6" fmla="*/ 594090 h 636955"/>
              <a:gd name="connsiteX7" fmla="*/ 5289 w 1050323"/>
              <a:gd name="connsiteY7" fmla="*/ 610044 h 636955"/>
              <a:gd name="connsiteX8" fmla="*/ 12933 w 1050323"/>
              <a:gd name="connsiteY8" fmla="*/ 635177 h 636955"/>
              <a:gd name="connsiteX9" fmla="*/ 30929 w 1050323"/>
              <a:gd name="connsiteY9" fmla="*/ 636956 h 636955"/>
              <a:gd name="connsiteX10" fmla="*/ 234577 w 1050323"/>
              <a:gd name="connsiteY10" fmla="*/ 617239 h 636955"/>
              <a:gd name="connsiteX11" fmla="*/ 347960 w 1050323"/>
              <a:gd name="connsiteY11" fmla="*/ 608337 h 636955"/>
              <a:gd name="connsiteX12" fmla="*/ 455026 w 1050323"/>
              <a:gd name="connsiteY12" fmla="*/ 597549 h 636955"/>
              <a:gd name="connsiteX13" fmla="*/ 489700 w 1050323"/>
              <a:gd name="connsiteY13" fmla="*/ 587855 h 636955"/>
              <a:gd name="connsiteX14" fmla="*/ 553942 w 1050323"/>
              <a:gd name="connsiteY14" fmla="*/ 580340 h 636955"/>
              <a:gd name="connsiteX15" fmla="*/ 662336 w 1050323"/>
              <a:gd name="connsiteY15" fmla="*/ 563736 h 636955"/>
              <a:gd name="connsiteX16" fmla="*/ 706844 w 1050323"/>
              <a:gd name="connsiteY16" fmla="*/ 545878 h 636955"/>
              <a:gd name="connsiteX17" fmla="*/ 754819 w 1050323"/>
              <a:gd name="connsiteY17" fmla="*/ 462769 h 636955"/>
              <a:gd name="connsiteX18" fmla="*/ 776075 w 1050323"/>
              <a:gd name="connsiteY18" fmla="*/ 429098 h 636955"/>
              <a:gd name="connsiteX19" fmla="*/ 792886 w 1050323"/>
              <a:gd name="connsiteY19" fmla="*/ 435377 h 636955"/>
              <a:gd name="connsiteX20" fmla="*/ 797447 w 1050323"/>
              <a:gd name="connsiteY20" fmla="*/ 429489 h 636955"/>
              <a:gd name="connsiteX21" fmla="*/ 826045 w 1050323"/>
              <a:gd name="connsiteY21" fmla="*/ 414895 h 636955"/>
              <a:gd name="connsiteX22" fmla="*/ 850268 w 1050323"/>
              <a:gd name="connsiteY22" fmla="*/ 418079 h 636955"/>
              <a:gd name="connsiteX23" fmla="*/ 883721 w 1050323"/>
              <a:gd name="connsiteY23" fmla="*/ 504906 h 636955"/>
              <a:gd name="connsiteX24" fmla="*/ 891088 w 1050323"/>
              <a:gd name="connsiteY24" fmla="*/ 496839 h 636955"/>
              <a:gd name="connsiteX25" fmla="*/ 919089 w 1050323"/>
              <a:gd name="connsiteY25" fmla="*/ 457201 h 636955"/>
              <a:gd name="connsiteX26" fmla="*/ 1049203 w 1050323"/>
              <a:gd name="connsiteY26" fmla="*/ 32503 h 636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50323" h="636955">
                <a:moveTo>
                  <a:pt x="1049203" y="32503"/>
                </a:moveTo>
                <a:cubicBezTo>
                  <a:pt x="1060277" y="-11413"/>
                  <a:pt x="986467" y="1536"/>
                  <a:pt x="953246" y="2559"/>
                </a:cubicBezTo>
                <a:cubicBezTo>
                  <a:pt x="844094" y="6036"/>
                  <a:pt x="744351" y="5867"/>
                  <a:pt x="658460" y="9798"/>
                </a:cubicBezTo>
                <a:cubicBezTo>
                  <a:pt x="602156" y="16842"/>
                  <a:pt x="591528" y="61193"/>
                  <a:pt x="578975" y="107155"/>
                </a:cubicBezTo>
                <a:cubicBezTo>
                  <a:pt x="535304" y="254173"/>
                  <a:pt x="502163" y="403716"/>
                  <a:pt x="462082" y="549764"/>
                </a:cubicBezTo>
                <a:cubicBezTo>
                  <a:pt x="461672" y="551250"/>
                  <a:pt x="449191" y="554860"/>
                  <a:pt x="446224" y="555883"/>
                </a:cubicBezTo>
                <a:cubicBezTo>
                  <a:pt x="335764" y="576632"/>
                  <a:pt x="224679" y="575440"/>
                  <a:pt x="114334" y="594090"/>
                </a:cubicBezTo>
                <a:cubicBezTo>
                  <a:pt x="78859" y="596571"/>
                  <a:pt x="42279" y="604477"/>
                  <a:pt x="5289" y="610044"/>
                </a:cubicBezTo>
                <a:cubicBezTo>
                  <a:pt x="-7058" y="615114"/>
                  <a:pt x="5040" y="628712"/>
                  <a:pt x="12933" y="635177"/>
                </a:cubicBezTo>
                <a:cubicBezTo>
                  <a:pt x="18002" y="637836"/>
                  <a:pt x="24916" y="635889"/>
                  <a:pt x="30929" y="636956"/>
                </a:cubicBezTo>
                <a:cubicBezTo>
                  <a:pt x="99002" y="630615"/>
                  <a:pt x="167154" y="621117"/>
                  <a:pt x="234577" y="617239"/>
                </a:cubicBezTo>
                <a:cubicBezTo>
                  <a:pt x="271905" y="614509"/>
                  <a:pt x="310462" y="610783"/>
                  <a:pt x="347960" y="608337"/>
                </a:cubicBezTo>
                <a:cubicBezTo>
                  <a:pt x="383266" y="605909"/>
                  <a:pt x="419765" y="603392"/>
                  <a:pt x="455026" y="597549"/>
                </a:cubicBezTo>
                <a:cubicBezTo>
                  <a:pt x="460568" y="596464"/>
                  <a:pt x="481031" y="586130"/>
                  <a:pt x="489700" y="587855"/>
                </a:cubicBezTo>
                <a:cubicBezTo>
                  <a:pt x="511224" y="586299"/>
                  <a:pt x="532409" y="583106"/>
                  <a:pt x="553942" y="580340"/>
                </a:cubicBezTo>
                <a:cubicBezTo>
                  <a:pt x="590263" y="576240"/>
                  <a:pt x="626059" y="566484"/>
                  <a:pt x="662336" y="563736"/>
                </a:cubicBezTo>
                <a:cubicBezTo>
                  <a:pt x="676527" y="557057"/>
                  <a:pt x="692118" y="552424"/>
                  <a:pt x="706844" y="545878"/>
                </a:cubicBezTo>
                <a:cubicBezTo>
                  <a:pt x="741322" y="532689"/>
                  <a:pt x="740306" y="467295"/>
                  <a:pt x="754819" y="462769"/>
                </a:cubicBezTo>
                <a:cubicBezTo>
                  <a:pt x="776699" y="481054"/>
                  <a:pt x="766311" y="435261"/>
                  <a:pt x="776075" y="429098"/>
                </a:cubicBezTo>
                <a:cubicBezTo>
                  <a:pt x="782596" y="424625"/>
                  <a:pt x="786098" y="437840"/>
                  <a:pt x="792886" y="435377"/>
                </a:cubicBezTo>
                <a:cubicBezTo>
                  <a:pt x="795514" y="434594"/>
                  <a:pt x="797358" y="432220"/>
                  <a:pt x="797447" y="429489"/>
                </a:cubicBezTo>
                <a:cubicBezTo>
                  <a:pt x="798427" y="404926"/>
                  <a:pt x="815541" y="393809"/>
                  <a:pt x="826045" y="414895"/>
                </a:cubicBezTo>
                <a:cubicBezTo>
                  <a:pt x="831675" y="422979"/>
                  <a:pt x="842838" y="411018"/>
                  <a:pt x="850268" y="418079"/>
                </a:cubicBezTo>
                <a:cubicBezTo>
                  <a:pt x="880033" y="438667"/>
                  <a:pt x="865066" y="516636"/>
                  <a:pt x="883721" y="504906"/>
                </a:cubicBezTo>
                <a:cubicBezTo>
                  <a:pt x="887017" y="502976"/>
                  <a:pt x="890269" y="500664"/>
                  <a:pt x="891088" y="496839"/>
                </a:cubicBezTo>
                <a:cubicBezTo>
                  <a:pt x="903231" y="482726"/>
                  <a:pt x="912131" y="470132"/>
                  <a:pt x="919089" y="457201"/>
                </a:cubicBezTo>
                <a:cubicBezTo>
                  <a:pt x="972212" y="327641"/>
                  <a:pt x="1030806" y="184857"/>
                  <a:pt x="1049203" y="32503"/>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160" name="Freeform: Shape 159">
            <a:extLst>
              <a:ext uri="{FF2B5EF4-FFF2-40B4-BE49-F238E27FC236}">
                <a16:creationId xmlns:a16="http://schemas.microsoft.com/office/drawing/2014/main" id="{CA8AE2DE-D410-7D61-9635-02A9D43229C4}"/>
              </a:ext>
            </a:extLst>
          </p:cNvPr>
          <p:cNvSpPr/>
          <p:nvPr/>
        </p:nvSpPr>
        <p:spPr>
          <a:xfrm>
            <a:off x="4573899" y="3398055"/>
            <a:ext cx="1576758" cy="1077197"/>
          </a:xfrm>
          <a:custGeom>
            <a:avLst/>
            <a:gdLst>
              <a:gd name="connsiteX0" fmla="*/ 1575657 w 1576758"/>
              <a:gd name="connsiteY0" fmla="*/ 220903 h 1077197"/>
              <a:gd name="connsiteX1" fmla="*/ 1567675 w 1576758"/>
              <a:gd name="connsiteY1" fmla="*/ 203649 h 1077197"/>
              <a:gd name="connsiteX2" fmla="*/ 1543220 w 1576758"/>
              <a:gd name="connsiteY2" fmla="*/ 195227 h 1077197"/>
              <a:gd name="connsiteX3" fmla="*/ 1180745 w 1576758"/>
              <a:gd name="connsiteY3" fmla="*/ 200777 h 1077197"/>
              <a:gd name="connsiteX4" fmla="*/ 1156611 w 1576758"/>
              <a:gd name="connsiteY4" fmla="*/ 205339 h 1077197"/>
              <a:gd name="connsiteX5" fmla="*/ 1088422 w 1576758"/>
              <a:gd name="connsiteY5" fmla="*/ 294443 h 1077197"/>
              <a:gd name="connsiteX6" fmla="*/ 1014889 w 1576758"/>
              <a:gd name="connsiteY6" fmla="*/ 568877 h 1077197"/>
              <a:gd name="connsiteX7" fmla="*/ 843972 w 1576758"/>
              <a:gd name="connsiteY7" fmla="*/ 221232 h 1077197"/>
              <a:gd name="connsiteX8" fmla="*/ 740959 w 1576758"/>
              <a:gd name="connsiteY8" fmla="*/ 175395 h 1077197"/>
              <a:gd name="connsiteX9" fmla="*/ 682134 w 1576758"/>
              <a:gd name="connsiteY9" fmla="*/ 166066 h 1077197"/>
              <a:gd name="connsiteX10" fmla="*/ 668378 w 1576758"/>
              <a:gd name="connsiteY10" fmla="*/ 111860 h 1077197"/>
              <a:gd name="connsiteX11" fmla="*/ 660574 w 1576758"/>
              <a:gd name="connsiteY11" fmla="*/ 109752 h 1077197"/>
              <a:gd name="connsiteX12" fmla="*/ 712851 w 1576758"/>
              <a:gd name="connsiteY12" fmla="*/ 226043 h 1077197"/>
              <a:gd name="connsiteX13" fmla="*/ 612386 w 1576758"/>
              <a:gd name="connsiteY13" fmla="*/ 250927 h 1077197"/>
              <a:gd name="connsiteX14" fmla="*/ 413122 w 1576758"/>
              <a:gd name="connsiteY14" fmla="*/ 188166 h 1077197"/>
              <a:gd name="connsiteX15" fmla="*/ 406208 w 1576758"/>
              <a:gd name="connsiteY15" fmla="*/ 161930 h 1077197"/>
              <a:gd name="connsiteX16" fmla="*/ 447626 w 1576758"/>
              <a:gd name="connsiteY16" fmla="*/ 56987 h 1077197"/>
              <a:gd name="connsiteX17" fmla="*/ 431020 w 1576758"/>
              <a:gd name="connsiteY17" fmla="*/ 1581 h 1077197"/>
              <a:gd name="connsiteX18" fmla="*/ 421942 w 1576758"/>
              <a:gd name="connsiteY18" fmla="*/ 5334 h 1077197"/>
              <a:gd name="connsiteX19" fmla="*/ 427287 w 1576758"/>
              <a:gd name="connsiteY19" fmla="*/ 32344 h 1077197"/>
              <a:gd name="connsiteX20" fmla="*/ 400534 w 1576758"/>
              <a:gd name="connsiteY20" fmla="*/ 143209 h 1077197"/>
              <a:gd name="connsiteX21" fmla="*/ 392560 w 1576758"/>
              <a:gd name="connsiteY21" fmla="*/ 120416 h 1077197"/>
              <a:gd name="connsiteX22" fmla="*/ 383999 w 1576758"/>
              <a:gd name="connsiteY22" fmla="*/ 118379 h 1077197"/>
              <a:gd name="connsiteX23" fmla="*/ 133642 w 1576758"/>
              <a:gd name="connsiteY23" fmla="*/ 210488 h 1077197"/>
              <a:gd name="connsiteX24" fmla="*/ 0 w 1576758"/>
              <a:gd name="connsiteY24" fmla="*/ 687213 h 1077197"/>
              <a:gd name="connsiteX25" fmla="*/ 38299 w 1576758"/>
              <a:gd name="connsiteY25" fmla="*/ 941504 h 1077197"/>
              <a:gd name="connsiteX26" fmla="*/ 120546 w 1576758"/>
              <a:gd name="connsiteY26" fmla="*/ 988568 h 1077197"/>
              <a:gd name="connsiteX27" fmla="*/ 109481 w 1576758"/>
              <a:gd name="connsiteY27" fmla="*/ 1045682 h 1077197"/>
              <a:gd name="connsiteX28" fmla="*/ 109561 w 1576758"/>
              <a:gd name="connsiteY28" fmla="*/ 1071766 h 1077197"/>
              <a:gd name="connsiteX29" fmla="*/ 128849 w 1576758"/>
              <a:gd name="connsiteY29" fmla="*/ 1071766 h 1077197"/>
              <a:gd name="connsiteX30" fmla="*/ 133633 w 1576758"/>
              <a:gd name="connsiteY30" fmla="*/ 1047603 h 1077197"/>
              <a:gd name="connsiteX31" fmla="*/ 139139 w 1576758"/>
              <a:gd name="connsiteY31" fmla="*/ 988924 h 1077197"/>
              <a:gd name="connsiteX32" fmla="*/ 325263 w 1576758"/>
              <a:gd name="connsiteY32" fmla="*/ 947445 h 1077197"/>
              <a:gd name="connsiteX33" fmla="*/ 466210 w 1576758"/>
              <a:gd name="connsiteY33" fmla="*/ 886934 h 1077197"/>
              <a:gd name="connsiteX34" fmla="*/ 474130 w 1576758"/>
              <a:gd name="connsiteY34" fmla="*/ 1050564 h 1077197"/>
              <a:gd name="connsiteX35" fmla="*/ 491146 w 1576758"/>
              <a:gd name="connsiteY35" fmla="*/ 1050564 h 1077197"/>
              <a:gd name="connsiteX36" fmla="*/ 476856 w 1576758"/>
              <a:gd name="connsiteY36" fmla="*/ 881295 h 1077197"/>
              <a:gd name="connsiteX37" fmla="*/ 533124 w 1576758"/>
              <a:gd name="connsiteY37" fmla="*/ 849688 h 1077197"/>
              <a:gd name="connsiteX38" fmla="*/ 536376 w 1576758"/>
              <a:gd name="connsiteY38" fmla="*/ 845899 h 1077197"/>
              <a:gd name="connsiteX39" fmla="*/ 625375 w 1576758"/>
              <a:gd name="connsiteY39" fmla="*/ 837673 h 1077197"/>
              <a:gd name="connsiteX40" fmla="*/ 783597 w 1576758"/>
              <a:gd name="connsiteY40" fmla="*/ 823861 h 1077197"/>
              <a:gd name="connsiteX41" fmla="*/ 782741 w 1576758"/>
              <a:gd name="connsiteY41" fmla="*/ 869663 h 1077197"/>
              <a:gd name="connsiteX42" fmla="*/ 781022 w 1576758"/>
              <a:gd name="connsiteY42" fmla="*/ 921725 h 1077197"/>
              <a:gd name="connsiteX43" fmla="*/ 779873 w 1576758"/>
              <a:gd name="connsiteY43" fmla="*/ 972409 h 1077197"/>
              <a:gd name="connsiteX44" fmla="*/ 780782 w 1576758"/>
              <a:gd name="connsiteY44" fmla="*/ 1024507 h 1077197"/>
              <a:gd name="connsiteX45" fmla="*/ 797192 w 1576758"/>
              <a:gd name="connsiteY45" fmla="*/ 1024507 h 1077197"/>
              <a:gd name="connsiteX46" fmla="*/ 798947 w 1576758"/>
              <a:gd name="connsiteY46" fmla="*/ 973787 h 1077197"/>
              <a:gd name="connsiteX47" fmla="*/ 800087 w 1576758"/>
              <a:gd name="connsiteY47" fmla="*/ 871041 h 1077197"/>
              <a:gd name="connsiteX48" fmla="*/ 799891 w 1576758"/>
              <a:gd name="connsiteY48" fmla="*/ 822679 h 1077197"/>
              <a:gd name="connsiteX49" fmla="*/ 909051 w 1576758"/>
              <a:gd name="connsiteY49" fmla="*/ 814328 h 1077197"/>
              <a:gd name="connsiteX50" fmla="*/ 904552 w 1576758"/>
              <a:gd name="connsiteY50" fmla="*/ 861436 h 1077197"/>
              <a:gd name="connsiteX51" fmla="*/ 905550 w 1576758"/>
              <a:gd name="connsiteY51" fmla="*/ 912680 h 1077197"/>
              <a:gd name="connsiteX52" fmla="*/ 910566 w 1576758"/>
              <a:gd name="connsiteY52" fmla="*/ 989707 h 1077197"/>
              <a:gd name="connsiteX53" fmla="*/ 916250 w 1576758"/>
              <a:gd name="connsiteY53" fmla="*/ 1015124 h 1077197"/>
              <a:gd name="connsiteX54" fmla="*/ 935208 w 1576758"/>
              <a:gd name="connsiteY54" fmla="*/ 1012652 h 1077197"/>
              <a:gd name="connsiteX55" fmla="*/ 935992 w 1576758"/>
              <a:gd name="connsiteY55" fmla="*/ 988435 h 1077197"/>
              <a:gd name="connsiteX56" fmla="*/ 934041 w 1576758"/>
              <a:gd name="connsiteY56" fmla="*/ 963933 h 1077197"/>
              <a:gd name="connsiteX57" fmla="*/ 930504 w 1576758"/>
              <a:gd name="connsiteY57" fmla="*/ 892821 h 1077197"/>
              <a:gd name="connsiteX58" fmla="*/ 987405 w 1576758"/>
              <a:gd name="connsiteY58" fmla="*/ 899740 h 1077197"/>
              <a:gd name="connsiteX59" fmla="*/ 1158589 w 1576758"/>
              <a:gd name="connsiteY59" fmla="*/ 859622 h 1077197"/>
              <a:gd name="connsiteX60" fmla="*/ 1202999 w 1576758"/>
              <a:gd name="connsiteY60" fmla="*/ 862397 h 1077197"/>
              <a:gd name="connsiteX61" fmla="*/ 1252372 w 1576758"/>
              <a:gd name="connsiteY61" fmla="*/ 859337 h 1077197"/>
              <a:gd name="connsiteX62" fmla="*/ 1396491 w 1576758"/>
              <a:gd name="connsiteY62" fmla="*/ 720502 h 1077197"/>
              <a:gd name="connsiteX63" fmla="*/ 1423048 w 1576758"/>
              <a:gd name="connsiteY63" fmla="*/ 696071 h 1077197"/>
              <a:gd name="connsiteX64" fmla="*/ 1463370 w 1576758"/>
              <a:gd name="connsiteY64" fmla="*/ 620032 h 1077197"/>
              <a:gd name="connsiteX65" fmla="*/ 1500671 w 1576758"/>
              <a:gd name="connsiteY65" fmla="*/ 521893 h 1077197"/>
              <a:gd name="connsiteX66" fmla="*/ 1571924 w 1576758"/>
              <a:gd name="connsiteY66" fmla="*/ 272111 h 1077197"/>
              <a:gd name="connsiteX67" fmla="*/ 1575657 w 1576758"/>
              <a:gd name="connsiteY67" fmla="*/ 220903 h 1077197"/>
              <a:gd name="connsiteX68" fmla="*/ 759276 w 1576758"/>
              <a:gd name="connsiteY68" fmla="*/ 207749 h 1077197"/>
              <a:gd name="connsiteX69" fmla="*/ 812417 w 1576758"/>
              <a:gd name="connsiteY69" fmla="*/ 234439 h 1077197"/>
              <a:gd name="connsiteX70" fmla="*/ 986977 w 1576758"/>
              <a:gd name="connsiteY70" fmla="*/ 553571 h 1077197"/>
              <a:gd name="connsiteX71" fmla="*/ 1003405 w 1576758"/>
              <a:gd name="connsiteY71" fmla="*/ 614385 h 1077197"/>
              <a:gd name="connsiteX72" fmla="*/ 992759 w 1576758"/>
              <a:gd name="connsiteY72" fmla="*/ 655944 h 1077197"/>
              <a:gd name="connsiteX73" fmla="*/ 950148 w 1576758"/>
              <a:gd name="connsiteY73" fmla="*/ 626969 h 1077197"/>
              <a:gd name="connsiteX74" fmla="*/ 921310 w 1576758"/>
              <a:gd name="connsiteY74" fmla="*/ 423558 h 1077197"/>
              <a:gd name="connsiteX75" fmla="*/ 916820 w 1576758"/>
              <a:gd name="connsiteY75" fmla="*/ 424794 h 1077197"/>
              <a:gd name="connsiteX76" fmla="*/ 934504 w 1576758"/>
              <a:gd name="connsiteY76" fmla="*/ 618618 h 1077197"/>
              <a:gd name="connsiteX77" fmla="*/ 801931 w 1576758"/>
              <a:gd name="connsiteY77" fmla="*/ 599542 h 1077197"/>
              <a:gd name="connsiteX78" fmla="*/ 739248 w 1576758"/>
              <a:gd name="connsiteY78" fmla="*/ 193173 h 1077197"/>
              <a:gd name="connsiteX79" fmla="*/ 759276 w 1576758"/>
              <a:gd name="connsiteY79" fmla="*/ 207749 h 1077197"/>
              <a:gd name="connsiteX80" fmla="*/ 703934 w 1576758"/>
              <a:gd name="connsiteY80" fmla="*/ 196561 h 1077197"/>
              <a:gd name="connsiteX81" fmla="*/ 690000 w 1576758"/>
              <a:gd name="connsiteY81" fmla="*/ 179388 h 1077197"/>
              <a:gd name="connsiteX82" fmla="*/ 720442 w 1576758"/>
              <a:gd name="connsiteY82" fmla="*/ 181807 h 1077197"/>
              <a:gd name="connsiteX83" fmla="*/ 726696 w 1576758"/>
              <a:gd name="connsiteY83" fmla="*/ 212836 h 1077197"/>
              <a:gd name="connsiteX84" fmla="*/ 724522 w 1576758"/>
              <a:gd name="connsiteY84" fmla="*/ 213708 h 1077197"/>
              <a:gd name="connsiteX85" fmla="*/ 703934 w 1576758"/>
              <a:gd name="connsiteY85" fmla="*/ 196561 h 1077197"/>
              <a:gd name="connsiteX86" fmla="*/ 448356 w 1576758"/>
              <a:gd name="connsiteY86" fmla="*/ 225919 h 1077197"/>
              <a:gd name="connsiteX87" fmla="*/ 732255 w 1576758"/>
              <a:gd name="connsiteY87" fmla="*/ 236102 h 1077197"/>
              <a:gd name="connsiteX88" fmla="*/ 777868 w 1576758"/>
              <a:gd name="connsiteY88" fmla="*/ 511888 h 1077197"/>
              <a:gd name="connsiteX89" fmla="*/ 782946 w 1576758"/>
              <a:gd name="connsiteY89" fmla="*/ 607768 h 1077197"/>
              <a:gd name="connsiteX90" fmla="*/ 466878 w 1576758"/>
              <a:gd name="connsiteY90" fmla="*/ 713565 h 1077197"/>
              <a:gd name="connsiteX91" fmla="*/ 418280 w 1576758"/>
              <a:gd name="connsiteY91" fmla="*/ 210560 h 1077197"/>
              <a:gd name="connsiteX92" fmla="*/ 448356 w 1576758"/>
              <a:gd name="connsiteY92" fmla="*/ 225919 h 1077197"/>
              <a:gd name="connsiteX93" fmla="*/ 35903 w 1576758"/>
              <a:gd name="connsiteY93" fmla="*/ 535731 h 1077197"/>
              <a:gd name="connsiteX94" fmla="*/ 129847 w 1576758"/>
              <a:gd name="connsiteY94" fmla="*/ 246916 h 1077197"/>
              <a:gd name="connsiteX95" fmla="*/ 312808 w 1576758"/>
              <a:gd name="connsiteY95" fmla="*/ 163558 h 1077197"/>
              <a:gd name="connsiteX96" fmla="*/ 384177 w 1576758"/>
              <a:gd name="connsiteY96" fmla="*/ 131354 h 1077197"/>
              <a:gd name="connsiteX97" fmla="*/ 425950 w 1576758"/>
              <a:gd name="connsiteY97" fmla="*/ 352891 h 1077197"/>
              <a:gd name="connsiteX98" fmla="*/ 444864 w 1576758"/>
              <a:gd name="connsiteY98" fmla="*/ 582013 h 1077197"/>
              <a:gd name="connsiteX99" fmla="*/ 447323 w 1576758"/>
              <a:gd name="connsiteY99" fmla="*/ 713618 h 1077197"/>
              <a:gd name="connsiteX100" fmla="*/ 449345 w 1576758"/>
              <a:gd name="connsiteY100" fmla="*/ 719514 h 1077197"/>
              <a:gd name="connsiteX101" fmla="*/ 292692 w 1576758"/>
              <a:gd name="connsiteY101" fmla="*/ 748907 h 1077197"/>
              <a:gd name="connsiteX102" fmla="*/ 240896 w 1576758"/>
              <a:gd name="connsiteY102" fmla="*/ 738724 h 1077197"/>
              <a:gd name="connsiteX103" fmla="*/ 240121 w 1576758"/>
              <a:gd name="connsiteY103" fmla="*/ 713440 h 1077197"/>
              <a:gd name="connsiteX104" fmla="*/ 239114 w 1576758"/>
              <a:gd name="connsiteY104" fmla="*/ 684261 h 1077197"/>
              <a:gd name="connsiteX105" fmla="*/ 239987 w 1576758"/>
              <a:gd name="connsiteY105" fmla="*/ 518344 h 1077197"/>
              <a:gd name="connsiteX106" fmla="*/ 231140 w 1576758"/>
              <a:gd name="connsiteY106" fmla="*/ 515908 h 1077197"/>
              <a:gd name="connsiteX107" fmla="*/ 222677 w 1576758"/>
              <a:gd name="connsiteY107" fmla="*/ 626942 h 1077197"/>
              <a:gd name="connsiteX108" fmla="*/ 223995 w 1576758"/>
              <a:gd name="connsiteY108" fmla="*/ 724246 h 1077197"/>
              <a:gd name="connsiteX109" fmla="*/ 119192 w 1576758"/>
              <a:gd name="connsiteY109" fmla="*/ 722654 h 1077197"/>
              <a:gd name="connsiteX110" fmla="*/ 25675 w 1576758"/>
              <a:gd name="connsiteY110" fmla="*/ 743536 h 1077197"/>
              <a:gd name="connsiteX111" fmla="*/ 35903 w 1576758"/>
              <a:gd name="connsiteY111" fmla="*/ 535731 h 1077197"/>
              <a:gd name="connsiteX112" fmla="*/ 48215 w 1576758"/>
              <a:gd name="connsiteY112" fmla="*/ 903360 h 1077197"/>
              <a:gd name="connsiteX113" fmla="*/ 35039 w 1576758"/>
              <a:gd name="connsiteY113" fmla="*/ 846495 h 1077197"/>
              <a:gd name="connsiteX114" fmla="*/ 26522 w 1576758"/>
              <a:gd name="connsiteY114" fmla="*/ 763510 h 1077197"/>
              <a:gd name="connsiteX115" fmla="*/ 149615 w 1576758"/>
              <a:gd name="connsiteY115" fmla="*/ 736759 h 1077197"/>
              <a:gd name="connsiteX116" fmla="*/ 215906 w 1576758"/>
              <a:gd name="connsiteY116" fmla="*/ 740005 h 1077197"/>
              <a:gd name="connsiteX117" fmla="*/ 169767 w 1576758"/>
              <a:gd name="connsiteY117" fmla="*/ 769673 h 1077197"/>
              <a:gd name="connsiteX118" fmla="*/ 118399 w 1576758"/>
              <a:gd name="connsiteY118" fmla="*/ 815075 h 1077197"/>
              <a:gd name="connsiteX119" fmla="*/ 48215 w 1576758"/>
              <a:gd name="connsiteY119" fmla="*/ 903360 h 1077197"/>
              <a:gd name="connsiteX120" fmla="*/ 359677 w 1576758"/>
              <a:gd name="connsiteY120" fmla="*/ 907406 h 1077197"/>
              <a:gd name="connsiteX121" fmla="*/ 84919 w 1576758"/>
              <a:gd name="connsiteY121" fmla="*/ 954524 h 1077197"/>
              <a:gd name="connsiteX122" fmla="*/ 54424 w 1576758"/>
              <a:gd name="connsiteY122" fmla="*/ 918390 h 1077197"/>
              <a:gd name="connsiteX123" fmla="*/ 131299 w 1576758"/>
              <a:gd name="connsiteY123" fmla="*/ 822963 h 1077197"/>
              <a:gd name="connsiteX124" fmla="*/ 183095 w 1576758"/>
              <a:gd name="connsiteY124" fmla="*/ 778540 h 1077197"/>
              <a:gd name="connsiteX125" fmla="*/ 210775 w 1576758"/>
              <a:gd name="connsiteY125" fmla="*/ 761527 h 1077197"/>
              <a:gd name="connsiteX126" fmla="*/ 233225 w 1576758"/>
              <a:gd name="connsiteY126" fmla="*/ 744816 h 1077197"/>
              <a:gd name="connsiteX127" fmla="*/ 239933 w 1576758"/>
              <a:gd name="connsiteY127" fmla="*/ 742122 h 1077197"/>
              <a:gd name="connsiteX128" fmla="*/ 355143 w 1576758"/>
              <a:gd name="connsiteY128" fmla="*/ 762763 h 1077197"/>
              <a:gd name="connsiteX129" fmla="*/ 438851 w 1576758"/>
              <a:gd name="connsiteY129" fmla="*/ 737701 h 1077197"/>
              <a:gd name="connsiteX130" fmla="*/ 700219 w 1576758"/>
              <a:gd name="connsiteY130" fmla="*/ 657563 h 1077197"/>
              <a:gd name="connsiteX131" fmla="*/ 774483 w 1576758"/>
              <a:gd name="connsiteY131" fmla="*/ 627983 h 1077197"/>
              <a:gd name="connsiteX132" fmla="*/ 990692 w 1576758"/>
              <a:gd name="connsiteY132" fmla="*/ 663877 h 1077197"/>
              <a:gd name="connsiteX133" fmla="*/ 983369 w 1576758"/>
              <a:gd name="connsiteY133" fmla="*/ 691642 h 1077197"/>
              <a:gd name="connsiteX134" fmla="*/ 892846 w 1576758"/>
              <a:gd name="connsiteY134" fmla="*/ 634742 h 1077197"/>
              <a:gd name="connsiteX135" fmla="*/ 843144 w 1576758"/>
              <a:gd name="connsiteY135" fmla="*/ 638975 h 1077197"/>
              <a:gd name="connsiteX136" fmla="*/ 843144 w 1576758"/>
              <a:gd name="connsiteY136" fmla="*/ 644712 h 1077197"/>
              <a:gd name="connsiteX137" fmla="*/ 888222 w 1576758"/>
              <a:gd name="connsiteY137" fmla="*/ 647148 h 1077197"/>
              <a:gd name="connsiteX138" fmla="*/ 979039 w 1576758"/>
              <a:gd name="connsiteY138" fmla="*/ 707837 h 1077197"/>
              <a:gd name="connsiteX139" fmla="*/ 974193 w 1576758"/>
              <a:gd name="connsiteY139" fmla="*/ 725927 h 1077197"/>
              <a:gd name="connsiteX140" fmla="*/ 860008 w 1576758"/>
              <a:gd name="connsiteY140" fmla="*/ 680890 h 1077197"/>
              <a:gd name="connsiteX141" fmla="*/ 791401 w 1576758"/>
              <a:gd name="connsiteY141" fmla="*/ 684812 h 1077197"/>
              <a:gd name="connsiteX142" fmla="*/ 791695 w 1576758"/>
              <a:gd name="connsiteY142" fmla="*/ 686955 h 1077197"/>
              <a:gd name="connsiteX143" fmla="*/ 933907 w 1576758"/>
              <a:gd name="connsiteY143" fmla="*/ 742486 h 1077197"/>
              <a:gd name="connsiteX144" fmla="*/ 898966 w 1576758"/>
              <a:gd name="connsiteY144" fmla="*/ 729715 h 1077197"/>
              <a:gd name="connsiteX145" fmla="*/ 796185 w 1576758"/>
              <a:gd name="connsiteY145" fmla="*/ 720181 h 1077197"/>
              <a:gd name="connsiteX146" fmla="*/ 739409 w 1576758"/>
              <a:gd name="connsiteY146" fmla="*/ 749352 h 1077197"/>
              <a:gd name="connsiteX147" fmla="*/ 667550 w 1576758"/>
              <a:gd name="connsiteY147" fmla="*/ 753914 h 1077197"/>
              <a:gd name="connsiteX148" fmla="*/ 665251 w 1576758"/>
              <a:gd name="connsiteY148" fmla="*/ 759366 h 1077197"/>
              <a:gd name="connsiteX149" fmla="*/ 674249 w 1576758"/>
              <a:gd name="connsiteY149" fmla="*/ 764311 h 1077197"/>
              <a:gd name="connsiteX150" fmla="*/ 634667 w 1576758"/>
              <a:gd name="connsiteY150" fmla="*/ 787229 h 1077197"/>
              <a:gd name="connsiteX151" fmla="*/ 509337 w 1576758"/>
              <a:gd name="connsiteY151" fmla="*/ 806323 h 1077197"/>
              <a:gd name="connsiteX152" fmla="*/ 508553 w 1576758"/>
              <a:gd name="connsiteY152" fmla="*/ 819424 h 1077197"/>
              <a:gd name="connsiteX153" fmla="*/ 520883 w 1576758"/>
              <a:gd name="connsiteY153" fmla="*/ 839718 h 1077197"/>
              <a:gd name="connsiteX154" fmla="*/ 359677 w 1576758"/>
              <a:gd name="connsiteY154" fmla="*/ 907406 h 1077197"/>
              <a:gd name="connsiteX155" fmla="*/ 954273 w 1576758"/>
              <a:gd name="connsiteY155" fmla="*/ 746061 h 1077197"/>
              <a:gd name="connsiteX156" fmla="*/ 895946 w 1576758"/>
              <a:gd name="connsiteY156" fmla="*/ 693946 h 1077197"/>
              <a:gd name="connsiteX157" fmla="*/ 944794 w 1576758"/>
              <a:gd name="connsiteY157" fmla="*/ 719123 h 1077197"/>
              <a:gd name="connsiteX158" fmla="*/ 968812 w 1576758"/>
              <a:gd name="connsiteY158" fmla="*/ 741241 h 1077197"/>
              <a:gd name="connsiteX159" fmla="*/ 962086 w 1576758"/>
              <a:gd name="connsiteY159" fmla="*/ 753505 h 1077197"/>
              <a:gd name="connsiteX160" fmla="*/ 953141 w 1576758"/>
              <a:gd name="connsiteY160" fmla="*/ 754510 h 1077197"/>
              <a:gd name="connsiteX161" fmla="*/ 953729 w 1576758"/>
              <a:gd name="connsiteY161" fmla="*/ 753194 h 1077197"/>
              <a:gd name="connsiteX162" fmla="*/ 954273 w 1576758"/>
              <a:gd name="connsiteY162" fmla="*/ 746061 h 1077197"/>
              <a:gd name="connsiteX163" fmla="*/ 785102 w 1576758"/>
              <a:gd name="connsiteY163" fmla="*/ 771461 h 1077197"/>
              <a:gd name="connsiteX164" fmla="*/ 737217 w 1576758"/>
              <a:gd name="connsiteY164" fmla="*/ 775481 h 1077197"/>
              <a:gd name="connsiteX165" fmla="*/ 664111 w 1576758"/>
              <a:gd name="connsiteY165" fmla="*/ 783512 h 1077197"/>
              <a:gd name="connsiteX166" fmla="*/ 686009 w 1576758"/>
              <a:gd name="connsiteY166" fmla="*/ 768464 h 1077197"/>
              <a:gd name="connsiteX167" fmla="*/ 745805 w 1576758"/>
              <a:gd name="connsiteY167" fmla="*/ 760220 h 1077197"/>
              <a:gd name="connsiteX168" fmla="*/ 756442 w 1576758"/>
              <a:gd name="connsiteY168" fmla="*/ 755399 h 1077197"/>
              <a:gd name="connsiteX169" fmla="*/ 760906 w 1576758"/>
              <a:gd name="connsiteY169" fmla="*/ 753203 h 1077197"/>
              <a:gd name="connsiteX170" fmla="*/ 785182 w 1576758"/>
              <a:gd name="connsiteY170" fmla="*/ 760753 h 1077197"/>
              <a:gd name="connsiteX171" fmla="*/ 785076 w 1576758"/>
              <a:gd name="connsiteY171" fmla="*/ 762043 h 1077197"/>
              <a:gd name="connsiteX172" fmla="*/ 785076 w 1576758"/>
              <a:gd name="connsiteY172" fmla="*/ 771105 h 1077197"/>
              <a:gd name="connsiteX173" fmla="*/ 785102 w 1576758"/>
              <a:gd name="connsiteY173" fmla="*/ 771461 h 1077197"/>
              <a:gd name="connsiteX174" fmla="*/ 772692 w 1576758"/>
              <a:gd name="connsiteY174" fmla="*/ 747093 h 1077197"/>
              <a:gd name="connsiteX175" fmla="*/ 866903 w 1576758"/>
              <a:gd name="connsiteY175" fmla="*/ 730338 h 1077197"/>
              <a:gd name="connsiteX176" fmla="*/ 772692 w 1576758"/>
              <a:gd name="connsiteY176" fmla="*/ 747093 h 1077197"/>
              <a:gd name="connsiteX177" fmla="*/ 801967 w 1576758"/>
              <a:gd name="connsiteY177" fmla="*/ 762550 h 1077197"/>
              <a:gd name="connsiteX178" fmla="*/ 833237 w 1576758"/>
              <a:gd name="connsiteY178" fmla="*/ 759348 h 1077197"/>
              <a:gd name="connsiteX179" fmla="*/ 866743 w 1576758"/>
              <a:gd name="connsiteY179" fmla="*/ 745181 h 1077197"/>
              <a:gd name="connsiteX180" fmla="*/ 885710 w 1576758"/>
              <a:gd name="connsiteY180" fmla="*/ 738297 h 1077197"/>
              <a:gd name="connsiteX181" fmla="*/ 932776 w 1576758"/>
              <a:gd name="connsiteY181" fmla="*/ 756787 h 1077197"/>
              <a:gd name="connsiteX182" fmla="*/ 801976 w 1576758"/>
              <a:gd name="connsiteY182" fmla="*/ 770065 h 1077197"/>
              <a:gd name="connsiteX183" fmla="*/ 801967 w 1576758"/>
              <a:gd name="connsiteY183" fmla="*/ 762550 h 1077197"/>
              <a:gd name="connsiteX184" fmla="*/ 810038 w 1576758"/>
              <a:gd name="connsiteY184" fmla="*/ 807915 h 1077197"/>
              <a:gd name="connsiteX185" fmla="*/ 573187 w 1576758"/>
              <a:gd name="connsiteY185" fmla="*/ 830282 h 1077197"/>
              <a:gd name="connsiteX186" fmla="*/ 547004 w 1576758"/>
              <a:gd name="connsiteY186" fmla="*/ 832390 h 1077197"/>
              <a:gd name="connsiteX187" fmla="*/ 533044 w 1576758"/>
              <a:gd name="connsiteY187" fmla="*/ 832017 h 1077197"/>
              <a:gd name="connsiteX188" fmla="*/ 522496 w 1576758"/>
              <a:gd name="connsiteY188" fmla="*/ 818143 h 1077197"/>
              <a:gd name="connsiteX189" fmla="*/ 628128 w 1576758"/>
              <a:gd name="connsiteY189" fmla="*/ 801832 h 1077197"/>
              <a:gd name="connsiteX190" fmla="*/ 634302 w 1576758"/>
              <a:gd name="connsiteY190" fmla="*/ 801014 h 1077197"/>
              <a:gd name="connsiteX191" fmla="*/ 963502 w 1576758"/>
              <a:gd name="connsiteY191" fmla="*/ 763973 h 1077197"/>
              <a:gd name="connsiteX192" fmla="*/ 972108 w 1576758"/>
              <a:gd name="connsiteY192" fmla="*/ 765698 h 1077197"/>
              <a:gd name="connsiteX193" fmla="*/ 971413 w 1576758"/>
              <a:gd name="connsiteY193" fmla="*/ 791738 h 1077197"/>
              <a:gd name="connsiteX194" fmla="*/ 970113 w 1576758"/>
              <a:gd name="connsiteY194" fmla="*/ 793090 h 1077197"/>
              <a:gd name="connsiteX195" fmla="*/ 810038 w 1576758"/>
              <a:gd name="connsiteY195" fmla="*/ 807915 h 1077197"/>
              <a:gd name="connsiteX196" fmla="*/ 1378780 w 1576758"/>
              <a:gd name="connsiteY196" fmla="*/ 740005 h 1077197"/>
              <a:gd name="connsiteX197" fmla="*/ 1337380 w 1576758"/>
              <a:gd name="connsiteY197" fmla="*/ 819468 h 1077197"/>
              <a:gd name="connsiteX198" fmla="*/ 1182001 w 1576758"/>
              <a:gd name="connsiteY198" fmla="*/ 845499 h 1077197"/>
              <a:gd name="connsiteX199" fmla="*/ 1148530 w 1576758"/>
              <a:gd name="connsiteY199" fmla="*/ 847847 h 1077197"/>
              <a:gd name="connsiteX200" fmla="*/ 984705 w 1576758"/>
              <a:gd name="connsiteY200" fmla="*/ 887227 h 1077197"/>
              <a:gd name="connsiteX201" fmla="*/ 930370 w 1576758"/>
              <a:gd name="connsiteY201" fmla="*/ 887707 h 1077197"/>
              <a:gd name="connsiteX202" fmla="*/ 928954 w 1576758"/>
              <a:gd name="connsiteY202" fmla="*/ 838215 h 1077197"/>
              <a:gd name="connsiteX203" fmla="*/ 926032 w 1576758"/>
              <a:gd name="connsiteY203" fmla="*/ 812700 h 1077197"/>
              <a:gd name="connsiteX204" fmla="*/ 973053 w 1576758"/>
              <a:gd name="connsiteY204" fmla="*/ 806154 h 1077197"/>
              <a:gd name="connsiteX205" fmla="*/ 980928 w 1576758"/>
              <a:gd name="connsiteY205" fmla="*/ 805683 h 1077197"/>
              <a:gd name="connsiteX206" fmla="*/ 1003111 w 1576758"/>
              <a:gd name="connsiteY206" fmla="*/ 800898 h 1077197"/>
              <a:gd name="connsiteX207" fmla="*/ 1158152 w 1576758"/>
              <a:gd name="connsiteY207" fmla="*/ 778496 h 1077197"/>
              <a:gd name="connsiteX208" fmla="*/ 1156139 w 1576758"/>
              <a:gd name="connsiteY208" fmla="*/ 792681 h 1077197"/>
              <a:gd name="connsiteX209" fmla="*/ 1163809 w 1576758"/>
              <a:gd name="connsiteY209" fmla="*/ 794700 h 1077197"/>
              <a:gd name="connsiteX210" fmla="*/ 1177048 w 1576758"/>
              <a:gd name="connsiteY210" fmla="*/ 777740 h 1077197"/>
              <a:gd name="connsiteX211" fmla="*/ 1232773 w 1576758"/>
              <a:gd name="connsiteY211" fmla="*/ 751815 h 1077197"/>
              <a:gd name="connsiteX212" fmla="*/ 1270555 w 1576758"/>
              <a:gd name="connsiteY212" fmla="*/ 678862 h 1077197"/>
              <a:gd name="connsiteX213" fmla="*/ 1274475 w 1576758"/>
              <a:gd name="connsiteY213" fmla="*/ 737871 h 1077197"/>
              <a:gd name="connsiteX214" fmla="*/ 1246332 w 1576758"/>
              <a:gd name="connsiteY214" fmla="*/ 790191 h 1077197"/>
              <a:gd name="connsiteX215" fmla="*/ 1245664 w 1576758"/>
              <a:gd name="connsiteY215" fmla="*/ 795287 h 1077197"/>
              <a:gd name="connsiteX216" fmla="*/ 1283384 w 1576758"/>
              <a:gd name="connsiteY216" fmla="*/ 763866 h 1077197"/>
              <a:gd name="connsiteX217" fmla="*/ 1287678 w 1576758"/>
              <a:gd name="connsiteY217" fmla="*/ 686466 h 1077197"/>
              <a:gd name="connsiteX218" fmla="*/ 1294858 w 1576758"/>
              <a:gd name="connsiteY218" fmla="*/ 636441 h 1077197"/>
              <a:gd name="connsiteX219" fmla="*/ 1303714 w 1576758"/>
              <a:gd name="connsiteY219" fmla="*/ 662685 h 1077197"/>
              <a:gd name="connsiteX220" fmla="*/ 1311197 w 1576758"/>
              <a:gd name="connsiteY220" fmla="*/ 709998 h 1077197"/>
              <a:gd name="connsiteX221" fmla="*/ 1312061 w 1576758"/>
              <a:gd name="connsiteY221" fmla="*/ 768366 h 1077197"/>
              <a:gd name="connsiteX222" fmla="*/ 1310280 w 1576758"/>
              <a:gd name="connsiteY222" fmla="*/ 788563 h 1077197"/>
              <a:gd name="connsiteX223" fmla="*/ 1318725 w 1576758"/>
              <a:gd name="connsiteY223" fmla="*/ 790787 h 1077197"/>
              <a:gd name="connsiteX224" fmla="*/ 1312872 w 1576758"/>
              <a:gd name="connsiteY224" fmla="*/ 643991 h 1077197"/>
              <a:gd name="connsiteX225" fmla="*/ 1329603 w 1576758"/>
              <a:gd name="connsiteY225" fmla="*/ 610845 h 1077197"/>
              <a:gd name="connsiteX226" fmla="*/ 1343750 w 1576758"/>
              <a:gd name="connsiteY226" fmla="*/ 649896 h 1077197"/>
              <a:gd name="connsiteX227" fmla="*/ 1346664 w 1576758"/>
              <a:gd name="connsiteY227" fmla="*/ 733815 h 1077197"/>
              <a:gd name="connsiteX228" fmla="*/ 1342521 w 1576758"/>
              <a:gd name="connsiteY228" fmla="*/ 773071 h 1077197"/>
              <a:gd name="connsiteX229" fmla="*/ 1352312 w 1576758"/>
              <a:gd name="connsiteY229" fmla="*/ 775721 h 1077197"/>
              <a:gd name="connsiteX230" fmla="*/ 1361648 w 1576758"/>
              <a:gd name="connsiteY230" fmla="*/ 740316 h 1077197"/>
              <a:gd name="connsiteX231" fmla="*/ 1352151 w 1576758"/>
              <a:gd name="connsiteY231" fmla="*/ 623599 h 1077197"/>
              <a:gd name="connsiteX232" fmla="*/ 1378780 w 1576758"/>
              <a:gd name="connsiteY232" fmla="*/ 740005 h 1077197"/>
              <a:gd name="connsiteX233" fmla="*/ 1558775 w 1576758"/>
              <a:gd name="connsiteY233" fmla="*/ 246231 h 1077197"/>
              <a:gd name="connsiteX234" fmla="*/ 1449436 w 1576758"/>
              <a:gd name="connsiteY234" fmla="*/ 609333 h 1077197"/>
              <a:gd name="connsiteX235" fmla="*/ 1429560 w 1576758"/>
              <a:gd name="connsiteY235" fmla="*/ 656006 h 1077197"/>
              <a:gd name="connsiteX236" fmla="*/ 1402353 w 1576758"/>
              <a:gd name="connsiteY236" fmla="*/ 694488 h 1077197"/>
              <a:gd name="connsiteX237" fmla="*/ 1400500 w 1576758"/>
              <a:gd name="connsiteY237" fmla="*/ 698455 h 1077197"/>
              <a:gd name="connsiteX238" fmla="*/ 1396482 w 1576758"/>
              <a:gd name="connsiteY238" fmla="*/ 701301 h 1077197"/>
              <a:gd name="connsiteX239" fmla="*/ 1347706 w 1576758"/>
              <a:gd name="connsiteY239" fmla="*/ 613549 h 1077197"/>
              <a:gd name="connsiteX240" fmla="*/ 1307179 w 1576758"/>
              <a:gd name="connsiteY240" fmla="*/ 631087 h 1077197"/>
              <a:gd name="connsiteX241" fmla="*/ 1296694 w 1576758"/>
              <a:gd name="connsiteY241" fmla="*/ 623919 h 1077197"/>
              <a:gd name="connsiteX242" fmla="*/ 1278716 w 1576758"/>
              <a:gd name="connsiteY242" fmla="*/ 662587 h 1077197"/>
              <a:gd name="connsiteX243" fmla="*/ 1246902 w 1576758"/>
              <a:gd name="connsiteY243" fmla="*/ 705294 h 1077197"/>
              <a:gd name="connsiteX244" fmla="*/ 1220184 w 1576758"/>
              <a:gd name="connsiteY244" fmla="*/ 741961 h 1077197"/>
              <a:gd name="connsiteX245" fmla="*/ 1177983 w 1576758"/>
              <a:gd name="connsiteY245" fmla="*/ 759206 h 1077197"/>
              <a:gd name="connsiteX246" fmla="*/ 1069233 w 1576758"/>
              <a:gd name="connsiteY246" fmla="*/ 775846 h 1077197"/>
              <a:gd name="connsiteX247" fmla="*/ 1018354 w 1576758"/>
              <a:gd name="connsiteY247" fmla="*/ 782276 h 1077197"/>
              <a:gd name="connsiteX248" fmla="*/ 984180 w 1576758"/>
              <a:gd name="connsiteY248" fmla="*/ 785940 h 1077197"/>
              <a:gd name="connsiteX249" fmla="*/ 983369 w 1576758"/>
              <a:gd name="connsiteY249" fmla="*/ 755568 h 1077197"/>
              <a:gd name="connsiteX250" fmla="*/ 982336 w 1576758"/>
              <a:gd name="connsiteY250" fmla="*/ 752580 h 1077197"/>
              <a:gd name="connsiteX251" fmla="*/ 993819 w 1576758"/>
              <a:gd name="connsiteY251" fmla="*/ 718332 h 1077197"/>
              <a:gd name="connsiteX252" fmla="*/ 1084841 w 1576758"/>
              <a:gd name="connsiteY252" fmla="*/ 367209 h 1077197"/>
              <a:gd name="connsiteX253" fmla="*/ 1114632 w 1576758"/>
              <a:gd name="connsiteY253" fmla="*/ 267931 h 1077197"/>
              <a:gd name="connsiteX254" fmla="*/ 1139586 w 1576758"/>
              <a:gd name="connsiteY254" fmla="*/ 230926 h 1077197"/>
              <a:gd name="connsiteX255" fmla="*/ 1173894 w 1576758"/>
              <a:gd name="connsiteY255" fmla="*/ 218048 h 1077197"/>
              <a:gd name="connsiteX256" fmla="*/ 1228577 w 1576758"/>
              <a:gd name="connsiteY256" fmla="*/ 216634 h 1077197"/>
              <a:gd name="connsiteX257" fmla="*/ 1526177 w 1576758"/>
              <a:gd name="connsiteY257" fmla="*/ 212205 h 1077197"/>
              <a:gd name="connsiteX258" fmla="*/ 1548895 w 1576758"/>
              <a:gd name="connsiteY258" fmla="*/ 212392 h 1077197"/>
              <a:gd name="connsiteX259" fmla="*/ 1557037 w 1576758"/>
              <a:gd name="connsiteY259" fmla="*/ 217176 h 1077197"/>
              <a:gd name="connsiteX260" fmla="*/ 1558775 w 1576758"/>
              <a:gd name="connsiteY260" fmla="*/ 246231 h 107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Lst>
            <a:rect l="l" t="t" r="r" b="b"/>
            <a:pathLst>
              <a:path w="1576758" h="1077197">
                <a:moveTo>
                  <a:pt x="1575657" y="220903"/>
                </a:moveTo>
                <a:cubicBezTo>
                  <a:pt x="1574552" y="214882"/>
                  <a:pt x="1572628" y="207580"/>
                  <a:pt x="1567675" y="203649"/>
                </a:cubicBezTo>
                <a:cubicBezTo>
                  <a:pt x="1560895" y="198260"/>
                  <a:pt x="1551915" y="194596"/>
                  <a:pt x="1543220" y="195227"/>
                </a:cubicBezTo>
                <a:cubicBezTo>
                  <a:pt x="1422389" y="195601"/>
                  <a:pt x="1301540" y="197993"/>
                  <a:pt x="1180745" y="200777"/>
                </a:cubicBezTo>
                <a:cubicBezTo>
                  <a:pt x="1172531" y="200563"/>
                  <a:pt x="1164264" y="202422"/>
                  <a:pt x="1156611" y="205339"/>
                </a:cubicBezTo>
                <a:cubicBezTo>
                  <a:pt x="1111594" y="215807"/>
                  <a:pt x="1099416" y="254920"/>
                  <a:pt x="1088422" y="294443"/>
                </a:cubicBezTo>
                <a:cubicBezTo>
                  <a:pt x="1060671" y="385040"/>
                  <a:pt x="1037945" y="477008"/>
                  <a:pt x="1014889" y="568877"/>
                </a:cubicBezTo>
                <a:cubicBezTo>
                  <a:pt x="993971" y="412886"/>
                  <a:pt x="1010782" y="297600"/>
                  <a:pt x="843972" y="221232"/>
                </a:cubicBezTo>
                <a:cubicBezTo>
                  <a:pt x="810626" y="203694"/>
                  <a:pt x="774029" y="193449"/>
                  <a:pt x="740959" y="175395"/>
                </a:cubicBezTo>
                <a:cubicBezTo>
                  <a:pt x="726910" y="161423"/>
                  <a:pt x="701118" y="160418"/>
                  <a:pt x="682134" y="166066"/>
                </a:cubicBezTo>
                <a:cubicBezTo>
                  <a:pt x="673563" y="149293"/>
                  <a:pt x="668966" y="130670"/>
                  <a:pt x="668378" y="111860"/>
                </a:cubicBezTo>
                <a:cubicBezTo>
                  <a:pt x="668263" y="108054"/>
                  <a:pt x="662374" y="105732"/>
                  <a:pt x="660574" y="109752"/>
                </a:cubicBezTo>
                <a:cubicBezTo>
                  <a:pt x="642890" y="150004"/>
                  <a:pt x="679007" y="204610"/>
                  <a:pt x="712851" y="226043"/>
                </a:cubicBezTo>
                <a:cubicBezTo>
                  <a:pt x="689305" y="253382"/>
                  <a:pt x="645590" y="252759"/>
                  <a:pt x="612386" y="250927"/>
                </a:cubicBezTo>
                <a:cubicBezTo>
                  <a:pt x="542639" y="245262"/>
                  <a:pt x="473533" y="223357"/>
                  <a:pt x="413122" y="188166"/>
                </a:cubicBezTo>
                <a:cubicBezTo>
                  <a:pt x="410975" y="179379"/>
                  <a:pt x="408685" y="170628"/>
                  <a:pt x="406208" y="161930"/>
                </a:cubicBezTo>
                <a:cubicBezTo>
                  <a:pt x="434405" y="134876"/>
                  <a:pt x="451171" y="96279"/>
                  <a:pt x="447626" y="56987"/>
                </a:cubicBezTo>
                <a:cubicBezTo>
                  <a:pt x="446067" y="40623"/>
                  <a:pt x="441710" y="14156"/>
                  <a:pt x="431020" y="1581"/>
                </a:cubicBezTo>
                <a:cubicBezTo>
                  <a:pt x="427732" y="-1958"/>
                  <a:pt x="422146" y="950"/>
                  <a:pt x="421942" y="5334"/>
                </a:cubicBezTo>
                <a:cubicBezTo>
                  <a:pt x="421523" y="14325"/>
                  <a:pt x="425567" y="23548"/>
                  <a:pt x="427287" y="32344"/>
                </a:cubicBezTo>
                <a:cubicBezTo>
                  <a:pt x="436213" y="72453"/>
                  <a:pt x="429345" y="112732"/>
                  <a:pt x="400534" y="143209"/>
                </a:cubicBezTo>
                <a:cubicBezTo>
                  <a:pt x="398057" y="135552"/>
                  <a:pt x="395420" y="127948"/>
                  <a:pt x="392560" y="120416"/>
                </a:cubicBezTo>
                <a:cubicBezTo>
                  <a:pt x="390956" y="116182"/>
                  <a:pt x="386351" y="115978"/>
                  <a:pt x="383999" y="118379"/>
                </a:cubicBezTo>
                <a:cubicBezTo>
                  <a:pt x="301494" y="150760"/>
                  <a:pt x="207425" y="157964"/>
                  <a:pt x="133642" y="210488"/>
                </a:cubicBezTo>
                <a:cubicBezTo>
                  <a:pt x="15573" y="303487"/>
                  <a:pt x="7492" y="546217"/>
                  <a:pt x="0" y="687213"/>
                </a:cubicBezTo>
                <a:cubicBezTo>
                  <a:pt x="641" y="767886"/>
                  <a:pt x="-187" y="869378"/>
                  <a:pt x="38299" y="941504"/>
                </a:cubicBezTo>
                <a:cubicBezTo>
                  <a:pt x="55680" y="972667"/>
                  <a:pt x="84937" y="987910"/>
                  <a:pt x="120546" y="988568"/>
                </a:cubicBezTo>
                <a:cubicBezTo>
                  <a:pt x="117107" y="1007805"/>
                  <a:pt x="112857" y="1026481"/>
                  <a:pt x="109481" y="1045682"/>
                </a:cubicBezTo>
                <a:cubicBezTo>
                  <a:pt x="107958" y="1054584"/>
                  <a:pt x="105508" y="1063344"/>
                  <a:pt x="109561" y="1071766"/>
                </a:cubicBezTo>
                <a:cubicBezTo>
                  <a:pt x="113526" y="1080020"/>
                  <a:pt x="124394" y="1077921"/>
                  <a:pt x="128849" y="1071766"/>
                </a:cubicBezTo>
                <a:cubicBezTo>
                  <a:pt x="133490" y="1065354"/>
                  <a:pt x="132626" y="1055287"/>
                  <a:pt x="133633" y="1047603"/>
                </a:cubicBezTo>
                <a:cubicBezTo>
                  <a:pt x="136101" y="1028037"/>
                  <a:pt x="140564" y="1008801"/>
                  <a:pt x="139139" y="988924"/>
                </a:cubicBezTo>
                <a:cubicBezTo>
                  <a:pt x="203407" y="989102"/>
                  <a:pt x="265618" y="969536"/>
                  <a:pt x="325263" y="947445"/>
                </a:cubicBezTo>
                <a:cubicBezTo>
                  <a:pt x="373290" y="929782"/>
                  <a:pt x="421015" y="911088"/>
                  <a:pt x="466210" y="886934"/>
                </a:cubicBezTo>
                <a:cubicBezTo>
                  <a:pt x="476286" y="940793"/>
                  <a:pt x="478281" y="995985"/>
                  <a:pt x="474130" y="1050564"/>
                </a:cubicBezTo>
                <a:cubicBezTo>
                  <a:pt x="473239" y="1061459"/>
                  <a:pt x="490264" y="1061406"/>
                  <a:pt x="491146" y="1050564"/>
                </a:cubicBezTo>
                <a:cubicBezTo>
                  <a:pt x="493613" y="1005759"/>
                  <a:pt x="497702" y="921138"/>
                  <a:pt x="476856" y="881295"/>
                </a:cubicBezTo>
                <a:cubicBezTo>
                  <a:pt x="495823" y="871112"/>
                  <a:pt x="514620" y="860671"/>
                  <a:pt x="533124" y="849688"/>
                </a:cubicBezTo>
                <a:cubicBezTo>
                  <a:pt x="534879" y="848647"/>
                  <a:pt x="535913" y="847313"/>
                  <a:pt x="536376" y="845899"/>
                </a:cubicBezTo>
                <a:cubicBezTo>
                  <a:pt x="566238" y="847473"/>
                  <a:pt x="595727" y="840270"/>
                  <a:pt x="625375" y="837673"/>
                </a:cubicBezTo>
                <a:cubicBezTo>
                  <a:pt x="677982" y="831705"/>
                  <a:pt x="730794" y="827748"/>
                  <a:pt x="783597" y="823861"/>
                </a:cubicBezTo>
                <a:cubicBezTo>
                  <a:pt x="781663" y="838793"/>
                  <a:pt x="783142" y="854739"/>
                  <a:pt x="782741" y="869663"/>
                </a:cubicBezTo>
                <a:cubicBezTo>
                  <a:pt x="782269" y="887023"/>
                  <a:pt x="781628" y="904374"/>
                  <a:pt x="781022" y="921725"/>
                </a:cubicBezTo>
                <a:cubicBezTo>
                  <a:pt x="780434" y="938614"/>
                  <a:pt x="780176" y="955520"/>
                  <a:pt x="779873" y="972409"/>
                </a:cubicBezTo>
                <a:cubicBezTo>
                  <a:pt x="779561" y="989591"/>
                  <a:pt x="777886" y="1007529"/>
                  <a:pt x="780782" y="1024507"/>
                </a:cubicBezTo>
                <a:cubicBezTo>
                  <a:pt x="782162" y="1032618"/>
                  <a:pt x="795802" y="1032618"/>
                  <a:pt x="797192" y="1024507"/>
                </a:cubicBezTo>
                <a:cubicBezTo>
                  <a:pt x="800034" y="1007947"/>
                  <a:pt x="798724" y="990560"/>
                  <a:pt x="798947" y="973787"/>
                </a:cubicBezTo>
                <a:cubicBezTo>
                  <a:pt x="799624" y="939548"/>
                  <a:pt x="800034" y="905299"/>
                  <a:pt x="800087" y="871041"/>
                </a:cubicBezTo>
                <a:cubicBezTo>
                  <a:pt x="800140" y="855353"/>
                  <a:pt x="802074" y="838349"/>
                  <a:pt x="799891" y="822679"/>
                </a:cubicBezTo>
                <a:cubicBezTo>
                  <a:pt x="836284" y="819993"/>
                  <a:pt x="872694" y="817485"/>
                  <a:pt x="909051" y="814328"/>
                </a:cubicBezTo>
                <a:cubicBezTo>
                  <a:pt x="903884" y="828788"/>
                  <a:pt x="905016" y="846433"/>
                  <a:pt x="904552" y="861436"/>
                </a:cubicBezTo>
                <a:cubicBezTo>
                  <a:pt x="904027" y="878494"/>
                  <a:pt x="904837" y="895640"/>
                  <a:pt x="905550" y="912680"/>
                </a:cubicBezTo>
                <a:cubicBezTo>
                  <a:pt x="906628" y="938391"/>
                  <a:pt x="908339" y="964067"/>
                  <a:pt x="910566" y="989707"/>
                </a:cubicBezTo>
                <a:cubicBezTo>
                  <a:pt x="911341" y="998627"/>
                  <a:pt x="911581" y="1007218"/>
                  <a:pt x="916250" y="1015124"/>
                </a:cubicBezTo>
                <a:cubicBezTo>
                  <a:pt x="921007" y="1023182"/>
                  <a:pt x="932330" y="1020851"/>
                  <a:pt x="935208" y="1012652"/>
                </a:cubicBezTo>
                <a:cubicBezTo>
                  <a:pt x="938023" y="1004621"/>
                  <a:pt x="936704" y="996706"/>
                  <a:pt x="935992" y="988435"/>
                </a:cubicBezTo>
                <a:cubicBezTo>
                  <a:pt x="935288" y="980271"/>
                  <a:pt x="934638" y="972106"/>
                  <a:pt x="934041" y="963933"/>
                </a:cubicBezTo>
                <a:cubicBezTo>
                  <a:pt x="932348" y="940259"/>
                  <a:pt x="930967" y="916558"/>
                  <a:pt x="930504" y="892821"/>
                </a:cubicBezTo>
                <a:cubicBezTo>
                  <a:pt x="949622" y="893791"/>
                  <a:pt x="968313" y="898771"/>
                  <a:pt x="987405" y="899740"/>
                </a:cubicBezTo>
                <a:cubicBezTo>
                  <a:pt x="1046773" y="901190"/>
                  <a:pt x="1103496" y="879116"/>
                  <a:pt x="1158589" y="859622"/>
                </a:cubicBezTo>
                <a:cubicBezTo>
                  <a:pt x="1173065" y="863499"/>
                  <a:pt x="1188104" y="862486"/>
                  <a:pt x="1202999" y="862397"/>
                </a:cubicBezTo>
                <a:cubicBezTo>
                  <a:pt x="1219489" y="862094"/>
                  <a:pt x="1235989" y="861223"/>
                  <a:pt x="1252372" y="859337"/>
                </a:cubicBezTo>
                <a:cubicBezTo>
                  <a:pt x="1342842" y="850097"/>
                  <a:pt x="1396063" y="818259"/>
                  <a:pt x="1396491" y="720502"/>
                </a:cubicBezTo>
                <a:cubicBezTo>
                  <a:pt x="1407440" y="715254"/>
                  <a:pt x="1418888" y="708051"/>
                  <a:pt x="1423048" y="696071"/>
                </a:cubicBezTo>
                <a:cubicBezTo>
                  <a:pt x="1441926" y="673900"/>
                  <a:pt x="1453258" y="647015"/>
                  <a:pt x="1463370" y="620032"/>
                </a:cubicBezTo>
                <a:cubicBezTo>
                  <a:pt x="1476448" y="587571"/>
                  <a:pt x="1488929" y="554861"/>
                  <a:pt x="1500671" y="521893"/>
                </a:cubicBezTo>
                <a:cubicBezTo>
                  <a:pt x="1529295" y="440233"/>
                  <a:pt x="1555986" y="357275"/>
                  <a:pt x="1571924" y="272111"/>
                </a:cubicBezTo>
                <a:cubicBezTo>
                  <a:pt x="1574739" y="255703"/>
                  <a:pt x="1578713" y="237560"/>
                  <a:pt x="1575657" y="220903"/>
                </a:cubicBezTo>
                <a:close/>
                <a:moveTo>
                  <a:pt x="759276" y="207749"/>
                </a:moveTo>
                <a:cubicBezTo>
                  <a:pt x="776265" y="218181"/>
                  <a:pt x="794359" y="226070"/>
                  <a:pt x="812417" y="234439"/>
                </a:cubicBezTo>
                <a:cubicBezTo>
                  <a:pt x="976696" y="302198"/>
                  <a:pt x="970888" y="398621"/>
                  <a:pt x="986977" y="553571"/>
                </a:cubicBezTo>
                <a:cubicBezTo>
                  <a:pt x="990737" y="573350"/>
                  <a:pt x="990532" y="599755"/>
                  <a:pt x="1003405" y="614385"/>
                </a:cubicBezTo>
                <a:cubicBezTo>
                  <a:pt x="999886" y="628250"/>
                  <a:pt x="996349" y="642106"/>
                  <a:pt x="992759" y="655944"/>
                </a:cubicBezTo>
                <a:cubicBezTo>
                  <a:pt x="979690" y="644836"/>
                  <a:pt x="965124" y="635373"/>
                  <a:pt x="950148" y="626969"/>
                </a:cubicBezTo>
                <a:cubicBezTo>
                  <a:pt x="945310" y="558801"/>
                  <a:pt x="945943" y="488534"/>
                  <a:pt x="921310" y="423558"/>
                </a:cubicBezTo>
                <a:cubicBezTo>
                  <a:pt x="920303" y="420792"/>
                  <a:pt x="915965" y="421877"/>
                  <a:pt x="916820" y="424794"/>
                </a:cubicBezTo>
                <a:cubicBezTo>
                  <a:pt x="935484" y="487724"/>
                  <a:pt x="934246" y="553705"/>
                  <a:pt x="934504" y="618618"/>
                </a:cubicBezTo>
                <a:cubicBezTo>
                  <a:pt x="894227" y="598012"/>
                  <a:pt x="846181" y="583356"/>
                  <a:pt x="801931" y="599542"/>
                </a:cubicBezTo>
                <a:cubicBezTo>
                  <a:pt x="802074" y="461995"/>
                  <a:pt x="773904" y="325712"/>
                  <a:pt x="739248" y="193173"/>
                </a:cubicBezTo>
                <a:cubicBezTo>
                  <a:pt x="745609" y="198464"/>
                  <a:pt x="752229" y="203427"/>
                  <a:pt x="759276" y="207749"/>
                </a:cubicBezTo>
                <a:close/>
                <a:moveTo>
                  <a:pt x="703934" y="196561"/>
                </a:moveTo>
                <a:cubicBezTo>
                  <a:pt x="698775" y="191252"/>
                  <a:pt x="694134" y="185498"/>
                  <a:pt x="690000" y="179388"/>
                </a:cubicBezTo>
                <a:cubicBezTo>
                  <a:pt x="700530" y="178952"/>
                  <a:pt x="710624" y="178365"/>
                  <a:pt x="720442" y="181807"/>
                </a:cubicBezTo>
                <a:cubicBezTo>
                  <a:pt x="721190" y="192399"/>
                  <a:pt x="724032" y="202573"/>
                  <a:pt x="726696" y="212836"/>
                </a:cubicBezTo>
                <a:cubicBezTo>
                  <a:pt x="725939" y="213041"/>
                  <a:pt x="725208" y="213343"/>
                  <a:pt x="724522" y="213708"/>
                </a:cubicBezTo>
                <a:cubicBezTo>
                  <a:pt x="717538" y="208318"/>
                  <a:pt x="709929" y="203249"/>
                  <a:pt x="703934" y="196561"/>
                </a:cubicBezTo>
                <a:close/>
                <a:moveTo>
                  <a:pt x="448356" y="225919"/>
                </a:moveTo>
                <a:cubicBezTo>
                  <a:pt x="521409" y="258718"/>
                  <a:pt x="670490" y="307383"/>
                  <a:pt x="732255" y="236102"/>
                </a:cubicBezTo>
                <a:cubicBezTo>
                  <a:pt x="752683" y="327046"/>
                  <a:pt x="770367" y="418880"/>
                  <a:pt x="777868" y="511888"/>
                </a:cubicBezTo>
                <a:cubicBezTo>
                  <a:pt x="781325" y="543700"/>
                  <a:pt x="779089" y="576276"/>
                  <a:pt x="782946" y="607768"/>
                </a:cubicBezTo>
                <a:cubicBezTo>
                  <a:pt x="683773" y="659021"/>
                  <a:pt x="572296" y="678889"/>
                  <a:pt x="466878" y="713565"/>
                </a:cubicBezTo>
                <a:cubicBezTo>
                  <a:pt x="467956" y="544874"/>
                  <a:pt x="454120" y="375595"/>
                  <a:pt x="418280" y="210560"/>
                </a:cubicBezTo>
                <a:cubicBezTo>
                  <a:pt x="427875" y="216563"/>
                  <a:pt x="438467" y="221303"/>
                  <a:pt x="448356" y="225919"/>
                </a:cubicBezTo>
                <a:close/>
                <a:moveTo>
                  <a:pt x="35903" y="535731"/>
                </a:moveTo>
                <a:cubicBezTo>
                  <a:pt x="49284" y="438330"/>
                  <a:pt x="62611" y="323355"/>
                  <a:pt x="129847" y="246916"/>
                </a:cubicBezTo>
                <a:cubicBezTo>
                  <a:pt x="178605" y="198322"/>
                  <a:pt x="250473" y="186369"/>
                  <a:pt x="312808" y="163558"/>
                </a:cubicBezTo>
                <a:cubicBezTo>
                  <a:pt x="337387" y="155358"/>
                  <a:pt x="363366" y="147238"/>
                  <a:pt x="384177" y="131354"/>
                </a:cubicBezTo>
                <a:cubicBezTo>
                  <a:pt x="398868" y="205046"/>
                  <a:pt x="416917" y="278168"/>
                  <a:pt x="425950" y="352891"/>
                </a:cubicBezTo>
                <a:cubicBezTo>
                  <a:pt x="436017" y="428858"/>
                  <a:pt x="441915" y="505449"/>
                  <a:pt x="444864" y="582013"/>
                </a:cubicBezTo>
                <a:cubicBezTo>
                  <a:pt x="446557" y="625884"/>
                  <a:pt x="446334" y="669747"/>
                  <a:pt x="447323" y="713618"/>
                </a:cubicBezTo>
                <a:cubicBezTo>
                  <a:pt x="447376" y="716064"/>
                  <a:pt x="448151" y="718020"/>
                  <a:pt x="449345" y="719514"/>
                </a:cubicBezTo>
                <a:cubicBezTo>
                  <a:pt x="399099" y="737043"/>
                  <a:pt x="346947" y="760122"/>
                  <a:pt x="292692" y="748907"/>
                </a:cubicBezTo>
                <a:cubicBezTo>
                  <a:pt x="275230" y="746604"/>
                  <a:pt x="258339" y="741028"/>
                  <a:pt x="240896" y="738724"/>
                </a:cubicBezTo>
                <a:cubicBezTo>
                  <a:pt x="242134" y="730267"/>
                  <a:pt x="240700" y="721960"/>
                  <a:pt x="240121" y="713440"/>
                </a:cubicBezTo>
                <a:cubicBezTo>
                  <a:pt x="239461" y="703729"/>
                  <a:pt x="239247" y="693990"/>
                  <a:pt x="239114" y="684261"/>
                </a:cubicBezTo>
                <a:cubicBezTo>
                  <a:pt x="239078" y="628988"/>
                  <a:pt x="231541" y="573324"/>
                  <a:pt x="239987" y="518344"/>
                </a:cubicBezTo>
                <a:cubicBezTo>
                  <a:pt x="240887" y="512661"/>
                  <a:pt x="232566" y="510056"/>
                  <a:pt x="231140" y="515908"/>
                </a:cubicBezTo>
                <a:cubicBezTo>
                  <a:pt x="222312" y="552202"/>
                  <a:pt x="221982" y="589794"/>
                  <a:pt x="222677" y="626942"/>
                </a:cubicBezTo>
                <a:cubicBezTo>
                  <a:pt x="223791" y="659368"/>
                  <a:pt x="221902" y="691856"/>
                  <a:pt x="223995" y="724246"/>
                </a:cubicBezTo>
                <a:cubicBezTo>
                  <a:pt x="189278" y="715050"/>
                  <a:pt x="154239" y="719167"/>
                  <a:pt x="119192" y="722654"/>
                </a:cubicBezTo>
                <a:cubicBezTo>
                  <a:pt x="87405" y="725464"/>
                  <a:pt x="54389" y="728319"/>
                  <a:pt x="25675" y="743536"/>
                </a:cubicBezTo>
                <a:cubicBezTo>
                  <a:pt x="23484" y="674309"/>
                  <a:pt x="28499" y="604060"/>
                  <a:pt x="35903" y="535731"/>
                </a:cubicBezTo>
                <a:close/>
                <a:moveTo>
                  <a:pt x="48215" y="903360"/>
                </a:moveTo>
                <a:cubicBezTo>
                  <a:pt x="41685" y="884924"/>
                  <a:pt x="37925" y="864736"/>
                  <a:pt x="35039" y="846495"/>
                </a:cubicBezTo>
                <a:cubicBezTo>
                  <a:pt x="30718" y="819183"/>
                  <a:pt x="28001" y="791454"/>
                  <a:pt x="26522" y="763510"/>
                </a:cubicBezTo>
                <a:cubicBezTo>
                  <a:pt x="57480" y="740370"/>
                  <a:pt x="111904" y="741339"/>
                  <a:pt x="149615" y="736759"/>
                </a:cubicBezTo>
                <a:cubicBezTo>
                  <a:pt x="171692" y="734829"/>
                  <a:pt x="194284" y="734580"/>
                  <a:pt x="215906" y="740005"/>
                </a:cubicBezTo>
                <a:cubicBezTo>
                  <a:pt x="201474" y="751291"/>
                  <a:pt x="184948" y="759482"/>
                  <a:pt x="169767" y="769673"/>
                </a:cubicBezTo>
                <a:cubicBezTo>
                  <a:pt x="150595" y="782391"/>
                  <a:pt x="134613" y="798906"/>
                  <a:pt x="118399" y="815075"/>
                </a:cubicBezTo>
                <a:cubicBezTo>
                  <a:pt x="91868" y="841746"/>
                  <a:pt x="65810" y="869832"/>
                  <a:pt x="48215" y="903360"/>
                </a:cubicBezTo>
                <a:close/>
                <a:moveTo>
                  <a:pt x="359677" y="907406"/>
                </a:moveTo>
                <a:cubicBezTo>
                  <a:pt x="283640" y="935510"/>
                  <a:pt x="164404" y="984753"/>
                  <a:pt x="84919" y="954524"/>
                </a:cubicBezTo>
                <a:cubicBezTo>
                  <a:pt x="71191" y="946618"/>
                  <a:pt x="61507" y="932886"/>
                  <a:pt x="54424" y="918390"/>
                </a:cubicBezTo>
                <a:cubicBezTo>
                  <a:pt x="74264" y="882327"/>
                  <a:pt x="102185" y="851742"/>
                  <a:pt x="131299" y="822963"/>
                </a:cubicBezTo>
                <a:cubicBezTo>
                  <a:pt x="147629" y="806777"/>
                  <a:pt x="163540" y="790867"/>
                  <a:pt x="183095" y="778540"/>
                </a:cubicBezTo>
                <a:cubicBezTo>
                  <a:pt x="192253" y="772768"/>
                  <a:pt x="201670" y="767397"/>
                  <a:pt x="210775" y="761527"/>
                </a:cubicBezTo>
                <a:cubicBezTo>
                  <a:pt x="217795" y="757000"/>
                  <a:pt x="227372" y="751655"/>
                  <a:pt x="233225" y="744816"/>
                </a:cubicBezTo>
                <a:cubicBezTo>
                  <a:pt x="235773" y="745208"/>
                  <a:pt x="238561" y="744283"/>
                  <a:pt x="239933" y="742122"/>
                </a:cubicBezTo>
                <a:cubicBezTo>
                  <a:pt x="274821" y="761047"/>
                  <a:pt x="315766" y="768553"/>
                  <a:pt x="355143" y="762763"/>
                </a:cubicBezTo>
                <a:cubicBezTo>
                  <a:pt x="383999" y="758041"/>
                  <a:pt x="411393" y="747360"/>
                  <a:pt x="438851" y="737701"/>
                </a:cubicBezTo>
                <a:cubicBezTo>
                  <a:pt x="524714" y="706939"/>
                  <a:pt x="614818" y="689606"/>
                  <a:pt x="700219" y="657563"/>
                </a:cubicBezTo>
                <a:cubicBezTo>
                  <a:pt x="725253" y="648056"/>
                  <a:pt x="750821" y="640674"/>
                  <a:pt x="774483" y="627983"/>
                </a:cubicBezTo>
                <a:cubicBezTo>
                  <a:pt x="850271" y="578464"/>
                  <a:pt x="924321" y="619712"/>
                  <a:pt x="990692" y="663877"/>
                </a:cubicBezTo>
                <a:cubicBezTo>
                  <a:pt x="988278" y="673135"/>
                  <a:pt x="985828" y="682393"/>
                  <a:pt x="983369" y="691642"/>
                </a:cubicBezTo>
                <a:cubicBezTo>
                  <a:pt x="958504" y="665869"/>
                  <a:pt x="930825" y="636699"/>
                  <a:pt x="892846" y="634742"/>
                </a:cubicBezTo>
                <a:cubicBezTo>
                  <a:pt x="876142" y="634013"/>
                  <a:pt x="859696" y="637348"/>
                  <a:pt x="843144" y="638975"/>
                </a:cubicBezTo>
                <a:cubicBezTo>
                  <a:pt x="839473" y="639340"/>
                  <a:pt x="839437" y="644382"/>
                  <a:pt x="843144" y="644712"/>
                </a:cubicBezTo>
                <a:cubicBezTo>
                  <a:pt x="858146" y="646028"/>
                  <a:pt x="873211" y="646099"/>
                  <a:pt x="888222" y="647148"/>
                </a:cubicBezTo>
                <a:cubicBezTo>
                  <a:pt x="931110" y="650003"/>
                  <a:pt x="950896" y="681477"/>
                  <a:pt x="979039" y="707837"/>
                </a:cubicBezTo>
                <a:cubicBezTo>
                  <a:pt x="977400" y="713867"/>
                  <a:pt x="975912" y="719950"/>
                  <a:pt x="974193" y="725927"/>
                </a:cubicBezTo>
                <a:cubicBezTo>
                  <a:pt x="950433" y="698882"/>
                  <a:pt x="895848" y="668039"/>
                  <a:pt x="860008" y="680890"/>
                </a:cubicBezTo>
                <a:cubicBezTo>
                  <a:pt x="837264" y="675848"/>
                  <a:pt x="813531" y="676532"/>
                  <a:pt x="791401" y="684812"/>
                </a:cubicBezTo>
                <a:cubicBezTo>
                  <a:pt x="790323" y="685221"/>
                  <a:pt x="790376" y="687000"/>
                  <a:pt x="791695" y="686955"/>
                </a:cubicBezTo>
                <a:cubicBezTo>
                  <a:pt x="845112" y="683540"/>
                  <a:pt x="900552" y="698170"/>
                  <a:pt x="933907" y="742486"/>
                </a:cubicBezTo>
                <a:cubicBezTo>
                  <a:pt x="921702" y="739969"/>
                  <a:pt x="910227" y="734909"/>
                  <a:pt x="898966" y="729715"/>
                </a:cubicBezTo>
                <a:cubicBezTo>
                  <a:pt x="866485" y="712746"/>
                  <a:pt x="830929" y="703684"/>
                  <a:pt x="796185" y="720181"/>
                </a:cubicBezTo>
                <a:cubicBezTo>
                  <a:pt x="776799" y="728995"/>
                  <a:pt x="758839" y="740610"/>
                  <a:pt x="739409" y="749352"/>
                </a:cubicBezTo>
                <a:cubicBezTo>
                  <a:pt x="715613" y="760051"/>
                  <a:pt x="692504" y="761260"/>
                  <a:pt x="667550" y="753914"/>
                </a:cubicBezTo>
                <a:cubicBezTo>
                  <a:pt x="664209" y="752936"/>
                  <a:pt x="662472" y="757561"/>
                  <a:pt x="665251" y="759366"/>
                </a:cubicBezTo>
                <a:cubicBezTo>
                  <a:pt x="668236" y="761296"/>
                  <a:pt x="671238" y="762914"/>
                  <a:pt x="674249" y="764311"/>
                </a:cubicBezTo>
                <a:cubicBezTo>
                  <a:pt x="661376" y="772840"/>
                  <a:pt x="647906" y="779341"/>
                  <a:pt x="634667" y="787229"/>
                </a:cubicBezTo>
                <a:cubicBezTo>
                  <a:pt x="592760" y="792690"/>
                  <a:pt x="550977" y="799075"/>
                  <a:pt x="509337" y="806323"/>
                </a:cubicBezTo>
                <a:cubicBezTo>
                  <a:pt x="502389" y="807533"/>
                  <a:pt x="503279" y="816844"/>
                  <a:pt x="508553" y="819424"/>
                </a:cubicBezTo>
                <a:cubicBezTo>
                  <a:pt x="510264" y="827561"/>
                  <a:pt x="514897" y="834107"/>
                  <a:pt x="520883" y="839718"/>
                </a:cubicBezTo>
                <a:cubicBezTo>
                  <a:pt x="467377" y="862868"/>
                  <a:pt x="414324" y="887049"/>
                  <a:pt x="359677" y="907406"/>
                </a:cubicBezTo>
                <a:close/>
                <a:moveTo>
                  <a:pt x="954273" y="746061"/>
                </a:moveTo>
                <a:cubicBezTo>
                  <a:pt x="941043" y="723463"/>
                  <a:pt x="918833" y="706014"/>
                  <a:pt x="895946" y="693946"/>
                </a:cubicBezTo>
                <a:cubicBezTo>
                  <a:pt x="913613" y="698606"/>
                  <a:pt x="930388" y="707811"/>
                  <a:pt x="944794" y="719123"/>
                </a:cubicBezTo>
                <a:cubicBezTo>
                  <a:pt x="953498" y="725847"/>
                  <a:pt x="960349" y="734358"/>
                  <a:pt x="968812" y="741241"/>
                </a:cubicBezTo>
                <a:cubicBezTo>
                  <a:pt x="966968" y="745492"/>
                  <a:pt x="964785" y="749601"/>
                  <a:pt x="962086" y="753505"/>
                </a:cubicBezTo>
                <a:cubicBezTo>
                  <a:pt x="959101" y="753843"/>
                  <a:pt x="956126" y="754172"/>
                  <a:pt x="953141" y="754510"/>
                </a:cubicBezTo>
                <a:cubicBezTo>
                  <a:pt x="953391" y="754092"/>
                  <a:pt x="953587" y="753648"/>
                  <a:pt x="953729" y="753194"/>
                </a:cubicBezTo>
                <a:cubicBezTo>
                  <a:pt x="955146" y="751211"/>
                  <a:pt x="955645" y="748551"/>
                  <a:pt x="954273" y="746061"/>
                </a:cubicBezTo>
                <a:close/>
                <a:moveTo>
                  <a:pt x="785102" y="771461"/>
                </a:moveTo>
                <a:cubicBezTo>
                  <a:pt x="780826" y="771808"/>
                  <a:pt x="760558" y="773222"/>
                  <a:pt x="737217" y="775481"/>
                </a:cubicBezTo>
                <a:cubicBezTo>
                  <a:pt x="710321" y="778087"/>
                  <a:pt x="679354" y="781662"/>
                  <a:pt x="664111" y="783512"/>
                </a:cubicBezTo>
                <a:cubicBezTo>
                  <a:pt x="671051" y="779581"/>
                  <a:pt x="680699" y="775027"/>
                  <a:pt x="686009" y="768464"/>
                </a:cubicBezTo>
                <a:cubicBezTo>
                  <a:pt x="706018" y="773444"/>
                  <a:pt x="726313" y="768473"/>
                  <a:pt x="745805" y="760220"/>
                </a:cubicBezTo>
                <a:cubicBezTo>
                  <a:pt x="746456" y="759944"/>
                  <a:pt x="755846" y="755684"/>
                  <a:pt x="756442" y="755399"/>
                </a:cubicBezTo>
                <a:cubicBezTo>
                  <a:pt x="757939" y="754679"/>
                  <a:pt x="759427" y="753950"/>
                  <a:pt x="760906" y="753203"/>
                </a:cubicBezTo>
                <a:cubicBezTo>
                  <a:pt x="768487" y="756707"/>
                  <a:pt x="776710" y="759206"/>
                  <a:pt x="785182" y="760753"/>
                </a:cubicBezTo>
                <a:cubicBezTo>
                  <a:pt x="785120" y="761171"/>
                  <a:pt x="785076" y="761598"/>
                  <a:pt x="785076" y="762043"/>
                </a:cubicBezTo>
                <a:cubicBezTo>
                  <a:pt x="785076" y="765067"/>
                  <a:pt x="785076" y="768082"/>
                  <a:pt x="785076" y="771105"/>
                </a:cubicBezTo>
                <a:cubicBezTo>
                  <a:pt x="785085" y="771221"/>
                  <a:pt x="785093" y="771337"/>
                  <a:pt x="785102" y="771461"/>
                </a:cubicBezTo>
                <a:close/>
                <a:moveTo>
                  <a:pt x="772692" y="747093"/>
                </a:moveTo>
                <a:cubicBezTo>
                  <a:pt x="801290" y="730356"/>
                  <a:pt x="834199" y="716446"/>
                  <a:pt x="866903" y="730338"/>
                </a:cubicBezTo>
                <a:cubicBezTo>
                  <a:pt x="829353" y="749281"/>
                  <a:pt x="815473" y="754181"/>
                  <a:pt x="772692" y="747093"/>
                </a:cubicBezTo>
                <a:close/>
                <a:moveTo>
                  <a:pt x="801967" y="762550"/>
                </a:moveTo>
                <a:cubicBezTo>
                  <a:pt x="812604" y="762914"/>
                  <a:pt x="823268" y="761838"/>
                  <a:pt x="833237" y="759348"/>
                </a:cubicBezTo>
                <a:cubicBezTo>
                  <a:pt x="844997" y="756182"/>
                  <a:pt x="855669" y="750081"/>
                  <a:pt x="866743" y="745181"/>
                </a:cubicBezTo>
                <a:cubicBezTo>
                  <a:pt x="872926" y="742344"/>
                  <a:pt x="879536" y="741054"/>
                  <a:pt x="885710" y="738297"/>
                </a:cubicBezTo>
                <a:cubicBezTo>
                  <a:pt x="900303" y="744905"/>
                  <a:pt x="916027" y="753639"/>
                  <a:pt x="932776" y="756787"/>
                </a:cubicBezTo>
                <a:cubicBezTo>
                  <a:pt x="889274" y="762256"/>
                  <a:pt x="845647" y="766401"/>
                  <a:pt x="801976" y="770065"/>
                </a:cubicBezTo>
                <a:cubicBezTo>
                  <a:pt x="801967" y="767566"/>
                  <a:pt x="801967" y="765058"/>
                  <a:pt x="801967" y="762550"/>
                </a:cubicBezTo>
                <a:close/>
                <a:moveTo>
                  <a:pt x="810038" y="807915"/>
                </a:moveTo>
                <a:cubicBezTo>
                  <a:pt x="731008" y="814630"/>
                  <a:pt x="651772" y="819023"/>
                  <a:pt x="573187" y="830282"/>
                </a:cubicBezTo>
                <a:cubicBezTo>
                  <a:pt x="564510" y="831403"/>
                  <a:pt x="555770" y="832328"/>
                  <a:pt x="547004" y="832390"/>
                </a:cubicBezTo>
                <a:cubicBezTo>
                  <a:pt x="542461" y="832417"/>
                  <a:pt x="537445" y="831252"/>
                  <a:pt x="533044" y="832017"/>
                </a:cubicBezTo>
                <a:cubicBezTo>
                  <a:pt x="528393" y="828308"/>
                  <a:pt x="524108" y="823790"/>
                  <a:pt x="522496" y="818143"/>
                </a:cubicBezTo>
                <a:cubicBezTo>
                  <a:pt x="557615" y="812122"/>
                  <a:pt x="592822" y="806652"/>
                  <a:pt x="628128" y="801832"/>
                </a:cubicBezTo>
                <a:cubicBezTo>
                  <a:pt x="630008" y="802997"/>
                  <a:pt x="632458" y="802437"/>
                  <a:pt x="634302" y="801014"/>
                </a:cubicBezTo>
                <a:cubicBezTo>
                  <a:pt x="743632" y="785024"/>
                  <a:pt x="854698" y="783752"/>
                  <a:pt x="963502" y="763973"/>
                </a:cubicBezTo>
                <a:cubicBezTo>
                  <a:pt x="965836" y="765796"/>
                  <a:pt x="969124" y="766614"/>
                  <a:pt x="972108" y="765698"/>
                </a:cubicBezTo>
                <a:cubicBezTo>
                  <a:pt x="971877" y="774378"/>
                  <a:pt x="971645" y="783058"/>
                  <a:pt x="971413" y="791738"/>
                </a:cubicBezTo>
                <a:cubicBezTo>
                  <a:pt x="970905" y="792156"/>
                  <a:pt x="970478" y="792610"/>
                  <a:pt x="970113" y="793090"/>
                </a:cubicBezTo>
                <a:cubicBezTo>
                  <a:pt x="917577" y="801788"/>
                  <a:pt x="863144" y="802980"/>
                  <a:pt x="810038" y="807915"/>
                </a:cubicBezTo>
                <a:close/>
                <a:moveTo>
                  <a:pt x="1378780" y="740005"/>
                </a:moveTo>
                <a:cubicBezTo>
                  <a:pt x="1376170" y="771354"/>
                  <a:pt x="1365942" y="802882"/>
                  <a:pt x="1337380" y="819468"/>
                </a:cubicBezTo>
                <a:cubicBezTo>
                  <a:pt x="1290413" y="844921"/>
                  <a:pt x="1234145" y="844983"/>
                  <a:pt x="1182001" y="845499"/>
                </a:cubicBezTo>
                <a:cubicBezTo>
                  <a:pt x="1173092" y="846522"/>
                  <a:pt x="1151488" y="836712"/>
                  <a:pt x="1148530" y="847847"/>
                </a:cubicBezTo>
                <a:cubicBezTo>
                  <a:pt x="1095817" y="866666"/>
                  <a:pt x="1041455" y="887423"/>
                  <a:pt x="984705" y="887227"/>
                </a:cubicBezTo>
                <a:cubicBezTo>
                  <a:pt x="966317" y="886542"/>
                  <a:pt x="948375" y="883029"/>
                  <a:pt x="930370" y="887707"/>
                </a:cubicBezTo>
                <a:cubicBezTo>
                  <a:pt x="930130" y="871201"/>
                  <a:pt x="929266" y="854722"/>
                  <a:pt x="928954" y="838215"/>
                </a:cubicBezTo>
                <a:cubicBezTo>
                  <a:pt x="928749" y="829918"/>
                  <a:pt x="929078" y="820508"/>
                  <a:pt x="926032" y="812700"/>
                </a:cubicBezTo>
                <a:cubicBezTo>
                  <a:pt x="941649" y="810619"/>
                  <a:pt x="957783" y="810299"/>
                  <a:pt x="973053" y="806154"/>
                </a:cubicBezTo>
                <a:cubicBezTo>
                  <a:pt x="975271" y="807408"/>
                  <a:pt x="978068" y="807551"/>
                  <a:pt x="980928" y="805683"/>
                </a:cubicBezTo>
                <a:cubicBezTo>
                  <a:pt x="988108" y="801023"/>
                  <a:pt x="994897" y="801539"/>
                  <a:pt x="1003111" y="800898"/>
                </a:cubicBezTo>
                <a:cubicBezTo>
                  <a:pt x="1055041" y="795358"/>
                  <a:pt x="1106721" y="787647"/>
                  <a:pt x="1158152" y="778496"/>
                </a:cubicBezTo>
                <a:cubicBezTo>
                  <a:pt x="1156121" y="782809"/>
                  <a:pt x="1155239" y="787558"/>
                  <a:pt x="1156139" y="792681"/>
                </a:cubicBezTo>
                <a:cubicBezTo>
                  <a:pt x="1156718" y="795980"/>
                  <a:pt x="1161671" y="797208"/>
                  <a:pt x="1163809" y="794700"/>
                </a:cubicBezTo>
                <a:cubicBezTo>
                  <a:pt x="1168495" y="789212"/>
                  <a:pt x="1171667" y="782685"/>
                  <a:pt x="1177048" y="777740"/>
                </a:cubicBezTo>
                <a:cubicBezTo>
                  <a:pt x="1192879" y="764088"/>
                  <a:pt x="1215231" y="762514"/>
                  <a:pt x="1232773" y="751815"/>
                </a:cubicBezTo>
                <a:cubicBezTo>
                  <a:pt x="1261958" y="734171"/>
                  <a:pt x="1258136" y="705249"/>
                  <a:pt x="1270555" y="678862"/>
                </a:cubicBezTo>
                <a:cubicBezTo>
                  <a:pt x="1276551" y="697868"/>
                  <a:pt x="1275874" y="718225"/>
                  <a:pt x="1274475" y="737871"/>
                </a:cubicBezTo>
                <a:cubicBezTo>
                  <a:pt x="1272346" y="756707"/>
                  <a:pt x="1269896" y="787380"/>
                  <a:pt x="1246332" y="790191"/>
                </a:cubicBezTo>
                <a:cubicBezTo>
                  <a:pt x="1243739" y="790582"/>
                  <a:pt x="1243900" y="794086"/>
                  <a:pt x="1245664" y="795287"/>
                </a:cubicBezTo>
                <a:cubicBezTo>
                  <a:pt x="1264622" y="808173"/>
                  <a:pt x="1279286" y="777188"/>
                  <a:pt x="1283384" y="763866"/>
                </a:cubicBezTo>
                <a:cubicBezTo>
                  <a:pt x="1290992" y="739107"/>
                  <a:pt x="1291999" y="711919"/>
                  <a:pt x="1287678" y="686466"/>
                </a:cubicBezTo>
                <a:cubicBezTo>
                  <a:pt x="1289246" y="669720"/>
                  <a:pt x="1289878" y="652582"/>
                  <a:pt x="1294858" y="636441"/>
                </a:cubicBezTo>
                <a:cubicBezTo>
                  <a:pt x="1300916" y="643573"/>
                  <a:pt x="1301798" y="653809"/>
                  <a:pt x="1303714" y="662685"/>
                </a:cubicBezTo>
                <a:cubicBezTo>
                  <a:pt x="1306413" y="678391"/>
                  <a:pt x="1309122" y="694212"/>
                  <a:pt x="1311197" y="709998"/>
                </a:cubicBezTo>
                <a:cubicBezTo>
                  <a:pt x="1313781" y="729324"/>
                  <a:pt x="1314556" y="748987"/>
                  <a:pt x="1312061" y="768366"/>
                </a:cubicBezTo>
                <a:cubicBezTo>
                  <a:pt x="1311197" y="775045"/>
                  <a:pt x="1308560" y="781902"/>
                  <a:pt x="1310280" y="788563"/>
                </a:cubicBezTo>
                <a:cubicBezTo>
                  <a:pt x="1311215" y="792183"/>
                  <a:pt x="1316124" y="793535"/>
                  <a:pt x="1318725" y="790787"/>
                </a:cubicBezTo>
                <a:cubicBezTo>
                  <a:pt x="1337951" y="761749"/>
                  <a:pt x="1320454" y="678356"/>
                  <a:pt x="1312872" y="643991"/>
                </a:cubicBezTo>
                <a:cubicBezTo>
                  <a:pt x="1316970" y="639295"/>
                  <a:pt x="1319732" y="606336"/>
                  <a:pt x="1329603" y="610845"/>
                </a:cubicBezTo>
                <a:cubicBezTo>
                  <a:pt x="1336989" y="615754"/>
                  <a:pt x="1341550" y="640834"/>
                  <a:pt x="1343750" y="649896"/>
                </a:cubicBezTo>
                <a:cubicBezTo>
                  <a:pt x="1350058" y="677457"/>
                  <a:pt x="1351305" y="705854"/>
                  <a:pt x="1346664" y="733815"/>
                </a:cubicBezTo>
                <a:cubicBezTo>
                  <a:pt x="1344739" y="746933"/>
                  <a:pt x="1341443" y="759748"/>
                  <a:pt x="1342521" y="773071"/>
                </a:cubicBezTo>
                <a:cubicBezTo>
                  <a:pt x="1342904" y="777811"/>
                  <a:pt x="1349782" y="780764"/>
                  <a:pt x="1352312" y="775721"/>
                </a:cubicBezTo>
                <a:cubicBezTo>
                  <a:pt x="1357942" y="764471"/>
                  <a:pt x="1359813" y="752660"/>
                  <a:pt x="1361648" y="740316"/>
                </a:cubicBezTo>
                <a:cubicBezTo>
                  <a:pt x="1368490" y="701283"/>
                  <a:pt x="1365310" y="661031"/>
                  <a:pt x="1352151" y="623599"/>
                </a:cubicBezTo>
                <a:cubicBezTo>
                  <a:pt x="1384188" y="621811"/>
                  <a:pt x="1380802" y="718038"/>
                  <a:pt x="1378780" y="740005"/>
                </a:cubicBezTo>
                <a:close/>
                <a:moveTo>
                  <a:pt x="1558775" y="246231"/>
                </a:moveTo>
                <a:cubicBezTo>
                  <a:pt x="1539335" y="371380"/>
                  <a:pt x="1494853" y="491584"/>
                  <a:pt x="1449436" y="609333"/>
                </a:cubicBezTo>
                <a:cubicBezTo>
                  <a:pt x="1443191" y="624941"/>
                  <a:pt x="1437534" y="641181"/>
                  <a:pt x="1429560" y="656006"/>
                </a:cubicBezTo>
                <a:cubicBezTo>
                  <a:pt x="1422077" y="669925"/>
                  <a:pt x="1412634" y="682535"/>
                  <a:pt x="1402353" y="694488"/>
                </a:cubicBezTo>
                <a:cubicBezTo>
                  <a:pt x="1401337" y="695671"/>
                  <a:pt x="1400749" y="697041"/>
                  <a:pt x="1400500" y="698455"/>
                </a:cubicBezTo>
                <a:cubicBezTo>
                  <a:pt x="1399235" y="699486"/>
                  <a:pt x="1397889" y="700420"/>
                  <a:pt x="1396482" y="701301"/>
                </a:cubicBezTo>
                <a:cubicBezTo>
                  <a:pt x="1395707" y="675643"/>
                  <a:pt x="1388535" y="596509"/>
                  <a:pt x="1347706" y="613549"/>
                </a:cubicBezTo>
                <a:cubicBezTo>
                  <a:pt x="1330948" y="584183"/>
                  <a:pt x="1308124" y="603188"/>
                  <a:pt x="1307179" y="631087"/>
                </a:cubicBezTo>
                <a:cubicBezTo>
                  <a:pt x="1304587" y="627387"/>
                  <a:pt x="1301202" y="624657"/>
                  <a:pt x="1296694" y="623919"/>
                </a:cubicBezTo>
                <a:cubicBezTo>
                  <a:pt x="1279054" y="621402"/>
                  <a:pt x="1281050" y="651168"/>
                  <a:pt x="1278716" y="662587"/>
                </a:cubicBezTo>
                <a:cubicBezTo>
                  <a:pt x="1261655" y="643084"/>
                  <a:pt x="1249459" y="694284"/>
                  <a:pt x="1246902" y="705294"/>
                </a:cubicBezTo>
                <a:cubicBezTo>
                  <a:pt x="1242653" y="721489"/>
                  <a:pt x="1235766" y="734438"/>
                  <a:pt x="1220184" y="741961"/>
                </a:cubicBezTo>
                <a:cubicBezTo>
                  <a:pt x="1206491" y="748578"/>
                  <a:pt x="1191293" y="751673"/>
                  <a:pt x="1177983" y="759206"/>
                </a:cubicBezTo>
                <a:cubicBezTo>
                  <a:pt x="1141911" y="761883"/>
                  <a:pt x="1105536" y="771737"/>
                  <a:pt x="1069233" y="775846"/>
                </a:cubicBezTo>
                <a:cubicBezTo>
                  <a:pt x="1052306" y="778318"/>
                  <a:pt x="1035317" y="780079"/>
                  <a:pt x="1018354" y="782276"/>
                </a:cubicBezTo>
                <a:cubicBezTo>
                  <a:pt x="1007102" y="783734"/>
                  <a:pt x="995102" y="783058"/>
                  <a:pt x="984180" y="785940"/>
                </a:cubicBezTo>
                <a:cubicBezTo>
                  <a:pt x="983912" y="775819"/>
                  <a:pt x="983636" y="765689"/>
                  <a:pt x="983369" y="755568"/>
                </a:cubicBezTo>
                <a:cubicBezTo>
                  <a:pt x="983342" y="754457"/>
                  <a:pt x="982950" y="753434"/>
                  <a:pt x="982336" y="752580"/>
                </a:cubicBezTo>
                <a:cubicBezTo>
                  <a:pt x="987663" y="741793"/>
                  <a:pt x="990621" y="730062"/>
                  <a:pt x="993819" y="718332"/>
                </a:cubicBezTo>
                <a:cubicBezTo>
                  <a:pt x="1025606" y="601667"/>
                  <a:pt x="1052163" y="483633"/>
                  <a:pt x="1084841" y="367209"/>
                </a:cubicBezTo>
                <a:cubicBezTo>
                  <a:pt x="1094151" y="334045"/>
                  <a:pt x="1103095" y="300401"/>
                  <a:pt x="1114632" y="267931"/>
                </a:cubicBezTo>
                <a:cubicBezTo>
                  <a:pt x="1119594" y="253969"/>
                  <a:pt x="1126757" y="239241"/>
                  <a:pt x="1139586" y="230926"/>
                </a:cubicBezTo>
                <a:cubicBezTo>
                  <a:pt x="1149778" y="225127"/>
                  <a:pt x="1162722" y="220849"/>
                  <a:pt x="1173894" y="218048"/>
                </a:cubicBezTo>
                <a:cubicBezTo>
                  <a:pt x="1192041" y="216901"/>
                  <a:pt x="1210367" y="217310"/>
                  <a:pt x="1228577" y="216634"/>
                </a:cubicBezTo>
                <a:cubicBezTo>
                  <a:pt x="1327768" y="214668"/>
                  <a:pt x="1426968" y="212890"/>
                  <a:pt x="1526177" y="212205"/>
                </a:cubicBezTo>
                <a:cubicBezTo>
                  <a:pt x="1533616" y="212054"/>
                  <a:pt x="1541527" y="211618"/>
                  <a:pt x="1548895" y="212392"/>
                </a:cubicBezTo>
                <a:cubicBezTo>
                  <a:pt x="1551478" y="213272"/>
                  <a:pt x="1554846" y="215664"/>
                  <a:pt x="1557037" y="217176"/>
                </a:cubicBezTo>
                <a:cubicBezTo>
                  <a:pt x="1560708" y="226337"/>
                  <a:pt x="1559942" y="236706"/>
                  <a:pt x="1558775" y="246231"/>
                </a:cubicBezTo>
                <a:close/>
              </a:path>
            </a:pathLst>
          </a:custGeom>
          <a:solidFill>
            <a:srgbClr val="16180A"/>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61" name="Freeform: Shape 160">
            <a:extLst>
              <a:ext uri="{FF2B5EF4-FFF2-40B4-BE49-F238E27FC236}">
                <a16:creationId xmlns:a16="http://schemas.microsoft.com/office/drawing/2014/main" id="{EFA7CFD4-6483-8F0C-ABED-7D6BFAC244D2}"/>
              </a:ext>
            </a:extLst>
          </p:cNvPr>
          <p:cNvSpPr/>
          <p:nvPr/>
        </p:nvSpPr>
        <p:spPr>
          <a:xfrm>
            <a:off x="5054275" y="3695835"/>
            <a:ext cx="194683" cy="49135"/>
          </a:xfrm>
          <a:custGeom>
            <a:avLst/>
            <a:gdLst>
              <a:gd name="connsiteX0" fmla="*/ 13247 w 194683"/>
              <a:gd name="connsiteY0" fmla="*/ 22277 h 49135"/>
              <a:gd name="connsiteX1" fmla="*/ 190827 w 194683"/>
              <a:gd name="connsiteY1" fmla="*/ 29391 h 49135"/>
              <a:gd name="connsiteX2" fmla="*/ 184422 w 194683"/>
              <a:gd name="connsiteY2" fmla="*/ 14228 h 49135"/>
              <a:gd name="connsiteX3" fmla="*/ 85685 w 194683"/>
              <a:gd name="connsiteY3" fmla="*/ 29934 h 49135"/>
              <a:gd name="connsiteX4" fmla="*/ 17684 w 194683"/>
              <a:gd name="connsiteY4" fmla="*/ 6304 h 49135"/>
              <a:gd name="connsiteX5" fmla="*/ 347 w 194683"/>
              <a:gd name="connsiteY5" fmla="*/ 3929 h 49135"/>
              <a:gd name="connsiteX6" fmla="*/ 13247 w 194683"/>
              <a:gd name="connsiteY6" fmla="*/ 22277 h 49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683" h="49135">
                <a:moveTo>
                  <a:pt x="13247" y="22277"/>
                </a:moveTo>
                <a:cubicBezTo>
                  <a:pt x="59974" y="55734"/>
                  <a:pt x="141205" y="57735"/>
                  <a:pt x="190827" y="29391"/>
                </a:cubicBezTo>
                <a:cubicBezTo>
                  <a:pt x="198649" y="24705"/>
                  <a:pt x="193589" y="11062"/>
                  <a:pt x="184422" y="14228"/>
                </a:cubicBezTo>
                <a:cubicBezTo>
                  <a:pt x="152225" y="25336"/>
                  <a:pt x="120046" y="32735"/>
                  <a:pt x="85685" y="29934"/>
                </a:cubicBezTo>
                <a:cubicBezTo>
                  <a:pt x="61426" y="28244"/>
                  <a:pt x="37755" y="20000"/>
                  <a:pt x="17684" y="6304"/>
                </a:cubicBezTo>
                <a:cubicBezTo>
                  <a:pt x="13657" y="3556"/>
                  <a:pt x="3153" y="-4920"/>
                  <a:pt x="347" y="3929"/>
                </a:cubicBezTo>
                <a:cubicBezTo>
                  <a:pt x="-2005" y="11347"/>
                  <a:pt x="8187" y="18337"/>
                  <a:pt x="13247" y="22277"/>
                </a:cubicBezTo>
                <a:close/>
              </a:path>
            </a:pathLst>
          </a:custGeom>
          <a:solidFill>
            <a:srgbClr val="191246"/>
          </a:solidFill>
          <a:ln w="8863" cap="flat">
            <a:noFill/>
            <a:prstDash val="solid"/>
            <a:miter/>
          </a:ln>
        </p:spPr>
        <p:txBody>
          <a:bodyPr rtlCol="0" anchor="ctr"/>
          <a:lstStyle/>
          <a:p>
            <a:endParaRPr lang="en-GB">
              <a:solidFill>
                <a:schemeClr val="bg1"/>
              </a:solidFill>
            </a:endParaRPr>
          </a:p>
        </p:txBody>
      </p:sp>
      <p:sp>
        <p:nvSpPr>
          <p:cNvPr id="164" name="Freeform: Shape 163">
            <a:extLst>
              <a:ext uri="{FF2B5EF4-FFF2-40B4-BE49-F238E27FC236}">
                <a16:creationId xmlns:a16="http://schemas.microsoft.com/office/drawing/2014/main" id="{4F6EFD91-A094-3CE8-FA91-7DFD2A32F01E}"/>
              </a:ext>
            </a:extLst>
          </p:cNvPr>
          <p:cNvSpPr/>
          <p:nvPr/>
        </p:nvSpPr>
        <p:spPr>
          <a:xfrm>
            <a:off x="5240675" y="3377334"/>
            <a:ext cx="19486" cy="36698"/>
          </a:xfrm>
          <a:custGeom>
            <a:avLst/>
            <a:gdLst>
              <a:gd name="connsiteX0" fmla="*/ 14975 w 19486"/>
              <a:gd name="connsiteY0" fmla="*/ 6 h 36698"/>
              <a:gd name="connsiteX1" fmla="*/ 16757 w 19486"/>
              <a:gd name="connsiteY1" fmla="*/ 32023 h 36698"/>
              <a:gd name="connsiteX2" fmla="*/ 721 w 19486"/>
              <a:gd name="connsiteY2" fmla="*/ 32023 h 36698"/>
              <a:gd name="connsiteX3" fmla="*/ 14975 w 19486"/>
              <a:gd name="connsiteY3" fmla="*/ 6 h 36698"/>
            </a:gdLst>
            <a:ahLst/>
            <a:cxnLst>
              <a:cxn ang="0">
                <a:pos x="connsiteX0" y="connsiteY0"/>
              </a:cxn>
              <a:cxn ang="0">
                <a:pos x="connsiteX1" y="connsiteY1"/>
              </a:cxn>
              <a:cxn ang="0">
                <a:pos x="connsiteX2" y="connsiteY2"/>
              </a:cxn>
              <a:cxn ang="0">
                <a:pos x="connsiteX3" y="connsiteY3"/>
              </a:cxn>
            </a:cxnLst>
            <a:rect l="l" t="t" r="r" b="b"/>
            <a:pathLst>
              <a:path w="19486" h="36698">
                <a:moveTo>
                  <a:pt x="14975" y="6"/>
                </a:moveTo>
                <a:cubicBezTo>
                  <a:pt x="19929" y="504"/>
                  <a:pt x="21212" y="28465"/>
                  <a:pt x="16757" y="32023"/>
                </a:cubicBezTo>
                <a:cubicBezTo>
                  <a:pt x="12303" y="35580"/>
                  <a:pt x="4730" y="40471"/>
                  <a:pt x="721" y="32023"/>
                </a:cubicBezTo>
                <a:cubicBezTo>
                  <a:pt x="-3288" y="23574"/>
                  <a:pt x="10521" y="-439"/>
                  <a:pt x="14975" y="6"/>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165" name="Freeform: Shape 164">
            <a:extLst>
              <a:ext uri="{FF2B5EF4-FFF2-40B4-BE49-F238E27FC236}">
                <a16:creationId xmlns:a16="http://schemas.microsoft.com/office/drawing/2014/main" id="{8E5E67A9-B5E3-69DF-F193-FB2E6CEA60B0}"/>
              </a:ext>
            </a:extLst>
          </p:cNvPr>
          <p:cNvSpPr/>
          <p:nvPr/>
        </p:nvSpPr>
        <p:spPr>
          <a:xfrm>
            <a:off x="5125232" y="3192199"/>
            <a:ext cx="73573" cy="81798"/>
          </a:xfrm>
          <a:custGeom>
            <a:avLst/>
            <a:gdLst>
              <a:gd name="connsiteX0" fmla="*/ 27725 w 73573"/>
              <a:gd name="connsiteY0" fmla="*/ 593 h 81798"/>
              <a:gd name="connsiteX1" fmla="*/ 72385 w 73573"/>
              <a:gd name="connsiteY1" fmla="*/ 28830 h 81798"/>
              <a:gd name="connsiteX2" fmla="*/ 35859 w 73573"/>
              <a:gd name="connsiteY2" fmla="*/ 81524 h 81798"/>
              <a:gd name="connsiteX3" fmla="*/ 1 w 73573"/>
              <a:gd name="connsiteY3" fmla="*/ 47835 h 81798"/>
              <a:gd name="connsiteX4" fmla="*/ 27725 w 73573"/>
              <a:gd name="connsiteY4" fmla="*/ 593 h 81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73" h="81798">
                <a:moveTo>
                  <a:pt x="27725" y="593"/>
                </a:moveTo>
                <a:cubicBezTo>
                  <a:pt x="38834" y="-2680"/>
                  <a:pt x="68145" y="7708"/>
                  <a:pt x="72385" y="28830"/>
                </a:cubicBezTo>
                <a:cubicBezTo>
                  <a:pt x="77437" y="54034"/>
                  <a:pt x="66594" y="77966"/>
                  <a:pt x="35859" y="81524"/>
                </a:cubicBezTo>
                <a:cubicBezTo>
                  <a:pt x="11422" y="84352"/>
                  <a:pt x="-106" y="64848"/>
                  <a:pt x="1" y="47835"/>
                </a:cubicBezTo>
                <a:cubicBezTo>
                  <a:pt x="134" y="26713"/>
                  <a:pt x="8126" y="6374"/>
                  <a:pt x="27725" y="593"/>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166" name="Freeform: Shape 165">
            <a:extLst>
              <a:ext uri="{FF2B5EF4-FFF2-40B4-BE49-F238E27FC236}">
                <a16:creationId xmlns:a16="http://schemas.microsoft.com/office/drawing/2014/main" id="{C63867A3-0A4B-1E03-FFF8-8306404E2C1B}"/>
              </a:ext>
            </a:extLst>
          </p:cNvPr>
          <p:cNvSpPr/>
          <p:nvPr/>
        </p:nvSpPr>
        <p:spPr>
          <a:xfrm>
            <a:off x="5285406" y="3192110"/>
            <a:ext cx="71276" cy="81764"/>
          </a:xfrm>
          <a:custGeom>
            <a:avLst/>
            <a:gdLst>
              <a:gd name="connsiteX0" fmla="*/ 27021 w 71276"/>
              <a:gd name="connsiteY0" fmla="*/ 789 h 81764"/>
              <a:gd name="connsiteX1" fmla="*/ 65774 w 71276"/>
              <a:gd name="connsiteY1" fmla="*/ 18905 h 81764"/>
              <a:gd name="connsiteX2" fmla="*/ 57088 w 71276"/>
              <a:gd name="connsiteY2" fmla="*/ 73493 h 81764"/>
              <a:gd name="connsiteX3" fmla="*/ 7644 w 71276"/>
              <a:gd name="connsiteY3" fmla="*/ 72159 h 81764"/>
              <a:gd name="connsiteX4" fmla="*/ 27021 w 71276"/>
              <a:gd name="connsiteY4" fmla="*/ 789 h 81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276" h="81764">
                <a:moveTo>
                  <a:pt x="27021" y="789"/>
                </a:moveTo>
                <a:cubicBezTo>
                  <a:pt x="39939" y="-3275"/>
                  <a:pt x="61587" y="9202"/>
                  <a:pt x="65774" y="18905"/>
                </a:cubicBezTo>
                <a:cubicBezTo>
                  <a:pt x="71672" y="32583"/>
                  <a:pt x="77356" y="55368"/>
                  <a:pt x="57088" y="73493"/>
                </a:cubicBezTo>
                <a:cubicBezTo>
                  <a:pt x="42486" y="86549"/>
                  <a:pt x="15199" y="82654"/>
                  <a:pt x="7644" y="72159"/>
                </a:cubicBezTo>
                <a:cubicBezTo>
                  <a:pt x="-3715" y="56373"/>
                  <a:pt x="-6165" y="11239"/>
                  <a:pt x="27021" y="789"/>
                </a:cubicBezTo>
                <a:close/>
              </a:path>
            </a:pathLst>
          </a:custGeom>
          <a:solidFill>
            <a:srgbClr val="FFFFFF"/>
          </a:solidFill>
          <a:ln w="8863" cap="flat">
            <a:noFill/>
            <a:prstDash val="solid"/>
            <a:miter/>
          </a:ln>
        </p:spPr>
        <p:txBody>
          <a:bodyPr rtlCol="0" anchor="ctr"/>
          <a:lstStyle/>
          <a:p>
            <a:endParaRPr lang="en-GB">
              <a:solidFill>
                <a:schemeClr val="bg1"/>
              </a:solidFill>
            </a:endParaRPr>
          </a:p>
        </p:txBody>
      </p:sp>
      <p:sp>
        <p:nvSpPr>
          <p:cNvPr id="167" name="Freeform: Shape 166">
            <a:extLst>
              <a:ext uri="{FF2B5EF4-FFF2-40B4-BE49-F238E27FC236}">
                <a16:creationId xmlns:a16="http://schemas.microsoft.com/office/drawing/2014/main" id="{B81E06BA-A9BC-E8AC-A342-928124180D94}"/>
              </a:ext>
            </a:extLst>
          </p:cNvPr>
          <p:cNvSpPr/>
          <p:nvPr/>
        </p:nvSpPr>
        <p:spPr>
          <a:xfrm>
            <a:off x="5236727" y="3242903"/>
            <a:ext cx="56859" cy="70011"/>
          </a:xfrm>
          <a:custGeom>
            <a:avLst/>
            <a:gdLst>
              <a:gd name="connsiteX0" fmla="*/ 4072 w 56859"/>
              <a:gd name="connsiteY0" fmla="*/ 64606 h 70011"/>
              <a:gd name="connsiteX1" fmla="*/ 12535 w 56859"/>
              <a:gd name="connsiteY1" fmla="*/ 50145 h 70011"/>
              <a:gd name="connsiteX2" fmla="*/ 32001 w 56859"/>
              <a:gd name="connsiteY2" fmla="*/ 51915 h 70011"/>
              <a:gd name="connsiteX3" fmla="*/ 40046 w 56859"/>
              <a:gd name="connsiteY3" fmla="*/ 47459 h 70011"/>
              <a:gd name="connsiteX4" fmla="*/ 40268 w 56859"/>
              <a:gd name="connsiteY4" fmla="*/ 39740 h 70011"/>
              <a:gd name="connsiteX5" fmla="*/ 28901 w 56859"/>
              <a:gd name="connsiteY5" fmla="*/ 16750 h 70011"/>
              <a:gd name="connsiteX6" fmla="*/ 27217 w 56859"/>
              <a:gd name="connsiteY6" fmla="*/ 1364 h 70011"/>
              <a:gd name="connsiteX7" fmla="*/ 32143 w 56859"/>
              <a:gd name="connsiteY7" fmla="*/ 1364 h 70011"/>
              <a:gd name="connsiteX8" fmla="*/ 45204 w 56859"/>
              <a:gd name="connsiteY8" fmla="*/ 25510 h 70011"/>
              <a:gd name="connsiteX9" fmla="*/ 53275 w 56859"/>
              <a:gd name="connsiteY9" fmla="*/ 40656 h 70011"/>
              <a:gd name="connsiteX10" fmla="*/ 55458 w 56859"/>
              <a:gd name="connsiteY10" fmla="*/ 54405 h 70011"/>
              <a:gd name="connsiteX11" fmla="*/ 4072 w 56859"/>
              <a:gd name="connsiteY11" fmla="*/ 64606 h 70011"/>
              <a:gd name="connsiteX12" fmla="*/ 4072 w 56859"/>
              <a:gd name="connsiteY12" fmla="*/ 64606 h 70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859" h="70011">
                <a:moveTo>
                  <a:pt x="4072" y="64606"/>
                </a:moveTo>
                <a:cubicBezTo>
                  <a:pt x="-5265" y="59163"/>
                  <a:pt x="3118" y="44853"/>
                  <a:pt x="12535" y="50145"/>
                </a:cubicBezTo>
                <a:cubicBezTo>
                  <a:pt x="18557" y="53533"/>
                  <a:pt x="25426" y="54049"/>
                  <a:pt x="32001" y="51915"/>
                </a:cubicBezTo>
                <a:cubicBezTo>
                  <a:pt x="34941" y="50963"/>
                  <a:pt x="37622" y="49380"/>
                  <a:pt x="40046" y="47459"/>
                </a:cubicBezTo>
                <a:cubicBezTo>
                  <a:pt x="43431" y="44773"/>
                  <a:pt x="41997" y="43679"/>
                  <a:pt x="40268" y="39740"/>
                </a:cubicBezTo>
                <a:cubicBezTo>
                  <a:pt x="36838" y="31913"/>
                  <a:pt x="32500" y="24505"/>
                  <a:pt x="28901" y="16750"/>
                </a:cubicBezTo>
                <a:cubicBezTo>
                  <a:pt x="26495" y="11565"/>
                  <a:pt x="23404" y="6362"/>
                  <a:pt x="27217" y="1364"/>
                </a:cubicBezTo>
                <a:cubicBezTo>
                  <a:pt x="28562" y="-406"/>
                  <a:pt x="30816" y="-503"/>
                  <a:pt x="32143" y="1364"/>
                </a:cubicBezTo>
                <a:cubicBezTo>
                  <a:pt x="37257" y="8559"/>
                  <a:pt x="41328" y="17186"/>
                  <a:pt x="45204" y="25510"/>
                </a:cubicBezTo>
                <a:cubicBezTo>
                  <a:pt x="47600" y="30659"/>
                  <a:pt x="49943" y="36022"/>
                  <a:pt x="53275" y="40656"/>
                </a:cubicBezTo>
                <a:cubicBezTo>
                  <a:pt x="56456" y="45076"/>
                  <a:pt x="58291" y="49095"/>
                  <a:pt x="55458" y="54405"/>
                </a:cubicBezTo>
                <a:cubicBezTo>
                  <a:pt x="46041" y="72041"/>
                  <a:pt x="19600" y="73659"/>
                  <a:pt x="4072" y="64606"/>
                </a:cubicBezTo>
                <a:lnTo>
                  <a:pt x="4072" y="64606"/>
                </a:lnTo>
                <a:close/>
              </a:path>
            </a:pathLst>
          </a:custGeom>
          <a:solidFill>
            <a:srgbClr val="191246"/>
          </a:solidFill>
          <a:ln w="8863" cap="flat">
            <a:noFill/>
            <a:prstDash val="solid"/>
            <a:miter/>
          </a:ln>
        </p:spPr>
        <p:txBody>
          <a:bodyPr rtlCol="0" anchor="ctr"/>
          <a:lstStyle/>
          <a:p>
            <a:endParaRPr lang="en-GB">
              <a:solidFill>
                <a:schemeClr val="bg1"/>
              </a:solidFill>
            </a:endParaRPr>
          </a:p>
        </p:txBody>
      </p:sp>
      <p:sp>
        <p:nvSpPr>
          <p:cNvPr id="168" name="Freeform: Shape 167">
            <a:extLst>
              <a:ext uri="{FF2B5EF4-FFF2-40B4-BE49-F238E27FC236}">
                <a16:creationId xmlns:a16="http://schemas.microsoft.com/office/drawing/2014/main" id="{2641E976-46D3-A459-74FA-82F96F29C715}"/>
              </a:ext>
            </a:extLst>
          </p:cNvPr>
          <p:cNvSpPr/>
          <p:nvPr/>
        </p:nvSpPr>
        <p:spPr>
          <a:xfrm>
            <a:off x="5112668" y="3121434"/>
            <a:ext cx="87269" cy="53555"/>
          </a:xfrm>
          <a:custGeom>
            <a:avLst/>
            <a:gdLst>
              <a:gd name="connsiteX0" fmla="*/ 5340 w 87269"/>
              <a:gd name="connsiteY0" fmla="*/ 52140 h 53555"/>
              <a:gd name="connsiteX1" fmla="*/ 36459 w 87269"/>
              <a:gd name="connsiteY1" fmla="*/ 17020 h 53555"/>
              <a:gd name="connsiteX2" fmla="*/ 63604 w 87269"/>
              <a:gd name="connsiteY2" fmla="*/ 14565 h 53555"/>
              <a:gd name="connsiteX3" fmla="*/ 81395 w 87269"/>
              <a:gd name="connsiteY3" fmla="*/ 30200 h 53555"/>
              <a:gd name="connsiteX4" fmla="*/ 86811 w 87269"/>
              <a:gd name="connsiteY4" fmla="*/ 28768 h 53555"/>
              <a:gd name="connsiteX5" fmla="*/ 73101 w 87269"/>
              <a:gd name="connsiteY5" fmla="*/ 4587 h 53555"/>
              <a:gd name="connsiteX6" fmla="*/ 37430 w 87269"/>
              <a:gd name="connsiteY6" fmla="*/ 3164 h 53555"/>
              <a:gd name="connsiteX7" fmla="*/ 3 w 87269"/>
              <a:gd name="connsiteY7" fmla="*/ 50699 h 53555"/>
              <a:gd name="connsiteX8" fmla="*/ 5340 w 87269"/>
              <a:gd name="connsiteY8" fmla="*/ 52140 h 53555"/>
              <a:gd name="connsiteX9" fmla="*/ 5340 w 87269"/>
              <a:gd name="connsiteY9" fmla="*/ 52140 h 53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269" h="53555">
                <a:moveTo>
                  <a:pt x="5340" y="52140"/>
                </a:moveTo>
                <a:cubicBezTo>
                  <a:pt x="11594" y="37635"/>
                  <a:pt x="21830" y="23797"/>
                  <a:pt x="36459" y="17020"/>
                </a:cubicBezTo>
                <a:cubicBezTo>
                  <a:pt x="44681" y="13213"/>
                  <a:pt x="54873" y="11426"/>
                  <a:pt x="63604" y="14565"/>
                </a:cubicBezTo>
                <a:cubicBezTo>
                  <a:pt x="71506" y="17402"/>
                  <a:pt x="76192" y="24037"/>
                  <a:pt x="81395" y="30200"/>
                </a:cubicBezTo>
                <a:cubicBezTo>
                  <a:pt x="82954" y="32050"/>
                  <a:pt x="86295" y="31027"/>
                  <a:pt x="86811" y="28768"/>
                </a:cubicBezTo>
                <a:cubicBezTo>
                  <a:pt x="89199" y="18345"/>
                  <a:pt x="81894" y="9540"/>
                  <a:pt x="73101" y="4587"/>
                </a:cubicBezTo>
                <a:cubicBezTo>
                  <a:pt x="62339" y="-1470"/>
                  <a:pt x="48735" y="-1087"/>
                  <a:pt x="37430" y="3164"/>
                </a:cubicBezTo>
                <a:cubicBezTo>
                  <a:pt x="17153" y="10785"/>
                  <a:pt x="1117" y="28688"/>
                  <a:pt x="3" y="50699"/>
                </a:cubicBezTo>
                <a:cubicBezTo>
                  <a:pt x="-139" y="53394"/>
                  <a:pt x="4200" y="54781"/>
                  <a:pt x="5340" y="52140"/>
                </a:cubicBezTo>
                <a:lnTo>
                  <a:pt x="5340" y="52140"/>
                </a:ln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169" name="Freeform: Shape 168">
            <a:extLst>
              <a:ext uri="{FF2B5EF4-FFF2-40B4-BE49-F238E27FC236}">
                <a16:creationId xmlns:a16="http://schemas.microsoft.com/office/drawing/2014/main" id="{6384459F-2D70-2208-B952-0476AAA727D5}"/>
              </a:ext>
            </a:extLst>
          </p:cNvPr>
          <p:cNvSpPr/>
          <p:nvPr/>
        </p:nvSpPr>
        <p:spPr>
          <a:xfrm>
            <a:off x="5281734" y="3144288"/>
            <a:ext cx="71581" cy="45127"/>
          </a:xfrm>
          <a:custGeom>
            <a:avLst/>
            <a:gdLst>
              <a:gd name="connsiteX0" fmla="*/ 7573 w 71581"/>
              <a:gd name="connsiteY0" fmla="*/ 27810 h 45127"/>
              <a:gd name="connsiteX1" fmla="*/ 41944 w 71581"/>
              <a:gd name="connsiteY1" fmla="*/ 12513 h 45127"/>
              <a:gd name="connsiteX2" fmla="*/ 55601 w 71581"/>
              <a:gd name="connsiteY2" fmla="*/ 24163 h 45127"/>
              <a:gd name="connsiteX3" fmla="*/ 64358 w 71581"/>
              <a:gd name="connsiteY3" fmla="*/ 43560 h 45127"/>
              <a:gd name="connsiteX4" fmla="*/ 70452 w 71581"/>
              <a:gd name="connsiteY4" fmla="*/ 42768 h 45127"/>
              <a:gd name="connsiteX5" fmla="*/ 65365 w 71581"/>
              <a:gd name="connsiteY5" fmla="*/ 17138 h 45127"/>
              <a:gd name="connsiteX6" fmla="*/ 45997 w 71581"/>
              <a:gd name="connsiteY6" fmla="*/ 1423 h 45127"/>
              <a:gd name="connsiteX7" fmla="*/ 1248 w 71581"/>
              <a:gd name="connsiteY7" fmla="*/ 21513 h 45127"/>
              <a:gd name="connsiteX8" fmla="*/ 7573 w 71581"/>
              <a:gd name="connsiteY8" fmla="*/ 27810 h 45127"/>
              <a:gd name="connsiteX9" fmla="*/ 7573 w 71581"/>
              <a:gd name="connsiteY9" fmla="*/ 27810 h 45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581" h="45127">
                <a:moveTo>
                  <a:pt x="7573" y="27810"/>
                </a:moveTo>
                <a:cubicBezTo>
                  <a:pt x="16553" y="19210"/>
                  <a:pt x="28393" y="7951"/>
                  <a:pt x="41944" y="12513"/>
                </a:cubicBezTo>
                <a:cubicBezTo>
                  <a:pt x="47868" y="14505"/>
                  <a:pt x="52412" y="18916"/>
                  <a:pt x="55601" y="24163"/>
                </a:cubicBezTo>
                <a:cubicBezTo>
                  <a:pt x="59289" y="30229"/>
                  <a:pt x="60144" y="37904"/>
                  <a:pt x="64358" y="43560"/>
                </a:cubicBezTo>
                <a:cubicBezTo>
                  <a:pt x="66131" y="45943"/>
                  <a:pt x="69374" y="45552"/>
                  <a:pt x="70452" y="42768"/>
                </a:cubicBezTo>
                <a:cubicBezTo>
                  <a:pt x="73570" y="34711"/>
                  <a:pt x="69695" y="24137"/>
                  <a:pt x="65365" y="17138"/>
                </a:cubicBezTo>
                <a:cubicBezTo>
                  <a:pt x="60937" y="9978"/>
                  <a:pt x="54051" y="4082"/>
                  <a:pt x="45997" y="1423"/>
                </a:cubicBezTo>
                <a:cubicBezTo>
                  <a:pt x="27983" y="-4527"/>
                  <a:pt x="12527" y="9347"/>
                  <a:pt x="1248" y="21513"/>
                </a:cubicBezTo>
                <a:cubicBezTo>
                  <a:pt x="-2636" y="25720"/>
                  <a:pt x="3413" y="31803"/>
                  <a:pt x="7573" y="27810"/>
                </a:cubicBezTo>
                <a:lnTo>
                  <a:pt x="7573" y="27810"/>
                </a:ln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170" name="Freeform: Shape 169">
            <a:extLst>
              <a:ext uri="{FF2B5EF4-FFF2-40B4-BE49-F238E27FC236}">
                <a16:creationId xmlns:a16="http://schemas.microsoft.com/office/drawing/2014/main" id="{A587BEE6-749B-FA44-5BA9-BA88490CAF6C}"/>
              </a:ext>
            </a:extLst>
          </p:cNvPr>
          <p:cNvSpPr/>
          <p:nvPr/>
        </p:nvSpPr>
        <p:spPr>
          <a:xfrm>
            <a:off x="5118630" y="3188161"/>
            <a:ext cx="85138" cy="91668"/>
          </a:xfrm>
          <a:custGeom>
            <a:avLst/>
            <a:gdLst>
              <a:gd name="connsiteX0" fmla="*/ 82515 w 85138"/>
              <a:gd name="connsiteY0" fmla="*/ 31952 h 91668"/>
              <a:gd name="connsiteX1" fmla="*/ 49152 w 85138"/>
              <a:gd name="connsiteY1" fmla="*/ 1955 h 91668"/>
              <a:gd name="connsiteX2" fmla="*/ 47691 w 85138"/>
              <a:gd name="connsiteY2" fmla="*/ 7 h 91668"/>
              <a:gd name="connsiteX3" fmla="*/ 3913 w 85138"/>
              <a:gd name="connsiteY3" fmla="*/ 28964 h 91668"/>
              <a:gd name="connsiteX4" fmla="*/ 15396 w 85138"/>
              <a:gd name="connsiteY4" fmla="*/ 84130 h 91668"/>
              <a:gd name="connsiteX5" fmla="*/ 67317 w 85138"/>
              <a:gd name="connsiteY5" fmla="*/ 82503 h 91668"/>
              <a:gd name="connsiteX6" fmla="*/ 82515 w 85138"/>
              <a:gd name="connsiteY6" fmla="*/ 31952 h 91668"/>
              <a:gd name="connsiteX7" fmla="*/ 45152 w 85138"/>
              <a:gd name="connsiteY7" fmla="*/ 81951 h 91668"/>
              <a:gd name="connsiteX8" fmla="*/ 18968 w 85138"/>
              <a:gd name="connsiteY8" fmla="*/ 74125 h 91668"/>
              <a:gd name="connsiteX9" fmla="*/ 10719 w 85138"/>
              <a:gd name="connsiteY9" fmla="*/ 44741 h 91668"/>
              <a:gd name="connsiteX10" fmla="*/ 35601 w 85138"/>
              <a:gd name="connsiteY10" fmla="*/ 7522 h 91668"/>
              <a:gd name="connsiteX11" fmla="*/ 35949 w 85138"/>
              <a:gd name="connsiteY11" fmla="*/ 7726 h 91668"/>
              <a:gd name="connsiteX12" fmla="*/ 62604 w 85138"/>
              <a:gd name="connsiteY12" fmla="*/ 15428 h 91668"/>
              <a:gd name="connsiteX13" fmla="*/ 77188 w 85138"/>
              <a:gd name="connsiteY13" fmla="*/ 40775 h 91668"/>
              <a:gd name="connsiteX14" fmla="*/ 45152 w 85138"/>
              <a:gd name="connsiteY14" fmla="*/ 81951 h 91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138" h="91668">
                <a:moveTo>
                  <a:pt x="82515" y="31952"/>
                </a:moveTo>
                <a:cubicBezTo>
                  <a:pt x="77731" y="18719"/>
                  <a:pt x="64065" y="5112"/>
                  <a:pt x="49152" y="1955"/>
                </a:cubicBezTo>
                <a:cubicBezTo>
                  <a:pt x="49276" y="1065"/>
                  <a:pt x="48769" y="34"/>
                  <a:pt x="47691" y="7"/>
                </a:cubicBezTo>
                <a:cubicBezTo>
                  <a:pt x="28367" y="-322"/>
                  <a:pt x="11316" y="11017"/>
                  <a:pt x="3913" y="28964"/>
                </a:cubicBezTo>
                <a:cubicBezTo>
                  <a:pt x="-3393" y="46680"/>
                  <a:pt x="-961" y="72000"/>
                  <a:pt x="15396" y="84130"/>
                </a:cubicBezTo>
                <a:cubicBezTo>
                  <a:pt x="30541" y="95363"/>
                  <a:pt x="52591" y="93397"/>
                  <a:pt x="67317" y="82503"/>
                </a:cubicBezTo>
                <a:cubicBezTo>
                  <a:pt x="82899" y="70995"/>
                  <a:pt x="89144" y="50255"/>
                  <a:pt x="82515" y="31952"/>
                </a:cubicBezTo>
                <a:close/>
                <a:moveTo>
                  <a:pt x="45152" y="81951"/>
                </a:moveTo>
                <a:cubicBezTo>
                  <a:pt x="35967" y="83285"/>
                  <a:pt x="25463" y="81142"/>
                  <a:pt x="18968" y="74125"/>
                </a:cubicBezTo>
                <a:cubicBezTo>
                  <a:pt x="12037" y="66637"/>
                  <a:pt x="9971" y="54568"/>
                  <a:pt x="10719" y="44741"/>
                </a:cubicBezTo>
                <a:cubicBezTo>
                  <a:pt x="11948" y="28635"/>
                  <a:pt x="21677" y="14681"/>
                  <a:pt x="35601" y="7522"/>
                </a:cubicBezTo>
                <a:cubicBezTo>
                  <a:pt x="35744" y="7566"/>
                  <a:pt x="35788" y="7709"/>
                  <a:pt x="35949" y="7726"/>
                </a:cubicBezTo>
                <a:cubicBezTo>
                  <a:pt x="45668" y="9096"/>
                  <a:pt x="54221" y="9541"/>
                  <a:pt x="62604" y="15428"/>
                </a:cubicBezTo>
                <a:cubicBezTo>
                  <a:pt x="71174" y="21440"/>
                  <a:pt x="76181" y="30396"/>
                  <a:pt x="77188" y="40775"/>
                </a:cubicBezTo>
                <a:cubicBezTo>
                  <a:pt x="79121" y="60651"/>
                  <a:pt x="65001" y="79061"/>
                  <a:pt x="45152" y="81951"/>
                </a:cubicBez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171" name="Freeform: Shape 170">
            <a:extLst>
              <a:ext uri="{FF2B5EF4-FFF2-40B4-BE49-F238E27FC236}">
                <a16:creationId xmlns:a16="http://schemas.microsoft.com/office/drawing/2014/main" id="{F05A465C-54BA-F1B5-D2DD-D2247B296FE2}"/>
              </a:ext>
            </a:extLst>
          </p:cNvPr>
          <p:cNvSpPr/>
          <p:nvPr/>
        </p:nvSpPr>
        <p:spPr>
          <a:xfrm>
            <a:off x="5164864" y="3228774"/>
            <a:ext cx="20096" cy="24829"/>
          </a:xfrm>
          <a:custGeom>
            <a:avLst/>
            <a:gdLst>
              <a:gd name="connsiteX0" fmla="*/ 11987 w 20096"/>
              <a:gd name="connsiteY0" fmla="*/ 144 h 24829"/>
              <a:gd name="connsiteX1" fmla="*/ 691 w 20096"/>
              <a:gd name="connsiteY1" fmla="*/ 7739 h 24829"/>
              <a:gd name="connsiteX2" fmla="*/ 869 w 20096"/>
              <a:gd name="connsiteY2" fmla="*/ 18126 h 24829"/>
              <a:gd name="connsiteX3" fmla="*/ 16201 w 20096"/>
              <a:gd name="connsiteY3" fmla="*/ 22164 h 24829"/>
              <a:gd name="connsiteX4" fmla="*/ 19524 w 20096"/>
              <a:gd name="connsiteY4" fmla="*/ 8513 h 24829"/>
              <a:gd name="connsiteX5" fmla="*/ 16842 w 20096"/>
              <a:gd name="connsiteY5" fmla="*/ 4128 h 24829"/>
              <a:gd name="connsiteX6" fmla="*/ 15836 w 20096"/>
              <a:gd name="connsiteY6" fmla="*/ 2794 h 24829"/>
              <a:gd name="connsiteX7" fmla="*/ 11987 w 20096"/>
              <a:gd name="connsiteY7" fmla="*/ 144 h 24829"/>
              <a:gd name="connsiteX8" fmla="*/ 11987 w 20096"/>
              <a:gd name="connsiteY8" fmla="*/ 144 h 2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96" h="24829">
                <a:moveTo>
                  <a:pt x="11987" y="144"/>
                </a:moveTo>
                <a:cubicBezTo>
                  <a:pt x="6535" y="-737"/>
                  <a:pt x="2196" y="2501"/>
                  <a:pt x="691" y="7739"/>
                </a:cubicBezTo>
                <a:cubicBezTo>
                  <a:pt x="-254" y="11012"/>
                  <a:pt x="-263" y="14898"/>
                  <a:pt x="869" y="18126"/>
                </a:cubicBezTo>
                <a:cubicBezTo>
                  <a:pt x="3096" y="24494"/>
                  <a:pt x="11069" y="27304"/>
                  <a:pt x="16201" y="22164"/>
                </a:cubicBezTo>
                <a:cubicBezTo>
                  <a:pt x="19854" y="18500"/>
                  <a:pt x="20878" y="13413"/>
                  <a:pt x="19524" y="8513"/>
                </a:cubicBezTo>
                <a:cubicBezTo>
                  <a:pt x="19034" y="6752"/>
                  <a:pt x="18081" y="5267"/>
                  <a:pt x="16842" y="4128"/>
                </a:cubicBezTo>
                <a:cubicBezTo>
                  <a:pt x="16709" y="4004"/>
                  <a:pt x="15889" y="2883"/>
                  <a:pt x="15836" y="2794"/>
                </a:cubicBezTo>
                <a:cubicBezTo>
                  <a:pt x="14900" y="1425"/>
                  <a:pt x="13617" y="402"/>
                  <a:pt x="11987" y="144"/>
                </a:cubicBezTo>
                <a:lnTo>
                  <a:pt x="11987" y="144"/>
                </a:ln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172" name="Freeform: Shape 171">
            <a:extLst>
              <a:ext uri="{FF2B5EF4-FFF2-40B4-BE49-F238E27FC236}">
                <a16:creationId xmlns:a16="http://schemas.microsoft.com/office/drawing/2014/main" id="{250ECC6B-BAD3-8FAB-2060-0F2B72100D34}"/>
              </a:ext>
            </a:extLst>
          </p:cNvPr>
          <p:cNvSpPr/>
          <p:nvPr/>
        </p:nvSpPr>
        <p:spPr>
          <a:xfrm>
            <a:off x="5279554" y="3188172"/>
            <a:ext cx="81486" cy="91615"/>
          </a:xfrm>
          <a:custGeom>
            <a:avLst/>
            <a:gdLst>
              <a:gd name="connsiteX0" fmla="*/ 79251 w 81486"/>
              <a:gd name="connsiteY0" fmla="*/ 32911 h 91615"/>
              <a:gd name="connsiteX1" fmla="*/ 47135 w 81486"/>
              <a:gd name="connsiteY1" fmla="*/ 1953 h 91615"/>
              <a:gd name="connsiteX2" fmla="*/ 45674 w 81486"/>
              <a:gd name="connsiteY2" fmla="*/ 5 h 91615"/>
              <a:gd name="connsiteX3" fmla="*/ 4052 w 81486"/>
              <a:gd name="connsiteY3" fmla="*/ 28366 h 91615"/>
              <a:gd name="connsiteX4" fmla="*/ 12996 w 81486"/>
              <a:gd name="connsiteY4" fmla="*/ 82652 h 91615"/>
              <a:gd name="connsiteX5" fmla="*/ 64819 w 81486"/>
              <a:gd name="connsiteY5" fmla="*/ 82234 h 91615"/>
              <a:gd name="connsiteX6" fmla="*/ 79251 w 81486"/>
              <a:gd name="connsiteY6" fmla="*/ 32911 h 91615"/>
              <a:gd name="connsiteX7" fmla="*/ 42458 w 81486"/>
              <a:gd name="connsiteY7" fmla="*/ 82003 h 91615"/>
              <a:gd name="connsiteX8" fmla="*/ 16373 w 81486"/>
              <a:gd name="connsiteY8" fmla="*/ 71135 h 91615"/>
              <a:gd name="connsiteX9" fmla="*/ 10840 w 81486"/>
              <a:gd name="connsiteY9" fmla="*/ 43663 h 91615"/>
              <a:gd name="connsiteX10" fmla="*/ 34128 w 81486"/>
              <a:gd name="connsiteY10" fmla="*/ 7520 h 91615"/>
              <a:gd name="connsiteX11" fmla="*/ 34458 w 81486"/>
              <a:gd name="connsiteY11" fmla="*/ 7716 h 91615"/>
              <a:gd name="connsiteX12" fmla="*/ 59180 w 81486"/>
              <a:gd name="connsiteY12" fmla="*/ 14991 h 91615"/>
              <a:gd name="connsiteX13" fmla="*/ 73559 w 81486"/>
              <a:gd name="connsiteY13" fmla="*/ 40755 h 91615"/>
              <a:gd name="connsiteX14" fmla="*/ 42458 w 81486"/>
              <a:gd name="connsiteY14" fmla="*/ 82003 h 91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486" h="91615">
                <a:moveTo>
                  <a:pt x="79251" y="32911"/>
                </a:moveTo>
                <a:cubicBezTo>
                  <a:pt x="74957" y="19686"/>
                  <a:pt x="61906" y="5190"/>
                  <a:pt x="47135" y="1953"/>
                </a:cubicBezTo>
                <a:cubicBezTo>
                  <a:pt x="47260" y="1063"/>
                  <a:pt x="46752" y="23"/>
                  <a:pt x="45674" y="5"/>
                </a:cubicBezTo>
                <a:cubicBezTo>
                  <a:pt x="26992" y="-279"/>
                  <a:pt x="11134" y="11202"/>
                  <a:pt x="4052" y="28366"/>
                </a:cubicBezTo>
                <a:cubicBezTo>
                  <a:pt x="-2933" y="45291"/>
                  <a:pt x="-1463" y="69774"/>
                  <a:pt x="12996" y="82652"/>
                </a:cubicBezTo>
                <a:cubicBezTo>
                  <a:pt x="27544" y="95610"/>
                  <a:pt x="50102" y="93680"/>
                  <a:pt x="64819" y="82234"/>
                </a:cubicBezTo>
                <a:cubicBezTo>
                  <a:pt x="79554" y="70779"/>
                  <a:pt x="84971" y="50538"/>
                  <a:pt x="79251" y="32911"/>
                </a:cubicBezTo>
                <a:close/>
                <a:moveTo>
                  <a:pt x="42458" y="82003"/>
                </a:moveTo>
                <a:cubicBezTo>
                  <a:pt x="32489" y="83292"/>
                  <a:pt x="21878" y="79966"/>
                  <a:pt x="16373" y="71135"/>
                </a:cubicBezTo>
                <a:cubicBezTo>
                  <a:pt x="11446" y="63220"/>
                  <a:pt x="9967" y="52797"/>
                  <a:pt x="10840" y="43663"/>
                </a:cubicBezTo>
                <a:cubicBezTo>
                  <a:pt x="12292" y="28446"/>
                  <a:pt x="20996" y="14653"/>
                  <a:pt x="34128" y="7520"/>
                </a:cubicBezTo>
                <a:cubicBezTo>
                  <a:pt x="34262" y="7556"/>
                  <a:pt x="34306" y="7698"/>
                  <a:pt x="34458" y="7716"/>
                </a:cubicBezTo>
                <a:cubicBezTo>
                  <a:pt x="43527" y="9023"/>
                  <a:pt x="51385" y="9441"/>
                  <a:pt x="59180" y="14991"/>
                </a:cubicBezTo>
                <a:cubicBezTo>
                  <a:pt x="67786" y="21118"/>
                  <a:pt x="72641" y="30314"/>
                  <a:pt x="73559" y="40755"/>
                </a:cubicBezTo>
                <a:cubicBezTo>
                  <a:pt x="75278" y="60134"/>
                  <a:pt x="62396" y="79424"/>
                  <a:pt x="42458" y="82003"/>
                </a:cubicBez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173" name="Freeform: Shape 172">
            <a:extLst>
              <a:ext uri="{FF2B5EF4-FFF2-40B4-BE49-F238E27FC236}">
                <a16:creationId xmlns:a16="http://schemas.microsoft.com/office/drawing/2014/main" id="{1020F322-C684-C3B8-E096-410AFBE6296D}"/>
              </a:ext>
            </a:extLst>
          </p:cNvPr>
          <p:cNvSpPr/>
          <p:nvPr/>
        </p:nvSpPr>
        <p:spPr>
          <a:xfrm>
            <a:off x="5313876" y="3229224"/>
            <a:ext cx="23057" cy="23854"/>
          </a:xfrm>
          <a:custGeom>
            <a:avLst/>
            <a:gdLst>
              <a:gd name="connsiteX0" fmla="*/ 3824 w 23057"/>
              <a:gd name="connsiteY0" fmla="*/ 3322 h 23854"/>
              <a:gd name="connsiteX1" fmla="*/ 1017 w 23057"/>
              <a:gd name="connsiteY1" fmla="*/ 16831 h 23854"/>
              <a:gd name="connsiteX2" fmla="*/ 13294 w 23057"/>
              <a:gd name="connsiteY2" fmla="*/ 23670 h 23854"/>
              <a:gd name="connsiteX3" fmla="*/ 23031 w 23057"/>
              <a:gd name="connsiteY3" fmla="*/ 12713 h 23854"/>
              <a:gd name="connsiteX4" fmla="*/ 22907 w 23057"/>
              <a:gd name="connsiteY4" fmla="*/ 11068 h 23854"/>
              <a:gd name="connsiteX5" fmla="*/ 16234 w 23057"/>
              <a:gd name="connsiteY5" fmla="*/ 1267 h 23854"/>
              <a:gd name="connsiteX6" fmla="*/ 3824 w 23057"/>
              <a:gd name="connsiteY6" fmla="*/ 3322 h 23854"/>
              <a:gd name="connsiteX7" fmla="*/ 3824 w 23057"/>
              <a:gd name="connsiteY7" fmla="*/ 3322 h 23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57" h="23854">
                <a:moveTo>
                  <a:pt x="3824" y="3322"/>
                </a:moveTo>
                <a:cubicBezTo>
                  <a:pt x="599" y="6701"/>
                  <a:pt x="-1281" y="12447"/>
                  <a:pt x="1017" y="16831"/>
                </a:cubicBezTo>
                <a:cubicBezTo>
                  <a:pt x="3601" y="22710"/>
                  <a:pt x="8670" y="24479"/>
                  <a:pt x="13294" y="23670"/>
                </a:cubicBezTo>
                <a:cubicBezTo>
                  <a:pt x="18675" y="22718"/>
                  <a:pt x="23459" y="18272"/>
                  <a:pt x="23031" y="12713"/>
                </a:cubicBezTo>
                <a:cubicBezTo>
                  <a:pt x="23022" y="12624"/>
                  <a:pt x="23067" y="13798"/>
                  <a:pt x="22907" y="11068"/>
                </a:cubicBezTo>
                <a:cubicBezTo>
                  <a:pt x="22666" y="6986"/>
                  <a:pt x="19895" y="3171"/>
                  <a:pt x="16234" y="1267"/>
                </a:cubicBezTo>
                <a:cubicBezTo>
                  <a:pt x="12448" y="-707"/>
                  <a:pt x="7699" y="-627"/>
                  <a:pt x="3824" y="3322"/>
                </a:cubicBezTo>
                <a:lnTo>
                  <a:pt x="3824" y="3322"/>
                </a:ln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174" name="Freeform: Shape 173">
            <a:extLst>
              <a:ext uri="{FF2B5EF4-FFF2-40B4-BE49-F238E27FC236}">
                <a16:creationId xmlns:a16="http://schemas.microsoft.com/office/drawing/2014/main" id="{B38CB854-CA21-3695-8085-0AD2E46F3FCE}"/>
              </a:ext>
            </a:extLst>
          </p:cNvPr>
          <p:cNvSpPr/>
          <p:nvPr/>
        </p:nvSpPr>
        <p:spPr>
          <a:xfrm>
            <a:off x="5233073" y="3364882"/>
            <a:ext cx="40335" cy="55585"/>
          </a:xfrm>
          <a:custGeom>
            <a:avLst/>
            <a:gdLst>
              <a:gd name="connsiteX0" fmla="*/ 40190 w 40335"/>
              <a:gd name="connsiteY0" fmla="*/ 6420 h 55585"/>
              <a:gd name="connsiteX1" fmla="*/ 14888 w 40335"/>
              <a:gd name="connsiteY1" fmla="*/ 9124 h 55585"/>
              <a:gd name="connsiteX2" fmla="*/ 403 w 40335"/>
              <a:gd name="connsiteY2" fmla="*/ 42101 h 55585"/>
              <a:gd name="connsiteX3" fmla="*/ 24225 w 40335"/>
              <a:gd name="connsiteY3" fmla="*/ 52995 h 55585"/>
              <a:gd name="connsiteX4" fmla="*/ 31771 w 40335"/>
              <a:gd name="connsiteY4" fmla="*/ 34932 h 55585"/>
              <a:gd name="connsiteX5" fmla="*/ 32804 w 40335"/>
              <a:gd name="connsiteY5" fmla="*/ 13713 h 55585"/>
              <a:gd name="connsiteX6" fmla="*/ 31307 w 40335"/>
              <a:gd name="connsiteY6" fmla="*/ 12041 h 55585"/>
              <a:gd name="connsiteX7" fmla="*/ 37668 w 40335"/>
              <a:gd name="connsiteY7" fmla="*/ 10858 h 55585"/>
              <a:gd name="connsiteX8" fmla="*/ 40190 w 40335"/>
              <a:gd name="connsiteY8" fmla="*/ 6420 h 55585"/>
              <a:gd name="connsiteX9" fmla="*/ 16394 w 40335"/>
              <a:gd name="connsiteY9" fmla="*/ 41434 h 55585"/>
              <a:gd name="connsiteX10" fmla="*/ 13997 w 40335"/>
              <a:gd name="connsiteY10" fmla="*/ 35030 h 55585"/>
              <a:gd name="connsiteX11" fmla="*/ 19467 w 40335"/>
              <a:gd name="connsiteY11" fmla="*/ 23371 h 55585"/>
              <a:gd name="connsiteX12" fmla="*/ 18202 w 40335"/>
              <a:gd name="connsiteY12" fmla="*/ 31188 h 55585"/>
              <a:gd name="connsiteX13" fmla="*/ 16394 w 40335"/>
              <a:gd name="connsiteY13" fmla="*/ 41434 h 5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335" h="55585">
                <a:moveTo>
                  <a:pt x="40190" y="6420"/>
                </a:moveTo>
                <a:cubicBezTo>
                  <a:pt x="36234" y="-6511"/>
                  <a:pt x="20519" y="3103"/>
                  <a:pt x="14888" y="9124"/>
                </a:cubicBezTo>
                <a:cubicBezTo>
                  <a:pt x="7102" y="17439"/>
                  <a:pt x="-2038" y="30005"/>
                  <a:pt x="403" y="42101"/>
                </a:cubicBezTo>
                <a:cubicBezTo>
                  <a:pt x="2452" y="52284"/>
                  <a:pt x="15040" y="59754"/>
                  <a:pt x="24225" y="52995"/>
                </a:cubicBezTo>
                <a:cubicBezTo>
                  <a:pt x="29953" y="48780"/>
                  <a:pt x="30577" y="41398"/>
                  <a:pt x="31771" y="34932"/>
                </a:cubicBezTo>
                <a:cubicBezTo>
                  <a:pt x="33071" y="27907"/>
                  <a:pt x="36056" y="20392"/>
                  <a:pt x="32804" y="13713"/>
                </a:cubicBezTo>
                <a:cubicBezTo>
                  <a:pt x="32448" y="12974"/>
                  <a:pt x="31904" y="12459"/>
                  <a:pt x="31307" y="12041"/>
                </a:cubicBezTo>
                <a:cubicBezTo>
                  <a:pt x="33401" y="11569"/>
                  <a:pt x="35637" y="11525"/>
                  <a:pt x="37668" y="10858"/>
                </a:cubicBezTo>
                <a:cubicBezTo>
                  <a:pt x="39477" y="10271"/>
                  <a:pt x="40786" y="8368"/>
                  <a:pt x="40190" y="6420"/>
                </a:cubicBezTo>
                <a:close/>
                <a:moveTo>
                  <a:pt x="16394" y="41434"/>
                </a:moveTo>
                <a:cubicBezTo>
                  <a:pt x="13686" y="42981"/>
                  <a:pt x="13926" y="35404"/>
                  <a:pt x="13997" y="35030"/>
                </a:cubicBezTo>
                <a:cubicBezTo>
                  <a:pt x="14790" y="31019"/>
                  <a:pt x="16991" y="26991"/>
                  <a:pt x="19467" y="23371"/>
                </a:cubicBezTo>
                <a:cubicBezTo>
                  <a:pt x="19004" y="26030"/>
                  <a:pt x="18666" y="28725"/>
                  <a:pt x="18202" y="31188"/>
                </a:cubicBezTo>
                <a:cubicBezTo>
                  <a:pt x="18042" y="31971"/>
                  <a:pt x="17196" y="40980"/>
                  <a:pt x="16394" y="41434"/>
                </a:cubicBezTo>
                <a:close/>
              </a:path>
            </a:pathLst>
          </a:custGeom>
          <a:solidFill>
            <a:srgbClr val="16180A"/>
          </a:solidFill>
          <a:ln w="8863" cap="flat">
            <a:noFill/>
            <a:prstDash val="solid"/>
            <a:miter/>
          </a:ln>
        </p:spPr>
        <p:txBody>
          <a:bodyPr rtlCol="0" anchor="ctr"/>
          <a:lstStyle/>
          <a:p>
            <a:endParaRPr lang="en-GB">
              <a:solidFill>
                <a:schemeClr val="bg1"/>
              </a:solidFill>
            </a:endParaRPr>
          </a:p>
        </p:txBody>
      </p:sp>
      <p:sp>
        <p:nvSpPr>
          <p:cNvPr id="176" name="Rounded Rectangle 10">
            <a:extLst>
              <a:ext uri="{FF2B5EF4-FFF2-40B4-BE49-F238E27FC236}">
                <a16:creationId xmlns:a16="http://schemas.microsoft.com/office/drawing/2014/main" id="{FA49294E-5C63-A75C-2538-FAAD0BCF8654}"/>
              </a:ext>
            </a:extLst>
          </p:cNvPr>
          <p:cNvSpPr/>
          <p:nvPr/>
        </p:nvSpPr>
        <p:spPr>
          <a:xfrm>
            <a:off x="6097737" y="3259975"/>
            <a:ext cx="1336313" cy="1229408"/>
          </a:xfrm>
          <a:prstGeom prst="roundRect">
            <a:avLst/>
          </a:prstGeom>
          <a:solidFill>
            <a:schemeClr val="bg1">
              <a:alpha val="10000"/>
            </a:schemeClr>
          </a:solidFill>
          <a:ln w="6350" cap="rnd">
            <a:solidFill>
              <a:schemeClr val="bg1">
                <a:alpha val="50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LT" sz="1000" spc="30">
              <a:solidFill>
                <a:schemeClr val="bg1"/>
              </a:solidFill>
              <a:cs typeface="Poppins SemiBold" panose="00000700000000000000" pitchFamily="2" charset="0"/>
            </a:endParaRPr>
          </a:p>
        </p:txBody>
      </p:sp>
      <p:sp>
        <p:nvSpPr>
          <p:cNvPr id="178" name="TextBox 177">
            <a:extLst>
              <a:ext uri="{FF2B5EF4-FFF2-40B4-BE49-F238E27FC236}">
                <a16:creationId xmlns:a16="http://schemas.microsoft.com/office/drawing/2014/main" id="{ABE937C5-38D4-654E-3758-36FC8D0DC6E7}"/>
              </a:ext>
            </a:extLst>
          </p:cNvPr>
          <p:cNvSpPr txBox="1"/>
          <p:nvPr/>
        </p:nvSpPr>
        <p:spPr>
          <a:xfrm>
            <a:off x="6378999" y="4701877"/>
            <a:ext cx="804195" cy="275717"/>
          </a:xfrm>
          <a:prstGeom prst="rect">
            <a:avLst/>
          </a:prstGeom>
          <a:noFill/>
        </p:spPr>
        <p:txBody>
          <a:bodyPr wrap="none" rtlCol="0">
            <a:spAutoFit/>
          </a:bodyPr>
          <a:lstStyle/>
          <a:p>
            <a:pPr algn="ctr">
              <a:lnSpc>
                <a:spcPct val="70000"/>
              </a:lnSpc>
            </a:pPr>
            <a:r>
              <a:rPr lang="en-US" sz="1600" dirty="0">
                <a:solidFill>
                  <a:schemeClr val="bg1"/>
                </a:solidFill>
                <a:latin typeface="+mj-lt"/>
              </a:rPr>
              <a:t>Devang</a:t>
            </a:r>
            <a:endParaRPr lang="en-GB" sz="1600" dirty="0">
              <a:solidFill>
                <a:schemeClr val="bg1"/>
              </a:solidFill>
              <a:latin typeface="+mj-lt"/>
            </a:endParaRPr>
          </a:p>
        </p:txBody>
      </p:sp>
      <p:sp>
        <p:nvSpPr>
          <p:cNvPr id="179" name="Freeform: Shape 178">
            <a:extLst>
              <a:ext uri="{FF2B5EF4-FFF2-40B4-BE49-F238E27FC236}">
                <a16:creationId xmlns:a16="http://schemas.microsoft.com/office/drawing/2014/main" id="{50D88B89-EAE0-AC75-F85B-EB0F035BED88}"/>
              </a:ext>
            </a:extLst>
          </p:cNvPr>
          <p:cNvSpPr/>
          <p:nvPr/>
        </p:nvSpPr>
        <p:spPr>
          <a:xfrm>
            <a:off x="6233867" y="3405819"/>
            <a:ext cx="1093374" cy="1055352"/>
          </a:xfrm>
          <a:custGeom>
            <a:avLst/>
            <a:gdLst>
              <a:gd name="connsiteX0" fmla="*/ 1075377 w 1093374"/>
              <a:gd name="connsiteY0" fmla="*/ 942833 h 1055352"/>
              <a:gd name="connsiteX1" fmla="*/ 1066286 w 1093374"/>
              <a:gd name="connsiteY1" fmla="*/ 867022 h 1055352"/>
              <a:gd name="connsiteX2" fmla="*/ 1066286 w 1093374"/>
              <a:gd name="connsiteY2" fmla="*/ 865744 h 1055352"/>
              <a:gd name="connsiteX3" fmla="*/ 1059766 w 1093374"/>
              <a:gd name="connsiteY3" fmla="*/ 780068 h 1055352"/>
              <a:gd name="connsiteX4" fmla="*/ 1040480 w 1093374"/>
              <a:gd name="connsiteY4" fmla="*/ 641234 h 1055352"/>
              <a:gd name="connsiteX5" fmla="*/ 996307 w 1093374"/>
              <a:gd name="connsiteY5" fmla="*/ 414989 h 1055352"/>
              <a:gd name="connsiteX6" fmla="*/ 939462 w 1093374"/>
              <a:gd name="connsiteY6" fmla="*/ 285838 h 1055352"/>
              <a:gd name="connsiteX7" fmla="*/ 822557 w 1093374"/>
              <a:gd name="connsiteY7" fmla="*/ 193768 h 1055352"/>
              <a:gd name="connsiteX8" fmla="*/ 747894 w 1093374"/>
              <a:gd name="connsiteY8" fmla="*/ 164815 h 1055352"/>
              <a:gd name="connsiteX9" fmla="*/ 716120 w 1093374"/>
              <a:gd name="connsiteY9" fmla="*/ 59593 h 1055352"/>
              <a:gd name="connsiteX10" fmla="*/ 701887 w 1093374"/>
              <a:gd name="connsiteY10" fmla="*/ 25796 h 1055352"/>
              <a:gd name="connsiteX11" fmla="*/ 527126 w 1093374"/>
              <a:gd name="connsiteY11" fmla="*/ 23329 h 1055352"/>
              <a:gd name="connsiteX12" fmla="*/ 515922 w 1093374"/>
              <a:gd name="connsiteY12" fmla="*/ 37944 h 1055352"/>
              <a:gd name="connsiteX13" fmla="*/ 512063 w 1093374"/>
              <a:gd name="connsiteY13" fmla="*/ 62331 h 1055352"/>
              <a:gd name="connsiteX14" fmla="*/ 344925 w 1093374"/>
              <a:gd name="connsiteY14" fmla="*/ 171391 h 1055352"/>
              <a:gd name="connsiteX15" fmla="*/ 22677 w 1093374"/>
              <a:gd name="connsiteY15" fmla="*/ 575197 h 1055352"/>
              <a:gd name="connsiteX16" fmla="*/ 14045 w 1093374"/>
              <a:gd name="connsiteY16" fmla="*/ 638128 h 1055352"/>
              <a:gd name="connsiteX17" fmla="*/ 3944 w 1093374"/>
              <a:gd name="connsiteY17" fmla="*/ 816786 h 1055352"/>
              <a:gd name="connsiteX18" fmla="*/ 26903 w 1093374"/>
              <a:gd name="connsiteY18" fmla="*/ 1058832 h 1055352"/>
              <a:gd name="connsiteX19" fmla="*/ 1093836 w 1093374"/>
              <a:gd name="connsiteY19" fmla="*/ 1058466 h 1055352"/>
              <a:gd name="connsiteX20" fmla="*/ 1097049 w 1093374"/>
              <a:gd name="connsiteY20" fmla="*/ 1054631 h 1055352"/>
              <a:gd name="connsiteX21" fmla="*/ 1075377 w 1093374"/>
              <a:gd name="connsiteY21" fmla="*/ 942833 h 105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93374" h="1055352">
                <a:moveTo>
                  <a:pt x="1075377" y="942833"/>
                </a:moveTo>
                <a:cubicBezTo>
                  <a:pt x="1072346" y="927397"/>
                  <a:pt x="1066378" y="878256"/>
                  <a:pt x="1066286" y="867022"/>
                </a:cubicBezTo>
                <a:lnTo>
                  <a:pt x="1066286" y="865744"/>
                </a:lnTo>
                <a:cubicBezTo>
                  <a:pt x="1066194" y="846196"/>
                  <a:pt x="1063990" y="817334"/>
                  <a:pt x="1059766" y="780068"/>
                </a:cubicBezTo>
                <a:cubicBezTo>
                  <a:pt x="1055450" y="742801"/>
                  <a:pt x="1049020" y="696128"/>
                  <a:pt x="1040480" y="641234"/>
                </a:cubicBezTo>
                <a:cubicBezTo>
                  <a:pt x="1040480" y="641234"/>
                  <a:pt x="1000899" y="431339"/>
                  <a:pt x="996307" y="414989"/>
                </a:cubicBezTo>
                <a:cubicBezTo>
                  <a:pt x="981707" y="374161"/>
                  <a:pt x="960492" y="328583"/>
                  <a:pt x="939462" y="285838"/>
                </a:cubicBezTo>
                <a:cubicBezTo>
                  <a:pt x="910259" y="219069"/>
                  <a:pt x="884361" y="212767"/>
                  <a:pt x="822557" y="193768"/>
                </a:cubicBezTo>
                <a:cubicBezTo>
                  <a:pt x="791058" y="190113"/>
                  <a:pt x="763048" y="191850"/>
                  <a:pt x="747894" y="164815"/>
                </a:cubicBezTo>
                <a:cubicBezTo>
                  <a:pt x="730814" y="137230"/>
                  <a:pt x="721722" y="88912"/>
                  <a:pt x="716120" y="59593"/>
                </a:cubicBezTo>
                <a:cubicBezTo>
                  <a:pt x="711252" y="42054"/>
                  <a:pt x="715936" y="35112"/>
                  <a:pt x="701887" y="25796"/>
                </a:cubicBezTo>
                <a:cubicBezTo>
                  <a:pt x="649723" y="-3066"/>
                  <a:pt x="580022" y="-3981"/>
                  <a:pt x="527126" y="23329"/>
                </a:cubicBezTo>
                <a:cubicBezTo>
                  <a:pt x="520787" y="27167"/>
                  <a:pt x="516288" y="32463"/>
                  <a:pt x="515922" y="37944"/>
                </a:cubicBezTo>
                <a:cubicBezTo>
                  <a:pt x="515371" y="47353"/>
                  <a:pt x="512063" y="62331"/>
                  <a:pt x="512063" y="62331"/>
                </a:cubicBezTo>
                <a:cubicBezTo>
                  <a:pt x="494248" y="165727"/>
                  <a:pt x="436668" y="150565"/>
                  <a:pt x="344925" y="171391"/>
                </a:cubicBezTo>
                <a:cubicBezTo>
                  <a:pt x="141696" y="245007"/>
                  <a:pt x="49862" y="475182"/>
                  <a:pt x="22677" y="575197"/>
                </a:cubicBezTo>
                <a:lnTo>
                  <a:pt x="14045" y="638128"/>
                </a:lnTo>
                <a:cubicBezTo>
                  <a:pt x="14045" y="638128"/>
                  <a:pt x="2106" y="735496"/>
                  <a:pt x="3944" y="816786"/>
                </a:cubicBezTo>
                <a:cubicBezTo>
                  <a:pt x="5781" y="898076"/>
                  <a:pt x="26903" y="1058832"/>
                  <a:pt x="26903" y="1058832"/>
                </a:cubicBezTo>
                <a:lnTo>
                  <a:pt x="1093836" y="1058466"/>
                </a:lnTo>
                <a:cubicBezTo>
                  <a:pt x="1095856" y="1058466"/>
                  <a:pt x="1097509" y="1056640"/>
                  <a:pt x="1097049" y="1054631"/>
                </a:cubicBezTo>
                <a:cubicBezTo>
                  <a:pt x="1093744" y="1037732"/>
                  <a:pt x="1080613" y="969777"/>
                  <a:pt x="1075377" y="942833"/>
                </a:cubicBezTo>
                <a:close/>
              </a:path>
            </a:pathLst>
          </a:custGeom>
          <a:solidFill>
            <a:srgbClr val="FFFFFF"/>
          </a:solidFill>
          <a:ln w="9164" cap="flat">
            <a:noFill/>
            <a:prstDash val="solid"/>
            <a:miter/>
          </a:ln>
        </p:spPr>
        <p:txBody>
          <a:bodyPr rtlCol="0" anchor="ctr"/>
          <a:lstStyle/>
          <a:p>
            <a:endParaRPr lang="en-GB">
              <a:solidFill>
                <a:schemeClr val="bg1"/>
              </a:solidFill>
            </a:endParaRPr>
          </a:p>
        </p:txBody>
      </p:sp>
      <p:sp>
        <p:nvSpPr>
          <p:cNvPr id="180" name="Freeform: Shape 179">
            <a:extLst>
              <a:ext uri="{FF2B5EF4-FFF2-40B4-BE49-F238E27FC236}">
                <a16:creationId xmlns:a16="http://schemas.microsoft.com/office/drawing/2014/main" id="{B56C1B05-9409-1E05-CECC-B1B06D5CD665}"/>
              </a:ext>
            </a:extLst>
          </p:cNvPr>
          <p:cNvSpPr/>
          <p:nvPr/>
        </p:nvSpPr>
        <p:spPr>
          <a:xfrm>
            <a:off x="6219917" y="3450061"/>
            <a:ext cx="1119708" cy="1039155"/>
          </a:xfrm>
          <a:custGeom>
            <a:avLst/>
            <a:gdLst>
              <a:gd name="connsiteX0" fmla="*/ 235672 w 1119708"/>
              <a:gd name="connsiteY0" fmla="*/ 1042634 h 1039155"/>
              <a:gd name="connsiteX1" fmla="*/ 213356 w 1119708"/>
              <a:gd name="connsiteY1" fmla="*/ 942619 h 1039155"/>
              <a:gd name="connsiteX2" fmla="*/ 219968 w 1119708"/>
              <a:gd name="connsiteY2" fmla="*/ 655178 h 1039155"/>
              <a:gd name="connsiteX3" fmla="*/ 219051 w 1119708"/>
              <a:gd name="connsiteY3" fmla="*/ 605856 h 1039155"/>
              <a:gd name="connsiteX4" fmla="*/ 35840 w 1119708"/>
              <a:gd name="connsiteY4" fmla="*/ 551325 h 1039155"/>
              <a:gd name="connsiteX5" fmla="*/ 51911 w 1119708"/>
              <a:gd name="connsiteY5" fmla="*/ 1021171 h 1039155"/>
              <a:gd name="connsiteX6" fmla="*/ 25647 w 1119708"/>
              <a:gd name="connsiteY6" fmla="*/ 1024732 h 1039155"/>
              <a:gd name="connsiteX7" fmla="*/ 4249 w 1119708"/>
              <a:gd name="connsiteY7" fmla="*/ 819495 h 1039155"/>
              <a:gd name="connsiteX8" fmla="*/ 30790 w 1119708"/>
              <a:gd name="connsiteY8" fmla="*/ 547033 h 1039155"/>
              <a:gd name="connsiteX9" fmla="*/ 24176 w 1119708"/>
              <a:gd name="connsiteY9" fmla="*/ 540000 h 1039155"/>
              <a:gd name="connsiteX10" fmla="*/ 32443 w 1119708"/>
              <a:gd name="connsiteY10" fmla="*/ 462362 h 1039155"/>
              <a:gd name="connsiteX11" fmla="*/ 396198 w 1119708"/>
              <a:gd name="connsiteY11" fmla="*/ 120118 h 1039155"/>
              <a:gd name="connsiteX12" fmla="*/ 423107 w 1119708"/>
              <a:gd name="connsiteY12" fmla="*/ 122950 h 1039155"/>
              <a:gd name="connsiteX13" fmla="*/ 425127 w 1119708"/>
              <a:gd name="connsiteY13" fmla="*/ 124411 h 1039155"/>
              <a:gd name="connsiteX14" fmla="*/ 430728 w 1119708"/>
              <a:gd name="connsiteY14" fmla="*/ 140303 h 1039155"/>
              <a:gd name="connsiteX15" fmla="*/ 490972 w 1119708"/>
              <a:gd name="connsiteY15" fmla="*/ 219038 h 1039155"/>
              <a:gd name="connsiteX16" fmla="*/ 769231 w 1119708"/>
              <a:gd name="connsiteY16" fmla="*/ 161586 h 1039155"/>
              <a:gd name="connsiteX17" fmla="*/ 768128 w 1119708"/>
              <a:gd name="connsiteY17" fmla="*/ 160491 h 1039155"/>
              <a:gd name="connsiteX18" fmla="*/ 722762 w 1119708"/>
              <a:gd name="connsiteY18" fmla="*/ 62575 h 1039155"/>
              <a:gd name="connsiteX19" fmla="*/ 734885 w 1119708"/>
              <a:gd name="connsiteY19" fmla="*/ 51980 h 1039155"/>
              <a:gd name="connsiteX20" fmla="*/ 734885 w 1119708"/>
              <a:gd name="connsiteY20" fmla="*/ 51980 h 1039155"/>
              <a:gd name="connsiteX21" fmla="*/ 738833 w 1119708"/>
              <a:gd name="connsiteY21" fmla="*/ 62666 h 1039155"/>
              <a:gd name="connsiteX22" fmla="*/ 738833 w 1119708"/>
              <a:gd name="connsiteY22" fmla="*/ 62666 h 1039155"/>
              <a:gd name="connsiteX23" fmla="*/ 768955 w 1119708"/>
              <a:gd name="connsiteY23" fmla="*/ 128886 h 1039155"/>
              <a:gd name="connsiteX24" fmla="*/ 768955 w 1119708"/>
              <a:gd name="connsiteY24" fmla="*/ 128886 h 1039155"/>
              <a:gd name="connsiteX25" fmla="*/ 768955 w 1119708"/>
              <a:gd name="connsiteY25" fmla="*/ 128886 h 1039155"/>
              <a:gd name="connsiteX26" fmla="*/ 771987 w 1119708"/>
              <a:gd name="connsiteY26" fmla="*/ 132175 h 1039155"/>
              <a:gd name="connsiteX27" fmla="*/ 776303 w 1119708"/>
              <a:gd name="connsiteY27" fmla="*/ 128248 h 1039155"/>
              <a:gd name="connsiteX28" fmla="*/ 848575 w 1119708"/>
              <a:gd name="connsiteY28" fmla="*/ 143044 h 1039155"/>
              <a:gd name="connsiteX29" fmla="*/ 922319 w 1119708"/>
              <a:gd name="connsiteY29" fmla="*/ 178850 h 1039155"/>
              <a:gd name="connsiteX30" fmla="*/ 1066315 w 1119708"/>
              <a:gd name="connsiteY30" fmla="*/ 454600 h 1039155"/>
              <a:gd name="connsiteX31" fmla="*/ 1118203 w 1119708"/>
              <a:gd name="connsiteY31" fmla="*/ 612341 h 1039155"/>
              <a:gd name="connsiteX32" fmla="*/ 1060530 w 1119708"/>
              <a:gd name="connsiteY32" fmla="*/ 648419 h 1039155"/>
              <a:gd name="connsiteX33" fmla="*/ 1110580 w 1119708"/>
              <a:gd name="connsiteY33" fmla="*/ 967006 h 1039155"/>
              <a:gd name="connsiteX34" fmla="*/ 1110580 w 1119708"/>
              <a:gd name="connsiteY34" fmla="*/ 967006 h 1039155"/>
              <a:gd name="connsiteX35" fmla="*/ 1122610 w 1119708"/>
              <a:gd name="connsiteY35" fmla="*/ 1017882 h 1039155"/>
              <a:gd name="connsiteX36" fmla="*/ 1094784 w 1119708"/>
              <a:gd name="connsiteY36" fmla="*/ 1018522 h 1039155"/>
              <a:gd name="connsiteX37" fmla="*/ 1053643 w 1119708"/>
              <a:gd name="connsiteY37" fmla="*/ 801228 h 1039155"/>
              <a:gd name="connsiteX38" fmla="*/ 1051531 w 1119708"/>
              <a:gd name="connsiteY38" fmla="*/ 651251 h 1039155"/>
              <a:gd name="connsiteX39" fmla="*/ 1022144 w 1119708"/>
              <a:gd name="connsiteY39" fmla="*/ 659745 h 1039155"/>
              <a:gd name="connsiteX40" fmla="*/ 1006349 w 1119708"/>
              <a:gd name="connsiteY40" fmla="*/ 662943 h 1039155"/>
              <a:gd name="connsiteX41" fmla="*/ 982011 w 1119708"/>
              <a:gd name="connsiteY41" fmla="*/ 665043 h 1039155"/>
              <a:gd name="connsiteX42" fmla="*/ 1018929 w 1119708"/>
              <a:gd name="connsiteY42" fmla="*/ 1028568 h 1039155"/>
              <a:gd name="connsiteX43" fmla="*/ 1018837 w 1119708"/>
              <a:gd name="connsiteY43" fmla="*/ 1028568 h 1039155"/>
              <a:gd name="connsiteX44" fmla="*/ 995143 w 1119708"/>
              <a:gd name="connsiteY44" fmla="*/ 1030030 h 1039155"/>
              <a:gd name="connsiteX45" fmla="*/ 921034 w 1119708"/>
              <a:gd name="connsiteY45" fmla="*/ 1032680 h 1039155"/>
              <a:gd name="connsiteX46" fmla="*/ 751416 w 1119708"/>
              <a:gd name="connsiteY46" fmla="*/ 1034963 h 1039155"/>
              <a:gd name="connsiteX47" fmla="*/ 242375 w 1119708"/>
              <a:gd name="connsiteY47" fmla="*/ 1038250 h 1039155"/>
              <a:gd name="connsiteX48" fmla="*/ 235672 w 1119708"/>
              <a:gd name="connsiteY48" fmla="*/ 1042634 h 1039155"/>
              <a:gd name="connsiteX49" fmla="*/ 459841 w 1119708"/>
              <a:gd name="connsiteY49" fmla="*/ 139849 h 1039155"/>
              <a:gd name="connsiteX50" fmla="*/ 455249 w 1119708"/>
              <a:gd name="connsiteY50" fmla="*/ 112539 h 1039155"/>
              <a:gd name="connsiteX51" fmla="*/ 520910 w 1119708"/>
              <a:gd name="connsiteY51" fmla="*/ 21383 h 1039155"/>
              <a:gd name="connsiteX52" fmla="*/ 520910 w 1119708"/>
              <a:gd name="connsiteY52" fmla="*/ 21383 h 1039155"/>
              <a:gd name="connsiteX53" fmla="*/ 527246 w 1119708"/>
              <a:gd name="connsiteY53" fmla="*/ 3479 h 1039155"/>
              <a:gd name="connsiteX54" fmla="*/ 532390 w 1119708"/>
              <a:gd name="connsiteY54" fmla="*/ 41203 h 1039155"/>
              <a:gd name="connsiteX55" fmla="*/ 459841 w 1119708"/>
              <a:gd name="connsiteY55" fmla="*/ 139849 h 103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19708" h="1039155">
                <a:moveTo>
                  <a:pt x="235672" y="1042634"/>
                </a:moveTo>
                <a:cubicBezTo>
                  <a:pt x="214368" y="1036241"/>
                  <a:pt x="216572" y="961527"/>
                  <a:pt x="213356" y="942619"/>
                </a:cubicBezTo>
                <a:cubicBezTo>
                  <a:pt x="206928" y="847445"/>
                  <a:pt x="207112" y="747431"/>
                  <a:pt x="219968" y="655178"/>
                </a:cubicBezTo>
                <a:cubicBezTo>
                  <a:pt x="219876" y="639011"/>
                  <a:pt x="218867" y="622295"/>
                  <a:pt x="219051" y="605856"/>
                </a:cubicBezTo>
                <a:cubicBezTo>
                  <a:pt x="158072" y="592611"/>
                  <a:pt x="91216" y="583842"/>
                  <a:pt x="35840" y="551325"/>
                </a:cubicBezTo>
                <a:cubicBezTo>
                  <a:pt x="22616" y="715554"/>
                  <a:pt x="26199" y="866808"/>
                  <a:pt x="51911" y="1021171"/>
                </a:cubicBezTo>
                <a:cubicBezTo>
                  <a:pt x="53473" y="1036149"/>
                  <a:pt x="28952" y="1038707"/>
                  <a:pt x="25647" y="1024732"/>
                </a:cubicBezTo>
                <a:cubicBezTo>
                  <a:pt x="12881" y="958421"/>
                  <a:pt x="6453" y="887908"/>
                  <a:pt x="4249" y="819495"/>
                </a:cubicBezTo>
                <a:cubicBezTo>
                  <a:pt x="1402" y="729163"/>
                  <a:pt x="10861" y="638554"/>
                  <a:pt x="30790" y="547033"/>
                </a:cubicBezTo>
                <a:cubicBezTo>
                  <a:pt x="28403" y="544932"/>
                  <a:pt x="26107" y="542649"/>
                  <a:pt x="24176" y="540000"/>
                </a:cubicBezTo>
                <a:cubicBezTo>
                  <a:pt x="1126" y="536621"/>
                  <a:pt x="29228" y="476794"/>
                  <a:pt x="32443" y="462362"/>
                </a:cubicBezTo>
                <a:cubicBezTo>
                  <a:pt x="85156" y="310468"/>
                  <a:pt x="225020" y="134642"/>
                  <a:pt x="396198" y="120118"/>
                </a:cubicBezTo>
                <a:cubicBezTo>
                  <a:pt x="404557" y="115005"/>
                  <a:pt x="415484" y="117469"/>
                  <a:pt x="423107" y="122950"/>
                </a:cubicBezTo>
                <a:cubicBezTo>
                  <a:pt x="423107" y="122950"/>
                  <a:pt x="425127" y="124319"/>
                  <a:pt x="425127" y="124411"/>
                </a:cubicBezTo>
                <a:cubicBezTo>
                  <a:pt x="430360" y="127791"/>
                  <a:pt x="434311" y="134276"/>
                  <a:pt x="430728" y="140303"/>
                </a:cubicBezTo>
                <a:cubicBezTo>
                  <a:pt x="454606" y="163687"/>
                  <a:pt x="463054" y="198944"/>
                  <a:pt x="490972" y="219038"/>
                </a:cubicBezTo>
                <a:cubicBezTo>
                  <a:pt x="575092" y="292932"/>
                  <a:pt x="737916" y="282152"/>
                  <a:pt x="769231" y="161586"/>
                </a:cubicBezTo>
                <a:cubicBezTo>
                  <a:pt x="769415" y="160946"/>
                  <a:pt x="768864" y="160400"/>
                  <a:pt x="768128" y="160491"/>
                </a:cubicBezTo>
                <a:cubicBezTo>
                  <a:pt x="739753" y="164601"/>
                  <a:pt x="723774" y="83766"/>
                  <a:pt x="722762" y="62575"/>
                </a:cubicBezTo>
                <a:cubicBezTo>
                  <a:pt x="721753" y="45130"/>
                  <a:pt x="723957" y="17637"/>
                  <a:pt x="734885" y="51980"/>
                </a:cubicBezTo>
                <a:lnTo>
                  <a:pt x="734885" y="51980"/>
                </a:lnTo>
                <a:cubicBezTo>
                  <a:pt x="736262" y="55544"/>
                  <a:pt x="737457" y="58922"/>
                  <a:pt x="738833" y="62666"/>
                </a:cubicBezTo>
                <a:lnTo>
                  <a:pt x="738833" y="62666"/>
                </a:lnTo>
                <a:cubicBezTo>
                  <a:pt x="746640" y="84771"/>
                  <a:pt x="756649" y="107514"/>
                  <a:pt x="768955" y="128886"/>
                </a:cubicBezTo>
                <a:lnTo>
                  <a:pt x="768955" y="128886"/>
                </a:lnTo>
                <a:lnTo>
                  <a:pt x="768955" y="128886"/>
                </a:lnTo>
                <a:cubicBezTo>
                  <a:pt x="769507" y="130166"/>
                  <a:pt x="771435" y="133090"/>
                  <a:pt x="771987" y="132175"/>
                </a:cubicBezTo>
                <a:cubicBezTo>
                  <a:pt x="772812" y="130715"/>
                  <a:pt x="775292" y="128340"/>
                  <a:pt x="776303" y="128248"/>
                </a:cubicBezTo>
                <a:cubicBezTo>
                  <a:pt x="795862" y="126056"/>
                  <a:pt x="826628" y="136834"/>
                  <a:pt x="848575" y="143044"/>
                </a:cubicBezTo>
                <a:cubicBezTo>
                  <a:pt x="869238" y="149620"/>
                  <a:pt x="906248" y="163047"/>
                  <a:pt x="922319" y="178850"/>
                </a:cubicBezTo>
                <a:cubicBezTo>
                  <a:pt x="999735" y="252376"/>
                  <a:pt x="1036287" y="354948"/>
                  <a:pt x="1066315" y="454600"/>
                </a:cubicBezTo>
                <a:cubicBezTo>
                  <a:pt x="1083213" y="507485"/>
                  <a:pt x="1101028" y="559547"/>
                  <a:pt x="1118203" y="612341"/>
                </a:cubicBezTo>
                <a:cubicBezTo>
                  <a:pt x="1123711" y="638371"/>
                  <a:pt x="1076601" y="639834"/>
                  <a:pt x="1060530" y="648419"/>
                </a:cubicBezTo>
                <a:cubicBezTo>
                  <a:pt x="1089000" y="751632"/>
                  <a:pt x="1078529" y="865622"/>
                  <a:pt x="1110580" y="967006"/>
                </a:cubicBezTo>
                <a:lnTo>
                  <a:pt x="1110580" y="967006"/>
                </a:lnTo>
                <a:cubicBezTo>
                  <a:pt x="1112967" y="984087"/>
                  <a:pt x="1127018" y="1000437"/>
                  <a:pt x="1122610" y="1017882"/>
                </a:cubicBezTo>
                <a:cubicBezTo>
                  <a:pt x="1118938" y="1030670"/>
                  <a:pt x="1097264" y="1033226"/>
                  <a:pt x="1094784" y="1018522"/>
                </a:cubicBezTo>
                <a:cubicBezTo>
                  <a:pt x="1069438" y="948738"/>
                  <a:pt x="1056306" y="875576"/>
                  <a:pt x="1053643" y="801228"/>
                </a:cubicBezTo>
                <a:cubicBezTo>
                  <a:pt x="1049878" y="747794"/>
                  <a:pt x="1047490" y="699750"/>
                  <a:pt x="1051531" y="651251"/>
                </a:cubicBezTo>
                <a:cubicBezTo>
                  <a:pt x="1041336" y="654355"/>
                  <a:pt x="1032244" y="657187"/>
                  <a:pt x="1022144" y="659745"/>
                </a:cubicBezTo>
                <a:cubicBezTo>
                  <a:pt x="1017001" y="661297"/>
                  <a:pt x="1011765" y="662943"/>
                  <a:pt x="1006349" y="662943"/>
                </a:cubicBezTo>
                <a:cubicBezTo>
                  <a:pt x="998266" y="664220"/>
                  <a:pt x="990094" y="664952"/>
                  <a:pt x="982011" y="665043"/>
                </a:cubicBezTo>
                <a:cubicBezTo>
                  <a:pt x="987890" y="790542"/>
                  <a:pt x="1004237" y="908550"/>
                  <a:pt x="1018929" y="1028568"/>
                </a:cubicBezTo>
                <a:cubicBezTo>
                  <a:pt x="1018929" y="1028568"/>
                  <a:pt x="1018929" y="1028568"/>
                  <a:pt x="1018837" y="1028568"/>
                </a:cubicBezTo>
                <a:cubicBezTo>
                  <a:pt x="1016449" y="1039985"/>
                  <a:pt x="999185" y="1040716"/>
                  <a:pt x="995143" y="1030030"/>
                </a:cubicBezTo>
                <a:cubicBezTo>
                  <a:pt x="989542" y="1033866"/>
                  <a:pt x="928655" y="1031948"/>
                  <a:pt x="921034" y="1032680"/>
                </a:cubicBezTo>
                <a:cubicBezTo>
                  <a:pt x="868045" y="1033226"/>
                  <a:pt x="805781" y="1034140"/>
                  <a:pt x="751416" y="1034963"/>
                </a:cubicBezTo>
                <a:cubicBezTo>
                  <a:pt x="582991" y="1038067"/>
                  <a:pt x="410525" y="1039985"/>
                  <a:pt x="242375" y="1038250"/>
                </a:cubicBezTo>
                <a:cubicBezTo>
                  <a:pt x="241183" y="1040899"/>
                  <a:pt x="238611" y="1042543"/>
                  <a:pt x="235672" y="1042634"/>
                </a:cubicBezTo>
                <a:close/>
                <a:moveTo>
                  <a:pt x="459841" y="139849"/>
                </a:moveTo>
                <a:cubicBezTo>
                  <a:pt x="446158" y="139483"/>
                  <a:pt x="440739" y="116283"/>
                  <a:pt x="455249" y="112539"/>
                </a:cubicBezTo>
                <a:cubicBezTo>
                  <a:pt x="489687" y="94362"/>
                  <a:pt x="510350" y="57553"/>
                  <a:pt x="520910" y="21383"/>
                </a:cubicBezTo>
                <a:lnTo>
                  <a:pt x="520910" y="21383"/>
                </a:lnTo>
                <a:cubicBezTo>
                  <a:pt x="522930" y="15628"/>
                  <a:pt x="523942" y="8503"/>
                  <a:pt x="527246" y="3479"/>
                </a:cubicBezTo>
                <a:cubicBezTo>
                  <a:pt x="533674" y="14441"/>
                  <a:pt x="533858" y="28688"/>
                  <a:pt x="532390" y="41203"/>
                </a:cubicBezTo>
                <a:cubicBezTo>
                  <a:pt x="526421" y="82214"/>
                  <a:pt x="497676" y="122676"/>
                  <a:pt x="459841" y="139849"/>
                </a:cubicBezTo>
                <a:close/>
              </a:path>
            </a:pathLst>
          </a:custGeom>
          <a:blipFill dpi="0" rotWithShape="1">
            <a:blip r:embed="rId2">
              <a:extLst>
                <a:ext uri="{BEBA8EAE-BF5A-486C-A8C5-ECC9F3942E4B}">
                  <a14:imgProps xmlns:a14="http://schemas.microsoft.com/office/drawing/2010/main">
                    <a14:imgLayer r:embed="rId3">
                      <a14:imgEffect>
                        <a14:artisticBlur radius="100"/>
                      </a14:imgEffect>
                    </a14:imgLayer>
                  </a14:imgProps>
                </a:ext>
              </a:extLst>
            </a:blip>
            <a:srcRect/>
            <a:tile tx="0" ty="0" sx="20000" sy="20000" flip="none" algn="tl"/>
          </a:blip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90" name="Freeform: Shape 189">
            <a:extLst>
              <a:ext uri="{FF2B5EF4-FFF2-40B4-BE49-F238E27FC236}">
                <a16:creationId xmlns:a16="http://schemas.microsoft.com/office/drawing/2014/main" id="{6AAC2235-12FB-F2E3-AB5C-DF7F0FF72D81}"/>
              </a:ext>
            </a:extLst>
          </p:cNvPr>
          <p:cNvSpPr/>
          <p:nvPr/>
        </p:nvSpPr>
        <p:spPr>
          <a:xfrm>
            <a:off x="6608973" y="3263206"/>
            <a:ext cx="39237" cy="47093"/>
          </a:xfrm>
          <a:custGeom>
            <a:avLst/>
            <a:gdLst>
              <a:gd name="connsiteX0" fmla="*/ 18902 w 39237"/>
              <a:gd name="connsiteY0" fmla="*/ 21350 h 47093"/>
              <a:gd name="connsiteX1" fmla="*/ 30216 w 39237"/>
              <a:gd name="connsiteY1" fmla="*/ 43892 h 47093"/>
              <a:gd name="connsiteX2" fmla="*/ 39161 w 39237"/>
              <a:gd name="connsiteY2" fmla="*/ 42687 h 47093"/>
              <a:gd name="connsiteX3" fmla="*/ 4567 w 39237"/>
              <a:gd name="connsiteY3" fmla="*/ 205 h 47093"/>
              <a:gd name="connsiteX4" fmla="*/ 1077 w 39237"/>
              <a:gd name="connsiteY4" fmla="*/ 6161 h 47093"/>
              <a:gd name="connsiteX5" fmla="*/ 18902 w 39237"/>
              <a:gd name="connsiteY5" fmla="*/ 21350 h 4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237" h="47093">
                <a:moveTo>
                  <a:pt x="18902" y="21350"/>
                </a:moveTo>
                <a:cubicBezTo>
                  <a:pt x="25046" y="27908"/>
                  <a:pt x="27204" y="35718"/>
                  <a:pt x="30216" y="43892"/>
                </a:cubicBezTo>
                <a:cubicBezTo>
                  <a:pt x="32007" y="48742"/>
                  <a:pt x="38757" y="47875"/>
                  <a:pt x="39161" y="42687"/>
                </a:cubicBezTo>
                <a:cubicBezTo>
                  <a:pt x="40630" y="23698"/>
                  <a:pt x="20776" y="6499"/>
                  <a:pt x="4567" y="205"/>
                </a:cubicBezTo>
                <a:cubicBezTo>
                  <a:pt x="1279" y="-1073"/>
                  <a:pt x="-1650" y="3950"/>
                  <a:pt x="1077" y="6161"/>
                </a:cubicBezTo>
                <a:cubicBezTo>
                  <a:pt x="7221" y="11129"/>
                  <a:pt x="13465" y="15550"/>
                  <a:pt x="18902" y="21350"/>
                </a:cubicBezTo>
                <a:close/>
              </a:path>
            </a:pathLst>
          </a:custGeom>
          <a:solidFill>
            <a:srgbClr val="16180A"/>
          </a:solidFill>
          <a:ln w="1270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endParaRPr lang="en-GB" sz="1000" spc="30">
              <a:solidFill>
                <a:schemeClr val="bg1"/>
              </a:solidFill>
              <a:cs typeface="Poppins SemiBold" panose="00000700000000000000" pitchFamily="2" charset="0"/>
            </a:endParaRPr>
          </a:p>
        </p:txBody>
      </p:sp>
      <p:sp>
        <p:nvSpPr>
          <p:cNvPr id="185" name="Freeform: Shape 184">
            <a:extLst>
              <a:ext uri="{FF2B5EF4-FFF2-40B4-BE49-F238E27FC236}">
                <a16:creationId xmlns:a16="http://schemas.microsoft.com/office/drawing/2014/main" id="{A157EF97-E1E5-AC5F-BF33-B58EEBA6FDCD}"/>
              </a:ext>
            </a:extLst>
          </p:cNvPr>
          <p:cNvSpPr/>
          <p:nvPr/>
        </p:nvSpPr>
        <p:spPr>
          <a:xfrm>
            <a:off x="6886762" y="3275666"/>
            <a:ext cx="58539" cy="71856"/>
          </a:xfrm>
          <a:custGeom>
            <a:avLst/>
            <a:gdLst>
              <a:gd name="connsiteX0" fmla="*/ 4182 w 58539"/>
              <a:gd name="connsiteY0" fmla="*/ 66306 h 71856"/>
              <a:gd name="connsiteX1" fmla="*/ 57097 w 58539"/>
              <a:gd name="connsiteY1" fmla="*/ 55857 h 71856"/>
              <a:gd name="connsiteX2" fmla="*/ 54847 w 58539"/>
              <a:gd name="connsiteY2" fmla="*/ 41773 h 71856"/>
              <a:gd name="connsiteX3" fmla="*/ 46527 w 58539"/>
              <a:gd name="connsiteY3" fmla="*/ 26218 h 71856"/>
              <a:gd name="connsiteX4" fmla="*/ 33091 w 58539"/>
              <a:gd name="connsiteY4" fmla="*/ 1401 h 71856"/>
              <a:gd name="connsiteX5" fmla="*/ 28013 w 58539"/>
              <a:gd name="connsiteY5" fmla="*/ 1401 h 71856"/>
              <a:gd name="connsiteX6" fmla="*/ 29785 w 58539"/>
              <a:gd name="connsiteY6" fmla="*/ 17184 h 71856"/>
              <a:gd name="connsiteX7" fmla="*/ 41503 w 58539"/>
              <a:gd name="connsiteY7" fmla="*/ 40786 h 71856"/>
              <a:gd name="connsiteX8" fmla="*/ 41265 w 58539"/>
              <a:gd name="connsiteY8" fmla="*/ 48760 h 71856"/>
              <a:gd name="connsiteX9" fmla="*/ 32963 w 58539"/>
              <a:gd name="connsiteY9" fmla="*/ 53345 h 71856"/>
              <a:gd name="connsiteX10" fmla="*/ 12869 w 58539"/>
              <a:gd name="connsiteY10" fmla="*/ 51518 h 71856"/>
              <a:gd name="connsiteX11" fmla="*/ 4182 w 58539"/>
              <a:gd name="connsiteY11" fmla="*/ 66306 h 71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39" h="71856">
                <a:moveTo>
                  <a:pt x="4182" y="66306"/>
                </a:moveTo>
                <a:cubicBezTo>
                  <a:pt x="20170" y="75595"/>
                  <a:pt x="47399" y="73942"/>
                  <a:pt x="57097" y="55857"/>
                </a:cubicBezTo>
                <a:cubicBezTo>
                  <a:pt x="60017" y="50413"/>
                  <a:pt x="58116" y="46303"/>
                  <a:pt x="54847" y="41773"/>
                </a:cubicBezTo>
                <a:cubicBezTo>
                  <a:pt x="51412" y="37014"/>
                  <a:pt x="49006" y="31497"/>
                  <a:pt x="46527" y="26218"/>
                </a:cubicBezTo>
                <a:cubicBezTo>
                  <a:pt x="42532" y="17678"/>
                  <a:pt x="38390" y="8827"/>
                  <a:pt x="33091" y="1401"/>
                </a:cubicBezTo>
                <a:cubicBezTo>
                  <a:pt x="31723" y="-517"/>
                  <a:pt x="29400" y="-416"/>
                  <a:pt x="28013" y="1401"/>
                </a:cubicBezTo>
                <a:cubicBezTo>
                  <a:pt x="24101" y="6516"/>
                  <a:pt x="27324" y="11905"/>
                  <a:pt x="29785" y="17184"/>
                </a:cubicBezTo>
                <a:cubicBezTo>
                  <a:pt x="33486" y="25149"/>
                  <a:pt x="37959" y="32748"/>
                  <a:pt x="41503" y="40786"/>
                </a:cubicBezTo>
                <a:cubicBezTo>
                  <a:pt x="43285" y="44842"/>
                  <a:pt x="44773" y="45983"/>
                  <a:pt x="41265" y="48760"/>
                </a:cubicBezTo>
                <a:cubicBezTo>
                  <a:pt x="38767" y="50733"/>
                  <a:pt x="36003" y="52359"/>
                  <a:pt x="32963" y="53345"/>
                </a:cubicBezTo>
                <a:cubicBezTo>
                  <a:pt x="26176" y="55537"/>
                  <a:pt x="19087" y="55008"/>
                  <a:pt x="12869" y="51518"/>
                </a:cubicBezTo>
                <a:cubicBezTo>
                  <a:pt x="3199" y="46111"/>
                  <a:pt x="-5406" y="60744"/>
                  <a:pt x="4182" y="66306"/>
                </a:cubicBezTo>
                <a:close/>
              </a:path>
            </a:pathLst>
          </a:custGeom>
          <a:solidFill>
            <a:srgbClr val="16180A"/>
          </a:solidFill>
          <a:ln w="9164" cap="flat">
            <a:noFill/>
            <a:prstDash val="solid"/>
            <a:miter/>
          </a:ln>
        </p:spPr>
        <p:txBody>
          <a:bodyPr rtlCol="0" anchor="ctr"/>
          <a:lstStyle/>
          <a:p>
            <a:endParaRPr lang="en-GB">
              <a:solidFill>
                <a:schemeClr val="bg1"/>
              </a:solidFill>
            </a:endParaRPr>
          </a:p>
        </p:txBody>
      </p:sp>
      <p:sp>
        <p:nvSpPr>
          <p:cNvPr id="186" name="Freeform: Shape 185">
            <a:extLst>
              <a:ext uri="{FF2B5EF4-FFF2-40B4-BE49-F238E27FC236}">
                <a16:creationId xmlns:a16="http://schemas.microsoft.com/office/drawing/2014/main" id="{13A8236B-DEB3-9B0A-F5F8-80A223B523D4}"/>
              </a:ext>
            </a:extLst>
          </p:cNvPr>
          <p:cNvSpPr/>
          <p:nvPr/>
        </p:nvSpPr>
        <p:spPr>
          <a:xfrm>
            <a:off x="6764951" y="3180748"/>
            <a:ext cx="90248" cy="35029"/>
          </a:xfrm>
          <a:custGeom>
            <a:avLst/>
            <a:gdLst>
              <a:gd name="connsiteX0" fmla="*/ 8785 w 90248"/>
              <a:gd name="connsiteY0" fmla="*/ 33688 h 35029"/>
              <a:gd name="connsiteX1" fmla="*/ 50092 w 90248"/>
              <a:gd name="connsiteY1" fmla="*/ 12333 h 35029"/>
              <a:gd name="connsiteX2" fmla="*/ 70452 w 90248"/>
              <a:gd name="connsiteY2" fmla="*/ 15850 h 35029"/>
              <a:gd name="connsiteX3" fmla="*/ 82620 w 90248"/>
              <a:gd name="connsiteY3" fmla="*/ 27888 h 35029"/>
              <a:gd name="connsiteX4" fmla="*/ 89590 w 90248"/>
              <a:gd name="connsiteY4" fmla="*/ 25066 h 35029"/>
              <a:gd name="connsiteX5" fmla="*/ 80003 w 90248"/>
              <a:gd name="connsiteY5" fmla="*/ 7273 h 35029"/>
              <a:gd name="connsiteX6" fmla="*/ 53655 w 90248"/>
              <a:gd name="connsiteY6" fmla="*/ 48 h 35029"/>
              <a:gd name="connsiteX7" fmla="*/ 1585 w 90248"/>
              <a:gd name="connsiteY7" fmla="*/ 26527 h 35029"/>
              <a:gd name="connsiteX8" fmla="*/ 8785 w 90248"/>
              <a:gd name="connsiteY8" fmla="*/ 33688 h 3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248" h="35029">
                <a:moveTo>
                  <a:pt x="8785" y="33688"/>
                </a:moveTo>
                <a:cubicBezTo>
                  <a:pt x="20558" y="23367"/>
                  <a:pt x="33911" y="13657"/>
                  <a:pt x="50092" y="12333"/>
                </a:cubicBezTo>
                <a:cubicBezTo>
                  <a:pt x="56998" y="11776"/>
                  <a:pt x="64280" y="12516"/>
                  <a:pt x="70452" y="15850"/>
                </a:cubicBezTo>
                <a:cubicBezTo>
                  <a:pt x="76026" y="18864"/>
                  <a:pt x="77734" y="24481"/>
                  <a:pt x="82620" y="27888"/>
                </a:cubicBezTo>
                <a:cubicBezTo>
                  <a:pt x="85412" y="29833"/>
                  <a:pt x="88516" y="27614"/>
                  <a:pt x="89590" y="25066"/>
                </a:cubicBezTo>
                <a:cubicBezTo>
                  <a:pt x="92492" y="18170"/>
                  <a:pt x="85164" y="10890"/>
                  <a:pt x="80003" y="7273"/>
                </a:cubicBezTo>
                <a:cubicBezTo>
                  <a:pt x="72417" y="1957"/>
                  <a:pt x="62857" y="-372"/>
                  <a:pt x="53655" y="48"/>
                </a:cubicBezTo>
                <a:cubicBezTo>
                  <a:pt x="32891" y="1007"/>
                  <a:pt x="16168" y="12808"/>
                  <a:pt x="1585" y="26527"/>
                </a:cubicBezTo>
                <a:cubicBezTo>
                  <a:pt x="-3200" y="31048"/>
                  <a:pt x="3918" y="37963"/>
                  <a:pt x="8785" y="33688"/>
                </a:cubicBezTo>
                <a:close/>
              </a:path>
            </a:pathLst>
          </a:custGeom>
          <a:solidFill>
            <a:srgbClr val="16180A"/>
          </a:solidFill>
          <a:ln w="9164" cap="flat">
            <a:noFill/>
            <a:prstDash val="solid"/>
            <a:miter/>
          </a:ln>
        </p:spPr>
        <p:txBody>
          <a:bodyPr rtlCol="0" anchor="ctr"/>
          <a:lstStyle/>
          <a:p>
            <a:endParaRPr lang="en-GB">
              <a:solidFill>
                <a:schemeClr val="bg1"/>
              </a:solidFill>
            </a:endParaRPr>
          </a:p>
        </p:txBody>
      </p:sp>
      <p:sp>
        <p:nvSpPr>
          <p:cNvPr id="187" name="Freeform: Shape 186">
            <a:extLst>
              <a:ext uri="{FF2B5EF4-FFF2-40B4-BE49-F238E27FC236}">
                <a16:creationId xmlns:a16="http://schemas.microsoft.com/office/drawing/2014/main" id="{2FAEF976-058B-8F69-3F16-C73583BB01B5}"/>
              </a:ext>
            </a:extLst>
          </p:cNvPr>
          <p:cNvSpPr/>
          <p:nvPr/>
        </p:nvSpPr>
        <p:spPr>
          <a:xfrm>
            <a:off x="6933322" y="3180679"/>
            <a:ext cx="78640" cy="45409"/>
          </a:xfrm>
          <a:custGeom>
            <a:avLst/>
            <a:gdLst>
              <a:gd name="connsiteX0" fmla="*/ 7506 w 78640"/>
              <a:gd name="connsiteY0" fmla="*/ 19801 h 45409"/>
              <a:gd name="connsiteX1" fmla="*/ 47023 w 78640"/>
              <a:gd name="connsiteY1" fmla="*/ 15682 h 45409"/>
              <a:gd name="connsiteX2" fmla="*/ 62524 w 78640"/>
              <a:gd name="connsiteY2" fmla="*/ 28350 h 45409"/>
              <a:gd name="connsiteX3" fmla="*/ 71451 w 78640"/>
              <a:gd name="connsiteY3" fmla="*/ 44864 h 45409"/>
              <a:gd name="connsiteX4" fmla="*/ 76557 w 78640"/>
              <a:gd name="connsiteY4" fmla="*/ 43531 h 45409"/>
              <a:gd name="connsiteX5" fmla="*/ 70615 w 78640"/>
              <a:gd name="connsiteY5" fmla="*/ 18239 h 45409"/>
              <a:gd name="connsiteX6" fmla="*/ 49153 w 78640"/>
              <a:gd name="connsiteY6" fmla="*/ 3260 h 45409"/>
              <a:gd name="connsiteX7" fmla="*/ 518 w 78640"/>
              <a:gd name="connsiteY7" fmla="*/ 14421 h 45409"/>
              <a:gd name="connsiteX8" fmla="*/ 7506 w 78640"/>
              <a:gd name="connsiteY8" fmla="*/ 19801 h 4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40" h="45409">
                <a:moveTo>
                  <a:pt x="7506" y="19801"/>
                </a:moveTo>
                <a:cubicBezTo>
                  <a:pt x="15680" y="9443"/>
                  <a:pt x="36269" y="11151"/>
                  <a:pt x="47023" y="15682"/>
                </a:cubicBezTo>
                <a:cubicBezTo>
                  <a:pt x="53332" y="18340"/>
                  <a:pt x="58897" y="22486"/>
                  <a:pt x="62524" y="28350"/>
                </a:cubicBezTo>
                <a:cubicBezTo>
                  <a:pt x="65941" y="33876"/>
                  <a:pt x="65830" y="40946"/>
                  <a:pt x="71451" y="44864"/>
                </a:cubicBezTo>
                <a:cubicBezTo>
                  <a:pt x="73242" y="46116"/>
                  <a:pt x="75418" y="45020"/>
                  <a:pt x="76557" y="43531"/>
                </a:cubicBezTo>
                <a:cubicBezTo>
                  <a:pt x="82113" y="36278"/>
                  <a:pt x="75317" y="24341"/>
                  <a:pt x="70615" y="18239"/>
                </a:cubicBezTo>
                <a:cubicBezTo>
                  <a:pt x="65160" y="11179"/>
                  <a:pt x="57510" y="6292"/>
                  <a:pt x="49153" y="3260"/>
                </a:cubicBezTo>
                <a:cubicBezTo>
                  <a:pt x="33688" y="-2358"/>
                  <a:pt x="9518" y="-1947"/>
                  <a:pt x="518" y="14421"/>
                </a:cubicBezTo>
                <a:cubicBezTo>
                  <a:pt x="-1806" y="18641"/>
                  <a:pt x="4255" y="23911"/>
                  <a:pt x="7506" y="19801"/>
                </a:cubicBezTo>
                <a:close/>
              </a:path>
            </a:pathLst>
          </a:custGeom>
          <a:solidFill>
            <a:srgbClr val="16180A"/>
          </a:solidFill>
          <a:ln w="9164" cap="flat">
            <a:noFill/>
            <a:prstDash val="solid"/>
            <a:miter/>
          </a:ln>
        </p:spPr>
        <p:txBody>
          <a:bodyPr rtlCol="0" anchor="ctr"/>
          <a:lstStyle/>
          <a:p>
            <a:endParaRPr lang="en-GB">
              <a:solidFill>
                <a:schemeClr val="bg1"/>
              </a:solidFill>
            </a:endParaRPr>
          </a:p>
        </p:txBody>
      </p:sp>
      <p:sp>
        <p:nvSpPr>
          <p:cNvPr id="193" name="TextBox 192">
            <a:extLst>
              <a:ext uri="{FF2B5EF4-FFF2-40B4-BE49-F238E27FC236}">
                <a16:creationId xmlns:a16="http://schemas.microsoft.com/office/drawing/2014/main" id="{E074EF48-D9AB-18C0-755A-019342DFCA01}"/>
              </a:ext>
            </a:extLst>
          </p:cNvPr>
          <p:cNvSpPr txBox="1"/>
          <p:nvPr/>
        </p:nvSpPr>
        <p:spPr>
          <a:xfrm>
            <a:off x="269472" y="1144029"/>
            <a:ext cx="4256528" cy="1030410"/>
          </a:xfrm>
          <a:prstGeom prst="rect">
            <a:avLst/>
          </a:prstGeom>
          <a:noFill/>
        </p:spPr>
        <p:txBody>
          <a:bodyPr wrap="square" rtlCol="0">
            <a:spAutoFit/>
          </a:bodyPr>
          <a:lstStyle>
            <a:defPPr>
              <a:defRPr lang="en-US"/>
            </a:defPPr>
            <a:lvl1pPr marR="0" lvl="0" indent="0" fontAlgn="auto">
              <a:lnSpc>
                <a:spcPct val="60000"/>
              </a:lnSpc>
              <a:spcBef>
                <a:spcPts val="0"/>
              </a:spcBef>
              <a:spcAft>
                <a:spcPts val="0"/>
              </a:spcAft>
              <a:buClrTx/>
              <a:buSzTx/>
              <a:buFontTx/>
              <a:buNone/>
              <a:tabLst/>
              <a:defRPr kumimoji="0" sz="8000" b="0" i="0" u="none" strike="noStrike" kern="0" cap="none" spc="0" normalizeH="0" baseline="0">
                <a:ln>
                  <a:noFill/>
                </a:ln>
                <a:solidFill>
                  <a:prstClr val="white"/>
                </a:solidFill>
                <a:effectLst/>
                <a:uLnTx/>
                <a:uFillTx/>
                <a:latin typeface="Darker Grotesque" pitchFamily="2" charset="0"/>
              </a:defRPr>
            </a:lvl1pPr>
          </a:lstStyle>
          <a:p>
            <a:r>
              <a:rPr lang="en-GB" sz="4800" dirty="0"/>
              <a:t>Success is a team effort! </a:t>
            </a:r>
          </a:p>
        </p:txBody>
      </p:sp>
      <p:sp>
        <p:nvSpPr>
          <p:cNvPr id="14" name="Freeform: Shape 114">
            <a:extLst>
              <a:ext uri="{FF2B5EF4-FFF2-40B4-BE49-F238E27FC236}">
                <a16:creationId xmlns:a16="http://schemas.microsoft.com/office/drawing/2014/main" id="{CE501501-4975-7FA3-5ADA-D14B3AD1E04D}"/>
              </a:ext>
            </a:extLst>
          </p:cNvPr>
          <p:cNvSpPr/>
          <p:nvPr/>
        </p:nvSpPr>
        <p:spPr>
          <a:xfrm>
            <a:off x="6857189" y="3383163"/>
            <a:ext cx="95290" cy="46830"/>
          </a:xfrm>
          <a:custGeom>
            <a:avLst/>
            <a:gdLst>
              <a:gd name="connsiteX0" fmla="*/ 49861 w 95290"/>
              <a:gd name="connsiteY0" fmla="*/ 48066 h 46830"/>
              <a:gd name="connsiteX1" fmla="*/ 9881 w 95290"/>
              <a:gd name="connsiteY1" fmla="*/ 29602 h 46830"/>
              <a:gd name="connsiteX2" fmla="*/ 4559 w 95290"/>
              <a:gd name="connsiteY2" fmla="*/ 1239 h 46830"/>
              <a:gd name="connsiteX3" fmla="*/ 8104 w 95290"/>
              <a:gd name="connsiteY3" fmla="*/ 3380 h 46830"/>
              <a:gd name="connsiteX4" fmla="*/ 77080 w 95290"/>
              <a:gd name="connsiteY4" fmla="*/ 14350 h 46830"/>
              <a:gd name="connsiteX5" fmla="*/ 84171 w 95290"/>
              <a:gd name="connsiteY5" fmla="*/ 10872 h 46830"/>
              <a:gd name="connsiteX6" fmla="*/ 84234 w 95290"/>
              <a:gd name="connsiteY6" fmla="*/ 10872 h 46830"/>
              <a:gd name="connsiteX7" fmla="*/ 91771 w 95290"/>
              <a:gd name="connsiteY7" fmla="*/ 14261 h 46830"/>
              <a:gd name="connsiteX8" fmla="*/ 95289 w 95290"/>
              <a:gd name="connsiteY8" fmla="*/ 21842 h 46830"/>
              <a:gd name="connsiteX9" fmla="*/ 92369 w 95290"/>
              <a:gd name="connsiteY9" fmla="*/ 29425 h 46830"/>
              <a:gd name="connsiteX10" fmla="*/ 49861 w 95290"/>
              <a:gd name="connsiteY10" fmla="*/ 48066 h 46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90" h="46830">
                <a:moveTo>
                  <a:pt x="49861" y="48066"/>
                </a:moveTo>
                <a:cubicBezTo>
                  <a:pt x="34609" y="48245"/>
                  <a:pt x="19811" y="41109"/>
                  <a:pt x="9881" y="29602"/>
                </a:cubicBezTo>
                <a:cubicBezTo>
                  <a:pt x="4425" y="24072"/>
                  <a:pt x="-6023" y="2844"/>
                  <a:pt x="4559" y="1239"/>
                </a:cubicBezTo>
                <a:cubicBezTo>
                  <a:pt x="6032" y="1239"/>
                  <a:pt x="7488" y="2041"/>
                  <a:pt x="8104" y="3380"/>
                </a:cubicBezTo>
                <a:cubicBezTo>
                  <a:pt x="24464" y="28978"/>
                  <a:pt x="55559" y="39325"/>
                  <a:pt x="77080" y="14350"/>
                </a:cubicBezTo>
                <a:cubicBezTo>
                  <a:pt x="78804" y="12210"/>
                  <a:pt x="81403" y="10961"/>
                  <a:pt x="84171" y="10872"/>
                </a:cubicBezTo>
                <a:lnTo>
                  <a:pt x="84234" y="10872"/>
                </a:lnTo>
                <a:cubicBezTo>
                  <a:pt x="87082" y="10961"/>
                  <a:pt x="89797" y="12120"/>
                  <a:pt x="91771" y="14261"/>
                </a:cubicBezTo>
                <a:cubicBezTo>
                  <a:pt x="93851" y="16223"/>
                  <a:pt x="95110" y="18989"/>
                  <a:pt x="95289" y="21842"/>
                </a:cubicBezTo>
                <a:cubicBezTo>
                  <a:pt x="95387" y="24697"/>
                  <a:pt x="94334" y="27372"/>
                  <a:pt x="92369" y="29425"/>
                </a:cubicBezTo>
                <a:cubicBezTo>
                  <a:pt x="81537" y="41019"/>
                  <a:pt x="65811" y="48066"/>
                  <a:pt x="49861" y="48066"/>
                </a:cubicBezTo>
                <a:close/>
              </a:path>
            </a:pathLst>
          </a:custGeom>
          <a:solidFill>
            <a:srgbClr val="16180A"/>
          </a:solidFill>
          <a:ln w="8890" cap="flat">
            <a:noFill/>
            <a:prstDash val="solid"/>
            <a:miter/>
          </a:ln>
        </p:spPr>
        <p:txBody>
          <a:bodyPr rtlCol="0" anchor="ctr"/>
          <a:lstStyle/>
          <a:p>
            <a:endParaRPr lang="en-GB">
              <a:solidFill>
                <a:schemeClr val="bg1"/>
              </a:solidFill>
            </a:endParaRPr>
          </a:p>
        </p:txBody>
      </p:sp>
      <p:sp>
        <p:nvSpPr>
          <p:cNvPr id="15" name="Freeform: Shape 64">
            <a:extLst>
              <a:ext uri="{FF2B5EF4-FFF2-40B4-BE49-F238E27FC236}">
                <a16:creationId xmlns:a16="http://schemas.microsoft.com/office/drawing/2014/main" id="{F4A43D68-AF81-6C29-1167-310FFF2DDB78}"/>
              </a:ext>
            </a:extLst>
          </p:cNvPr>
          <p:cNvSpPr/>
          <p:nvPr/>
        </p:nvSpPr>
        <p:spPr>
          <a:xfrm>
            <a:off x="6796099" y="3230084"/>
            <a:ext cx="68524" cy="50331"/>
          </a:xfrm>
          <a:custGeom>
            <a:avLst/>
            <a:gdLst>
              <a:gd name="connsiteX0" fmla="*/ 5910 w 68524"/>
              <a:gd name="connsiteY0" fmla="*/ 51570 h 50331"/>
              <a:gd name="connsiteX1" fmla="*/ 4083 w 68524"/>
              <a:gd name="connsiteY1" fmla="*/ 51391 h 50331"/>
              <a:gd name="connsiteX2" fmla="*/ 1573 w 68524"/>
              <a:gd name="connsiteY2" fmla="*/ 49225 h 50331"/>
              <a:gd name="connsiteX3" fmla="*/ 3112 w 68524"/>
              <a:gd name="connsiteY3" fmla="*/ 26027 h 50331"/>
              <a:gd name="connsiteX4" fmla="*/ 63777 w 68524"/>
              <a:gd name="connsiteY4" fmla="*/ 21785 h 50331"/>
              <a:gd name="connsiteX5" fmla="*/ 66701 w 68524"/>
              <a:gd name="connsiteY5" fmla="*/ 26027 h 50331"/>
              <a:gd name="connsiteX6" fmla="*/ 68123 w 68524"/>
              <a:gd name="connsiteY6" fmla="*/ 33880 h 50331"/>
              <a:gd name="connsiteX7" fmla="*/ 62374 w 68524"/>
              <a:gd name="connsiteY7" fmla="*/ 39837 h 50331"/>
              <a:gd name="connsiteX8" fmla="*/ 48905 w 68524"/>
              <a:gd name="connsiteY8" fmla="*/ 34151 h 50331"/>
              <a:gd name="connsiteX9" fmla="*/ 38514 w 68524"/>
              <a:gd name="connsiteY9" fmla="*/ 20341 h 50331"/>
              <a:gd name="connsiteX10" fmla="*/ 27367 w 68524"/>
              <a:gd name="connsiteY10" fmla="*/ 19438 h 50331"/>
              <a:gd name="connsiteX11" fmla="*/ 14403 w 68524"/>
              <a:gd name="connsiteY11" fmla="*/ 32435 h 50331"/>
              <a:gd name="connsiteX12" fmla="*/ 10147 w 68524"/>
              <a:gd name="connsiteY12" fmla="*/ 47599 h 50331"/>
              <a:gd name="connsiteX13" fmla="*/ 6630 w 68524"/>
              <a:gd name="connsiteY13" fmla="*/ 51570 h 50331"/>
              <a:gd name="connsiteX14" fmla="*/ 5910 w 68524"/>
              <a:gd name="connsiteY14" fmla="*/ 51570 h 50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24" h="50331">
                <a:moveTo>
                  <a:pt x="5910" y="51570"/>
                </a:moveTo>
                <a:cubicBezTo>
                  <a:pt x="5289" y="51570"/>
                  <a:pt x="4677" y="51481"/>
                  <a:pt x="4083" y="51391"/>
                </a:cubicBezTo>
                <a:cubicBezTo>
                  <a:pt x="2959" y="51029"/>
                  <a:pt x="2032" y="50308"/>
                  <a:pt x="1573" y="49225"/>
                </a:cubicBezTo>
                <a:cubicBezTo>
                  <a:pt x="-1612" y="40649"/>
                  <a:pt x="647" y="31894"/>
                  <a:pt x="3112" y="26027"/>
                </a:cubicBezTo>
                <a:cubicBezTo>
                  <a:pt x="16310" y="-6466"/>
                  <a:pt x="48204" y="-6105"/>
                  <a:pt x="63777" y="21785"/>
                </a:cubicBezTo>
                <a:cubicBezTo>
                  <a:pt x="64722" y="23230"/>
                  <a:pt x="65702" y="24583"/>
                  <a:pt x="66701" y="26027"/>
                </a:cubicBezTo>
                <a:cubicBezTo>
                  <a:pt x="68456" y="28193"/>
                  <a:pt x="68986" y="31173"/>
                  <a:pt x="68123" y="33880"/>
                </a:cubicBezTo>
                <a:cubicBezTo>
                  <a:pt x="67133" y="36588"/>
                  <a:pt x="65046" y="38754"/>
                  <a:pt x="62374" y="39837"/>
                </a:cubicBezTo>
                <a:cubicBezTo>
                  <a:pt x="57245" y="42184"/>
                  <a:pt x="50759" y="39566"/>
                  <a:pt x="48905" y="34151"/>
                </a:cubicBezTo>
                <a:cubicBezTo>
                  <a:pt x="46332" y="27922"/>
                  <a:pt x="42545" y="22959"/>
                  <a:pt x="38514" y="20341"/>
                </a:cubicBezTo>
                <a:cubicBezTo>
                  <a:pt x="35221" y="18084"/>
                  <a:pt x="30966" y="17723"/>
                  <a:pt x="27367" y="19438"/>
                </a:cubicBezTo>
                <a:cubicBezTo>
                  <a:pt x="23975" y="21062"/>
                  <a:pt x="18280" y="26117"/>
                  <a:pt x="14403" y="32435"/>
                </a:cubicBezTo>
                <a:cubicBezTo>
                  <a:pt x="11425" y="36948"/>
                  <a:pt x="9931" y="42184"/>
                  <a:pt x="10147" y="47599"/>
                </a:cubicBezTo>
                <a:cubicBezTo>
                  <a:pt x="10399" y="49675"/>
                  <a:pt x="8600" y="51391"/>
                  <a:pt x="6630" y="51570"/>
                </a:cubicBezTo>
                <a:cubicBezTo>
                  <a:pt x="6378" y="51570"/>
                  <a:pt x="6144" y="51570"/>
                  <a:pt x="5910" y="51570"/>
                </a:cubicBezTo>
                <a:close/>
              </a:path>
            </a:pathLst>
          </a:custGeom>
          <a:solidFill>
            <a:srgbClr val="16180A"/>
          </a:solidFill>
          <a:ln w="8956" cap="flat">
            <a:noFill/>
            <a:prstDash val="solid"/>
            <a:miter/>
          </a:ln>
        </p:spPr>
        <p:txBody>
          <a:bodyPr rtlCol="0" anchor="ctr"/>
          <a:lstStyle/>
          <a:p>
            <a:endParaRPr lang="en-GB">
              <a:solidFill>
                <a:schemeClr val="bg1"/>
              </a:solidFill>
            </a:endParaRPr>
          </a:p>
        </p:txBody>
      </p:sp>
      <p:sp>
        <p:nvSpPr>
          <p:cNvPr id="16" name="Freeform: Shape 65">
            <a:extLst>
              <a:ext uri="{FF2B5EF4-FFF2-40B4-BE49-F238E27FC236}">
                <a16:creationId xmlns:a16="http://schemas.microsoft.com/office/drawing/2014/main" id="{9E53F5DA-38B8-915E-1F62-3ECCE00173F0}"/>
              </a:ext>
            </a:extLst>
          </p:cNvPr>
          <p:cNvSpPr/>
          <p:nvPr/>
        </p:nvSpPr>
        <p:spPr>
          <a:xfrm>
            <a:off x="6948587" y="3228286"/>
            <a:ext cx="52795" cy="33536"/>
          </a:xfrm>
          <a:custGeom>
            <a:avLst/>
            <a:gdLst>
              <a:gd name="connsiteX0" fmla="*/ 44693 w 52795"/>
              <a:gd name="connsiteY0" fmla="*/ 34776 h 33536"/>
              <a:gd name="connsiteX1" fmla="*/ 36533 w 52795"/>
              <a:gd name="connsiteY1" fmla="*/ 28368 h 33536"/>
              <a:gd name="connsiteX2" fmla="*/ 22579 w 52795"/>
              <a:gd name="connsiteY2" fmla="*/ 17176 h 33536"/>
              <a:gd name="connsiteX3" fmla="*/ 11414 w 52795"/>
              <a:gd name="connsiteY3" fmla="*/ 25479 h 33536"/>
              <a:gd name="connsiteX4" fmla="*/ 11360 w 52795"/>
              <a:gd name="connsiteY4" fmla="*/ 25569 h 33536"/>
              <a:gd name="connsiteX5" fmla="*/ 7537 w 52795"/>
              <a:gd name="connsiteY5" fmla="*/ 30624 h 33536"/>
              <a:gd name="connsiteX6" fmla="*/ 4109 w 52795"/>
              <a:gd name="connsiteY6" fmla="*/ 31436 h 33536"/>
              <a:gd name="connsiteX7" fmla="*/ 15 w 52795"/>
              <a:gd name="connsiteY7" fmla="*/ 22501 h 33536"/>
              <a:gd name="connsiteX8" fmla="*/ 3011 w 52795"/>
              <a:gd name="connsiteY8" fmla="*/ 14196 h 33536"/>
              <a:gd name="connsiteX9" fmla="*/ 40816 w 52795"/>
              <a:gd name="connsiteY9" fmla="*/ 6163 h 33536"/>
              <a:gd name="connsiteX10" fmla="*/ 48652 w 52795"/>
              <a:gd name="connsiteY10" fmla="*/ 33602 h 33536"/>
              <a:gd name="connsiteX11" fmla="*/ 44693 w 52795"/>
              <a:gd name="connsiteY11" fmla="*/ 34776 h 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795" h="33536">
                <a:moveTo>
                  <a:pt x="44693" y="34776"/>
                </a:moveTo>
                <a:cubicBezTo>
                  <a:pt x="41014" y="34685"/>
                  <a:pt x="37307" y="32068"/>
                  <a:pt x="36533" y="28368"/>
                </a:cubicBezTo>
                <a:cubicBezTo>
                  <a:pt x="35364" y="21958"/>
                  <a:pt x="29453" y="15821"/>
                  <a:pt x="22579" y="17176"/>
                </a:cubicBezTo>
                <a:cubicBezTo>
                  <a:pt x="17829" y="18078"/>
                  <a:pt x="13736" y="21237"/>
                  <a:pt x="11414" y="25479"/>
                </a:cubicBezTo>
                <a:lnTo>
                  <a:pt x="11360" y="25569"/>
                </a:lnTo>
                <a:cubicBezTo>
                  <a:pt x="10353" y="27464"/>
                  <a:pt x="9057" y="29180"/>
                  <a:pt x="7537" y="30624"/>
                </a:cubicBezTo>
                <a:cubicBezTo>
                  <a:pt x="6610" y="31436"/>
                  <a:pt x="5279" y="31798"/>
                  <a:pt x="4109" y="31436"/>
                </a:cubicBezTo>
                <a:cubicBezTo>
                  <a:pt x="348" y="27555"/>
                  <a:pt x="-75" y="24847"/>
                  <a:pt x="15" y="22501"/>
                </a:cubicBezTo>
                <a:cubicBezTo>
                  <a:pt x="240" y="19521"/>
                  <a:pt x="1275" y="16633"/>
                  <a:pt x="3011" y="14196"/>
                </a:cubicBezTo>
                <a:cubicBezTo>
                  <a:pt x="12449" y="928"/>
                  <a:pt x="28247" y="-2863"/>
                  <a:pt x="40816" y="6163"/>
                </a:cubicBezTo>
                <a:cubicBezTo>
                  <a:pt x="48310" y="11489"/>
                  <a:pt x="58684" y="26381"/>
                  <a:pt x="48652" y="33602"/>
                </a:cubicBezTo>
                <a:cubicBezTo>
                  <a:pt x="47456" y="34324"/>
                  <a:pt x="46088" y="34685"/>
                  <a:pt x="44693" y="34776"/>
                </a:cubicBezTo>
                <a:close/>
              </a:path>
            </a:pathLst>
          </a:custGeom>
          <a:solidFill>
            <a:srgbClr val="16180A"/>
          </a:solidFill>
          <a:ln w="8956" cap="flat">
            <a:noFill/>
            <a:prstDash val="solid"/>
            <a:miter/>
          </a:ln>
        </p:spPr>
        <p:txBody>
          <a:bodyPr rtlCol="0" anchor="ctr"/>
          <a:lstStyle/>
          <a:p>
            <a:endParaRPr lang="en-GB">
              <a:solidFill>
                <a:schemeClr val="bg1"/>
              </a:solidFill>
            </a:endParaRPr>
          </a:p>
        </p:txBody>
      </p:sp>
    </p:spTree>
    <p:extLst>
      <p:ext uri="{BB962C8B-B14F-4D97-AF65-F5344CB8AC3E}">
        <p14:creationId xmlns:p14="http://schemas.microsoft.com/office/powerpoint/2010/main" val="1918205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Thesis PPT">
      <a:dk1>
        <a:sysClr val="windowText" lastClr="000000"/>
      </a:dk1>
      <a:lt1>
        <a:sysClr val="window" lastClr="FFFFFF"/>
      </a:lt1>
      <a:dk2>
        <a:srgbClr val="140812"/>
      </a:dk2>
      <a:lt2>
        <a:srgbClr val="D8D9DC"/>
      </a:lt2>
      <a:accent1>
        <a:srgbClr val="00FFB3"/>
      </a:accent1>
      <a:accent2>
        <a:srgbClr val="00F1FF"/>
      </a:accent2>
      <a:accent3>
        <a:srgbClr val="4775E7"/>
      </a:accent3>
      <a:accent4>
        <a:srgbClr val="8730EA"/>
      </a:accent4>
      <a:accent5>
        <a:srgbClr val="FD6364"/>
      </a:accent5>
      <a:accent6>
        <a:srgbClr val="D54773"/>
      </a:accent6>
      <a:hlink>
        <a:srgbClr val="4775E7"/>
      </a:hlink>
      <a:folHlink>
        <a:srgbClr val="8C8C8C"/>
      </a:folHlink>
    </a:clrScheme>
    <a:fontScheme name="Darker Grotesque">
      <a:majorFont>
        <a:latin typeface="Darker Grotesque SemiBold"/>
        <a:ea typeface=""/>
        <a:cs typeface=""/>
      </a:majorFont>
      <a:minorFont>
        <a:latin typeface="Darker Grotesque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3403</TotalTime>
  <Words>1262</Words>
  <Application>Microsoft Office PowerPoint</Application>
  <PresentationFormat>Widescreen</PresentationFormat>
  <Paragraphs>254</Paragraphs>
  <Slides>20</Slides>
  <Notes>2</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20</vt:i4>
      </vt:variant>
    </vt:vector>
  </HeadingPairs>
  <TitlesOfParts>
    <vt:vector size="35" baseType="lpstr">
      <vt:lpstr>Aptos</vt:lpstr>
      <vt:lpstr>Aptos Display</vt:lpstr>
      <vt:lpstr>Arial</vt:lpstr>
      <vt:lpstr>Calibri</vt:lpstr>
      <vt:lpstr>Darker Grotesque</vt:lpstr>
      <vt:lpstr>Darker Grotesque Black</vt:lpstr>
      <vt:lpstr>Darker Grotesque Medium</vt:lpstr>
      <vt:lpstr>Darker Grotesque SemiBold</vt:lpstr>
      <vt:lpstr>Playfair Display</vt:lpstr>
      <vt:lpstr>Poppins Light</vt:lpstr>
      <vt:lpstr>Poppins SemiBold</vt:lpstr>
      <vt:lpstr>Raleway</vt:lpstr>
      <vt:lpstr>Rubik</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One Skill</dc:creator>
  <cp:lastModifiedBy>devang shah</cp:lastModifiedBy>
  <cp:revision>14</cp:revision>
  <dcterms:created xsi:type="dcterms:W3CDTF">2024-07-26T12:33:19Z</dcterms:created>
  <dcterms:modified xsi:type="dcterms:W3CDTF">2025-04-14T03:46:03Z</dcterms:modified>
</cp:coreProperties>
</file>